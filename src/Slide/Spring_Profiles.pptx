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CDC18-BD6C-2F26-FE02-1DA9D1F73BD8}" v="6" dt="2025-03-12T16:28:40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Profiles - Introduzione e Utilizzo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8772"/>
            <a:ext cx="8229600" cy="4807176"/>
          </a:xfrm>
        </p:spPr>
        <p:txBody>
          <a:bodyPr>
            <a:normAutofit fontScale="92500" lnSpcReduction="20000"/>
          </a:bodyPr>
          <a:lstStyle/>
          <a:p>
            <a:r>
              <a:t>• Meccanismo per gestire configurazioni diverse in base all'ambiente</a:t>
            </a:r>
          </a:p>
          <a:p>
            <a:r>
              <a:t>• Permette di attivare/disattivare specifici bean o configurazioni</a:t>
            </a:r>
          </a:p>
          <a:p>
            <a:r>
              <a:t>• Utile per separare ambienti di sviluppo, test e produzione</a:t>
            </a:r>
          </a:p>
          <a:p>
            <a:endParaRPr/>
          </a:p>
          <a:p>
            <a:r>
              <a:t>Esempi di ambienti comuni:</a:t>
            </a:r>
          </a:p>
          <a:p>
            <a:r>
              <a:t>- dev (sviluppo)</a:t>
            </a:r>
          </a:p>
          <a:p>
            <a:r>
              <a:t>- test (test)</a:t>
            </a:r>
          </a:p>
          <a:p>
            <a:r>
              <a:t>- prod (produzione)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Dichiarare i profili nei Bean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7129"/>
            <a:ext cx="8229600" cy="4789034"/>
          </a:xfrm>
        </p:spPr>
        <p:txBody>
          <a:bodyPr>
            <a:normAutofit fontScale="70000" lnSpcReduction="20000"/>
          </a:bodyPr>
          <a:lstStyle/>
          <a:p>
            <a:r>
              <a:t>@Component</a:t>
            </a:r>
          </a:p>
          <a:p>
            <a:r>
              <a:t>@Profile("dev")</a:t>
            </a:r>
          </a:p>
          <a:p>
            <a:r>
              <a:t>public class DevDataSourceConfig {</a:t>
            </a:r>
          </a:p>
          <a:p>
            <a:r>
              <a:t>    ...</a:t>
            </a:r>
          </a:p>
          <a:p>
            <a:r>
              <a:t>}</a:t>
            </a:r>
          </a:p>
          <a:p>
            <a:endParaRPr/>
          </a:p>
          <a:p>
            <a:r>
              <a:t>@Component</a:t>
            </a:r>
          </a:p>
          <a:p>
            <a:r>
              <a:t>@Profile("prod")</a:t>
            </a:r>
          </a:p>
          <a:p>
            <a:r>
              <a:t>public class ProdDataSourceConfig {</a:t>
            </a:r>
          </a:p>
          <a:p>
            <a:r>
              <a:t>    ...</a:t>
            </a:r>
          </a:p>
          <a:p>
            <a:r>
              <a:t>}</a:t>
            </a:r>
          </a:p>
          <a:p>
            <a:endParaRPr/>
          </a:p>
          <a:p>
            <a:r>
              <a:t>Se il profilo attivo è 'dev', viene usato DevDataSourceConfig.</a:t>
            </a:r>
          </a:p>
          <a:p>
            <a:r>
              <a:t>Se il profilo attivo è 'prod', viene usato ProdDataSourceConfig.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Attivare un profilo in Spring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8772"/>
            <a:ext cx="8229600" cy="4852533"/>
          </a:xfrm>
        </p:spPr>
        <p:txBody>
          <a:bodyPr>
            <a:normAutofit fontScale="85000" lnSpcReduction="10000"/>
          </a:bodyPr>
          <a:lstStyle/>
          <a:p>
            <a:r>
              <a:t>1. **Tramite application.properties o application.yml**</a:t>
            </a:r>
          </a:p>
          <a:p>
            <a:r>
              <a:t>   spring.profiles.active=dev</a:t>
            </a:r>
          </a:p>
          <a:p>
            <a:endParaRPr/>
          </a:p>
          <a:p>
            <a:r>
              <a:t>2. **Variabile d'ambiente o parametro della JVM**</a:t>
            </a:r>
          </a:p>
          <a:p>
            <a:r>
              <a:t>   -Dspring.profiles.active=prod</a:t>
            </a:r>
          </a:p>
          <a:p>
            <a:endParaRPr/>
          </a:p>
          <a:p>
            <a:r>
              <a:t>3. **Programmaticamente nel codice**</a:t>
            </a:r>
          </a:p>
          <a:p>
            <a:r>
              <a:t>   new SpringApplicationBuilder(App.class).profiles("dev").run(args);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Configurazioni specifiche per ogni profilo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2748"/>
          </a:xfrm>
        </p:spPr>
        <p:txBody>
          <a:bodyPr>
            <a:normAutofit fontScale="85000" lnSpcReduction="10000"/>
          </a:bodyPr>
          <a:lstStyle/>
          <a:p>
            <a:r>
              <a:t>**File application-dev.properties**</a:t>
            </a:r>
          </a:p>
          <a:p>
            <a:r>
              <a:t>database.url=jdbc:mysql://localhost:3306/dev_db</a:t>
            </a:r>
          </a:p>
          <a:p>
            <a:endParaRPr/>
          </a:p>
          <a:p>
            <a:r>
              <a:t>**File application-prod.properties**</a:t>
            </a:r>
          </a:p>
          <a:p>
            <a:r>
              <a:t>database.url=jdbc:mysql://prod.server.com:3306/prod_db</a:t>
            </a:r>
          </a:p>
          <a:p>
            <a:endParaRPr/>
          </a:p>
          <a:p>
            <a:r>
              <a:t>**Recuperare le proprietà nel codice**</a:t>
            </a:r>
          </a:p>
          <a:p>
            <a:r>
              <a:t>@Value("${database.url}") private String databaseUrl;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Vantaggi dei Profili in Spring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Separazione pulita tra ambienti diversi</a:t>
            </a:r>
          </a:p>
          <a:p>
            <a:r>
              <a:t>✅ Gestione semplice delle configurazioni</a:t>
            </a:r>
          </a:p>
          <a:p>
            <a:r>
              <a:t>✅ Maggiore flessibilità nello sviluppo</a:t>
            </a:r>
          </a:p>
          <a:p>
            <a:r>
              <a:t>✅ Facile gestione di test e produzione</a:t>
            </a:r>
          </a:p>
          <a:p>
            <a:endParaRPr/>
          </a:p>
          <a:p>
            <a:r>
              <a:t>**Domande? 😊**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Office Theme</vt:lpstr>
      <vt:lpstr>Spring Profiles - Introduzione e Utilizzo</vt:lpstr>
      <vt:lpstr>Dichiarare i profili nei Bean</vt:lpstr>
      <vt:lpstr>Attivare un profilo in Spring</vt:lpstr>
      <vt:lpstr>Configurazioni specifiche per ogni profilo</vt:lpstr>
      <vt:lpstr>Vantaggi dei Profili in Spring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</cp:revision>
  <dcterms:created xsi:type="dcterms:W3CDTF">2013-01-27T09:14:16Z</dcterms:created>
  <dcterms:modified xsi:type="dcterms:W3CDTF">2026-03-27T16:52:20Z</dcterms:modified>
  <cp:category/>
</cp:coreProperties>
</file>