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02DE4D-07F1-6F78-80E9-53BFDC1464CC}" v="2" dt="2025-02-26T08:10:13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Introduzione a SLF4J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Logging Facade for Java</a:t>
            </a:r>
          </a:p>
          <a:p>
            <a:r>
              <a:t>Guida ed esempi pratici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SLF4J?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Un'interfaccia di logging per Java</a:t>
            </a:r>
          </a:p>
          <a:p>
            <a:r>
              <a:t>- Permette di usare diverse implementazioni (Logback, Log4j, etc.)</a:t>
            </a:r>
          </a:p>
          <a:p>
            <a:r>
              <a:t>- Evita dipendenze dirette su un framework specifico</a:t>
            </a:r>
          </a:p>
          <a:p>
            <a:r>
              <a:t>- Fornisce un'API uniforme per il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Configurazione di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Aggiungere la dipendenza SLF4J al progetto</a:t>
            </a:r>
          </a:p>
          <a:p>
            <a:r>
              <a:t>- Scegliere un'implementazione (Logback, Log4j, etc.)</a:t>
            </a:r>
          </a:p>
          <a:p>
            <a:r>
              <a:t>- Configurare il file di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di utilizzo di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7672"/>
            <a:ext cx="8229600" cy="4669736"/>
          </a:xfrm>
        </p:spPr>
        <p:txBody>
          <a:bodyPr>
            <a:normAutofit fontScale="62500" lnSpcReduction="20000"/>
          </a:bodyPr>
          <a:lstStyle/>
          <a:p>
            <a:r>
              <a:t>```java</a:t>
            </a:r>
          </a:p>
          <a:p>
            <a:r>
              <a:t>import org.slf4j.Logger;</a:t>
            </a:r>
          </a:p>
          <a:p>
            <a:r>
              <a:t>import org.slf4j.LoggerFactory;</a:t>
            </a:r>
          </a:p>
          <a:p>
            <a:endParaRPr/>
          </a:p>
          <a:p>
            <a:r>
              <a:t>public class Main {</a:t>
            </a:r>
          </a:p>
          <a:p>
            <a:r>
              <a:t>    private static final Logger logger = LoggerFactory.getLogger(Main.class);</a:t>
            </a:r>
          </a:p>
          <a:p>
            <a:endParaRPr/>
          </a:p>
          <a:p>
            <a:r>
              <a:t>    public static void main(String[] args) {</a:t>
            </a:r>
          </a:p>
          <a:p>
            <a:r>
              <a:t>        logger.info("Messaggio di info");</a:t>
            </a:r>
          </a:p>
          <a:p>
            <a:r>
              <a:t>        logger.warn("Messaggio di warning");</a:t>
            </a:r>
          </a:p>
          <a:p>
            <a:r>
              <a:t>        logger.error("Messaggio di errore");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Utilizzo di Logback con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Aggiungere logback-classic al progetto</a:t>
            </a:r>
          </a:p>
          <a:p>
            <a:r>
              <a:t>- Creare il file `logback.xml`</a:t>
            </a:r>
          </a:p>
          <a:p>
            <a:r>
              <a:t>- Usare l'API di SLF4J per la gestione del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Utilizzo di Log4j con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Aggiungere log4j-slf4j-impl al progetto</a:t>
            </a:r>
          </a:p>
          <a:p>
            <a:r>
              <a:t>- Creare il file `log4j.properties`</a:t>
            </a:r>
          </a:p>
          <a:p>
            <a:r>
              <a:t>- Utilizzare la stessa API SLF4J per il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con SLF4J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Non usare direttamente Logback o Log4j, usa sempre SLF4J</a:t>
            </a:r>
          </a:p>
          <a:p>
            <a:r>
              <a:t>- Configurare correttamente i livelli di log</a:t>
            </a:r>
          </a:p>
          <a:p>
            <a:r>
              <a:t>- Usare i placeholder nei messaggi di log per ottimizzare le prestazioni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Office Theme</vt:lpstr>
      <vt:lpstr>Introduzione a SLF4J</vt:lpstr>
      <vt:lpstr>Cos'è SLF4J?</vt:lpstr>
      <vt:lpstr>Configurazione di SLF4J</vt:lpstr>
      <vt:lpstr>Esempio di utilizzo di SLF4J</vt:lpstr>
      <vt:lpstr>Utilizzo di Logback con SLF4J</vt:lpstr>
      <vt:lpstr>Utilizzo di Log4j con SLF4J</vt:lpstr>
      <vt:lpstr>Best Practices con SLF4J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 SLF4J</dc:title>
  <dc:subject/>
  <dc:creator/>
  <cp:keywords/>
  <dc:description>generated using python-pptx</dc:description>
  <cp:lastModifiedBy>Vincenzo Piccolo</cp:lastModifiedBy>
  <cp:revision>5</cp:revision>
  <dcterms:created xsi:type="dcterms:W3CDTF">2013-01-27T09:14:16Z</dcterms:created>
  <dcterms:modified xsi:type="dcterms:W3CDTF">2026-03-27T16:52:10Z</dcterms:modified>
  <cp:category/>
</cp:coreProperties>
</file>