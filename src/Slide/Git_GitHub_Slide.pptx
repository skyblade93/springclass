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99958A-B2F5-8D95-6C97-621AD12A0D01}" v="7" dt="2025-02-17T07:37:20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zo Piccolo" userId="def4cbf190fb66b3" providerId="Windows Live" clId="Web-{8899958A-B2F5-8D95-6C97-621AD12A0D01}"/>
    <pc:docChg chg="modSld">
      <pc:chgData name="Vincenzo Piccolo" userId="def4cbf190fb66b3" providerId="Windows Live" clId="Web-{8899958A-B2F5-8D95-6C97-621AD12A0D01}" dt="2025-02-17T07:37:20.729" v="7" actId="14100"/>
      <pc:docMkLst>
        <pc:docMk/>
      </pc:docMkLst>
      <pc:sldChg chg="modSp">
        <pc:chgData name="Vincenzo Piccolo" userId="def4cbf190fb66b3" providerId="Windows Live" clId="Web-{8899958A-B2F5-8D95-6C97-621AD12A0D01}" dt="2025-02-17T07:37:20.729" v="7" actId="14100"/>
        <pc:sldMkLst>
          <pc:docMk/>
          <pc:sldMk cId="0" sldId="259"/>
        </pc:sldMkLst>
        <pc:spChg chg="mod">
          <ac:chgData name="Vincenzo Piccolo" userId="def4cbf190fb66b3" providerId="Windows Live" clId="Web-{8899958A-B2F5-8D95-6C97-621AD12A0D01}" dt="2025-02-17T07:37:20.729" v="7" actId="14100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Vincenzo Piccolo" userId="def4cbf190fb66b3" providerId="Windows Live" clId="Web-{8899958A-B2F5-8D95-6C97-621AD12A0D01}" dt="2025-02-17T07:37:04.619" v="4" actId="20577"/>
        <pc:sldMkLst>
          <pc:docMk/>
          <pc:sldMk cId="0" sldId="260"/>
        </pc:sldMkLst>
        <pc:spChg chg="mod">
          <ac:chgData name="Vincenzo Piccolo" userId="def4cbf190fb66b3" providerId="Windows Live" clId="Web-{8899958A-B2F5-8D95-6C97-621AD12A0D01}" dt="2025-02-17T07:37:04.619" v="4" actId="20577"/>
          <ac:spMkLst>
            <pc:docMk/>
            <pc:sldMk cId="0" sldId="260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Introduzione a Git e GitHub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Guida con esempi pratici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Cos'è Git?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Git è un sistema di controllo di versione distribuito.</a:t>
            </a:r>
          </a:p>
          <a:p>
            <a:r>
              <a:t>• Permette di tracciare modifiche nel codice sorgente.</a:t>
            </a:r>
          </a:p>
          <a:p>
            <a:r>
              <a:t>• Usato per coordinare il lavoro tra più sviluppatori.</a:t>
            </a:r>
          </a:p>
          <a:p>
            <a:r>
              <a:t>• Funziona in locale senza necessità di connessione internet.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Cos'è GitHub?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GitHub è una piattaforma basata su cloud per l'hosting di repository Git.</a:t>
            </a:r>
          </a:p>
          <a:p>
            <a:r>
              <a:t>• Permette la collaborazione tra sviluppatori.</a:t>
            </a:r>
          </a:p>
          <a:p>
            <a:r>
              <a:t>• Offre funzionalità come pull request, issue tracking e CI/CD.</a:t>
            </a:r>
          </a:p>
          <a:p>
            <a:r>
              <a:t>• Non è Git, ma un servizio che utilizza Git.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Comandi Base di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6236"/>
            <a:ext cx="8229600" cy="4401272"/>
          </a:xfrm>
        </p:spPr>
        <p:txBody>
          <a:bodyPr>
            <a:normAutofit fontScale="92500" lnSpcReduction="10000"/>
          </a:bodyPr>
          <a:lstStyle/>
          <a:p>
            <a:r>
              <a:t>• git init - Inizializza un repository Git</a:t>
            </a:r>
          </a:p>
          <a:p>
            <a:r>
              <a:t>• git clone &lt;url&gt; - Clona un repository esistente</a:t>
            </a:r>
          </a:p>
          <a:p>
            <a:r>
              <a:t>• git add &lt;file&gt; - Aggiunge file all'area di staging</a:t>
            </a:r>
          </a:p>
          <a:p>
            <a:r>
              <a:t>• git commit -m 'Messaggio' - Salva modifiche nel repository</a:t>
            </a:r>
          </a:p>
          <a:p>
            <a:r>
              <a:t>• git push - Invia modifiche a un repository remoto</a:t>
            </a:r>
          </a:p>
          <a:p>
            <a:r>
              <a:t>• git pull - Recupera e unisce modifiche da remoto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Esempio Pratico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6236"/>
            <a:ext cx="8229600" cy="452596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dirty="0"/>
              <a:t>1. </a:t>
            </a:r>
            <a:r>
              <a:rPr dirty="0" err="1"/>
              <a:t>Creazione</a:t>
            </a:r>
            <a:r>
              <a:rPr dirty="0"/>
              <a:t> di un repository:</a:t>
            </a:r>
          </a:p>
          <a:p>
            <a:r>
              <a:rPr dirty="0"/>
              <a:t>   $ git </a:t>
            </a:r>
            <a:r>
              <a:rPr dirty="0" err="1"/>
              <a:t>init</a:t>
            </a:r>
            <a:endParaRPr dirty="0" err="1">
              <a:ea typeface="Calibri"/>
              <a:cs typeface="Calibri"/>
            </a:endParaRPr>
          </a:p>
          <a:p>
            <a:r>
              <a:rPr dirty="0"/>
              <a:t>2. </a:t>
            </a:r>
            <a:r>
              <a:rPr dirty="0" err="1"/>
              <a:t>Aggiunta</a:t>
            </a:r>
            <a:r>
              <a:rPr dirty="0"/>
              <a:t> di un file:</a:t>
            </a:r>
            <a:endParaRPr dirty="0">
              <a:ea typeface="Calibri"/>
              <a:cs typeface="Calibri"/>
            </a:endParaRPr>
          </a:p>
          <a:p>
            <a:r>
              <a:rPr dirty="0"/>
              <a:t>   $ echo 'Hello World' &gt; file.txt</a:t>
            </a:r>
            <a:endParaRPr dirty="0">
              <a:ea typeface="Calibri"/>
              <a:cs typeface="Calibri"/>
            </a:endParaRPr>
          </a:p>
          <a:p>
            <a:r>
              <a:rPr dirty="0"/>
              <a:t>   $ git add file.txt</a:t>
            </a:r>
            <a:endParaRPr dirty="0">
              <a:ea typeface="Calibri"/>
              <a:cs typeface="Calibri"/>
            </a:endParaRPr>
          </a:p>
          <a:p>
            <a:r>
              <a:rPr dirty="0"/>
              <a:t>3. </a:t>
            </a:r>
            <a:r>
              <a:rPr dirty="0" err="1"/>
              <a:t>Creazione</a:t>
            </a:r>
            <a:r>
              <a:rPr dirty="0"/>
              <a:t> di un commit:</a:t>
            </a:r>
            <a:endParaRPr dirty="0">
              <a:ea typeface="Calibri"/>
              <a:cs typeface="Calibri"/>
            </a:endParaRPr>
          </a:p>
          <a:p>
            <a:r>
              <a:rPr dirty="0"/>
              <a:t>   $ git commit -m '</a:t>
            </a:r>
            <a:r>
              <a:rPr dirty="0" err="1"/>
              <a:t>Aggiunto</a:t>
            </a:r>
            <a:r>
              <a:rPr dirty="0"/>
              <a:t> file.txt'</a:t>
            </a:r>
            <a:endParaRPr dirty="0">
              <a:ea typeface="Calibri"/>
              <a:cs typeface="Calibri"/>
            </a:endParaRPr>
          </a:p>
          <a:p>
            <a:r>
              <a:rPr dirty="0"/>
              <a:t>4. </a:t>
            </a:r>
            <a:r>
              <a:rPr dirty="0" err="1"/>
              <a:t>Collegamento</a:t>
            </a:r>
            <a:r>
              <a:rPr dirty="0"/>
              <a:t> a GitHub e push:</a:t>
            </a:r>
            <a:endParaRPr dirty="0">
              <a:ea typeface="Calibri"/>
              <a:cs typeface="Calibri"/>
            </a:endParaRPr>
          </a:p>
          <a:p>
            <a:r>
              <a:rPr dirty="0"/>
              <a:t>   $ git remote add origin &lt;</a:t>
            </a:r>
            <a:r>
              <a:rPr dirty="0" err="1"/>
              <a:t>url</a:t>
            </a:r>
            <a:r>
              <a:rPr dirty="0"/>
              <a:t>&gt;</a:t>
            </a:r>
            <a:endParaRPr dirty="0">
              <a:ea typeface="Calibri"/>
              <a:cs typeface="Calibri"/>
            </a:endParaRPr>
          </a:p>
          <a:p>
            <a:r>
              <a:rPr dirty="0"/>
              <a:t>   $ git push -u origin main</a:t>
            </a:r>
            <a:endParaRPr dirty="0">
              <a:ea typeface="Calibri"/>
              <a:cs typeface="Calibri"/>
            </a:endParaRPr>
          </a:p>
          <a:p>
            <a:pPr marL="0" indent="0">
              <a:buNone/>
            </a:pPr>
            <a:endParaRPr lang="it-IT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Presentazione su schermo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Office Theme</vt:lpstr>
      <vt:lpstr>Introduzione a Git e GitHub</vt:lpstr>
      <vt:lpstr>Cos'è Git?</vt:lpstr>
      <vt:lpstr>Cos'è GitHub?</vt:lpstr>
      <vt:lpstr>Comandi Base di Git</vt:lpstr>
      <vt:lpstr>Esempio Pratico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Introduzione a Git e GitHub</dc:title>
  <dc:subject/>
  <dc:creator/>
  <cp:keywords/>
  <dc:description>generated using python-pptx</dc:description>
  <cp:lastModifiedBy>Vincenzo Piccolo</cp:lastModifiedBy>
  <cp:revision>6</cp:revision>
  <dcterms:created xsi:type="dcterms:W3CDTF">2013-01-27T09:14:16Z</dcterms:created>
  <dcterms:modified xsi:type="dcterms:W3CDTF">2025-02-17T07:37:25Z</dcterms:modified>
  <cp:category/>
</cp:coreProperties>
</file>