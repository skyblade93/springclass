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235764-66EE-A0D6-3AAB-7A77C8E28447}" v="11" dt="2025-03-10T08:10:56.4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Architettura a Microservizi con Spring Boot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Microservizi con Spring Boot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Definizione di microservizi</a:t>
            </a:r>
          </a:p>
          <a:p>
            <a:r>
              <a:t>- Vantaggi: Scalabilità, Manutenibilità, Deployment indipendente</a:t>
            </a:r>
          </a:p>
          <a:p>
            <a:r>
              <a:t>- Tecnologie usate: Spring Boot, Spring Cloud, Eureka, Feign Client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Architettura del Progetto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80177"/>
          </a:xfrm>
        </p:spPr>
        <p:txBody>
          <a:bodyPr>
            <a:normAutofit fontScale="77500" lnSpcReduction="20000"/>
          </a:bodyPr>
          <a:lstStyle/>
          <a:p>
            <a:r>
              <a:t>**Componenti principali:**</a:t>
            </a:r>
          </a:p>
          <a:p>
            <a:r>
              <a:t>- **Eureka Server** → Service Discovery</a:t>
            </a:r>
          </a:p>
          <a:p>
            <a:r>
              <a:t>- **User Service** → Gestione utenti</a:t>
            </a:r>
          </a:p>
          <a:p>
            <a:r>
              <a:t>- **Product Service** → Gestione prodotti</a:t>
            </a:r>
          </a:p>
          <a:p>
            <a:r>
              <a:t>- **Order Service** → Gestione ordini</a:t>
            </a:r>
          </a:p>
          <a:p>
            <a:r>
              <a:t>- **Feign Client** → Comunicazione tra microservizi</a:t>
            </a:r>
          </a:p>
          <a:p>
            <a:endParaRPr/>
          </a:p>
          <a:p>
            <a:r>
              <a:t>**Diagramma (Testuale):**</a:t>
            </a:r>
          </a:p>
          <a:p>
            <a:r>
              <a:t>[Client] → [API Gateway] → [Order Service] → [User Service]</a:t>
            </a:r>
          </a:p>
          <a:p>
            <a:r>
              <a:t>                                 ↘</a:t>
            </a:r>
          </a:p>
          <a:p>
            <a:r>
              <a:t>                                 [Product Service]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Eureka Server (Service Discovery)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37343"/>
            <a:ext cx="8229600" cy="4807176"/>
          </a:xfrm>
        </p:spPr>
        <p:txBody>
          <a:bodyPr>
            <a:normAutofit fontScale="70000" lnSpcReduction="20000"/>
          </a:bodyPr>
          <a:lstStyle/>
          <a:p>
            <a:r>
              <a:t>**Ruolo:**</a:t>
            </a:r>
          </a:p>
          <a:p>
            <a:r>
              <a:t>- Permette ai microservizi di registrarsi e scoprirsi a vicenda</a:t>
            </a:r>
          </a:p>
          <a:p>
            <a:r>
              <a:t>- Evita di dover configurare manualmente gli URL</a:t>
            </a:r>
          </a:p>
          <a:p>
            <a:endParaRPr/>
          </a:p>
          <a:p>
            <a:r>
              <a:t>**Codice:**</a:t>
            </a:r>
          </a:p>
          <a:p>
            <a:r>
              <a:t>```java</a:t>
            </a:r>
          </a:p>
          <a:p>
            <a:r>
              <a:t>@EnableEurekaServer</a:t>
            </a:r>
          </a:p>
          <a:p>
            <a:r>
              <a:t>@SpringBootApplication</a:t>
            </a:r>
          </a:p>
          <a:p>
            <a:r>
              <a:t>public class EurekaServerApplication {</a:t>
            </a:r>
          </a:p>
          <a:p>
            <a:r>
              <a:t>    public static void main(String[] args) {</a:t>
            </a:r>
          </a:p>
          <a:p>
            <a:r>
              <a:t>        SpringApplication.run(EurekaServerApplication.class, args);</a:t>
            </a:r>
          </a:p>
          <a:p>
            <a:r>
              <a:t>    }</a:t>
            </a:r>
          </a:p>
          <a:p>
            <a:r>
              <a:t>}</a:t>
            </a:r>
          </a:p>
          <a:p>
            <a:r>
              <a:t>```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9701"/>
            <a:ext cx="8229600" cy="4716462"/>
          </a:xfrm>
        </p:spPr>
        <p:txBody>
          <a:bodyPr>
            <a:normAutofit fontScale="62500" lnSpcReduction="20000"/>
          </a:bodyPr>
          <a:lstStyle/>
          <a:p>
            <a:r>
              <a:t>**Funzionalità:**</a:t>
            </a:r>
          </a:p>
          <a:p>
            <a:r>
              <a:t>- Registrazione e gestione utenti</a:t>
            </a:r>
          </a:p>
          <a:p>
            <a:r>
              <a:t>- Memorizzazione dati con H2 Database</a:t>
            </a:r>
          </a:p>
          <a:p>
            <a:endParaRPr/>
          </a:p>
          <a:p>
            <a:r>
              <a:t>**Modello Utente:**</a:t>
            </a:r>
          </a:p>
          <a:p>
            <a:r>
              <a:t>```java</a:t>
            </a:r>
          </a:p>
          <a:p>
            <a:r>
              <a:t>@Entity</a:t>
            </a:r>
          </a:p>
          <a:p>
            <a:r>
              <a:t>public class User {</a:t>
            </a:r>
          </a:p>
          <a:p>
            <a:r>
              <a:t>    @Id @GeneratedValue</a:t>
            </a:r>
          </a:p>
          <a:p>
            <a:r>
              <a:t>    private Long id;</a:t>
            </a:r>
          </a:p>
          <a:p>
            <a:r>
              <a:t>    private String username;</a:t>
            </a:r>
          </a:p>
          <a:p>
            <a:r>
              <a:t>    private String email;</a:t>
            </a:r>
          </a:p>
          <a:p>
            <a:r>
              <a:t>}</a:t>
            </a:r>
          </a:p>
          <a:p>
            <a:r>
              <a:t>```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9701"/>
            <a:ext cx="8229600" cy="4716462"/>
          </a:xfrm>
        </p:spPr>
        <p:txBody>
          <a:bodyPr>
            <a:normAutofit fontScale="62500" lnSpcReduction="20000"/>
          </a:bodyPr>
          <a:lstStyle/>
          <a:p>
            <a:r>
              <a:t>**Funzionalità:**</a:t>
            </a:r>
          </a:p>
          <a:p>
            <a:r>
              <a:t>- Gestione catalogo prodotti</a:t>
            </a:r>
          </a:p>
          <a:p>
            <a:r>
              <a:t>- Database con PostgreSQL</a:t>
            </a:r>
          </a:p>
          <a:p>
            <a:endParaRPr/>
          </a:p>
          <a:p>
            <a:r>
              <a:t>**Modello Prodotto:**</a:t>
            </a:r>
          </a:p>
          <a:p>
            <a:r>
              <a:t>```java</a:t>
            </a:r>
          </a:p>
          <a:p>
            <a:r>
              <a:t>@Entity</a:t>
            </a:r>
          </a:p>
          <a:p>
            <a:r>
              <a:t>public class Product {</a:t>
            </a:r>
          </a:p>
          <a:p>
            <a:r>
              <a:t>    @Id @GeneratedValue</a:t>
            </a:r>
          </a:p>
          <a:p>
            <a:r>
              <a:t>    private Long id;</a:t>
            </a:r>
          </a:p>
          <a:p>
            <a:r>
              <a:t>    private String name;</a:t>
            </a:r>
          </a:p>
          <a:p>
            <a:r>
              <a:t>    private double price;</a:t>
            </a:r>
          </a:p>
          <a:p>
            <a:r>
              <a:t>}</a:t>
            </a:r>
          </a:p>
          <a:p>
            <a:r>
              <a:t>```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Order Service &amp; Feign Client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4558"/>
            <a:ext cx="8229600" cy="4861605"/>
          </a:xfrm>
        </p:spPr>
        <p:txBody>
          <a:bodyPr>
            <a:normAutofit fontScale="77500" lnSpcReduction="20000"/>
          </a:bodyPr>
          <a:lstStyle/>
          <a:p>
            <a:r>
              <a:t>**Ruolo:**</a:t>
            </a:r>
          </a:p>
          <a:p>
            <a:r>
              <a:t>- Creazione ordini comunicando con User e Product Service</a:t>
            </a:r>
          </a:p>
          <a:p>
            <a:r>
              <a:t>- Usa Feign Client per semplificare le chiamate REST</a:t>
            </a:r>
          </a:p>
          <a:p>
            <a:endParaRPr/>
          </a:p>
          <a:p>
            <a:r>
              <a:t>**Esempio Feign Client:**</a:t>
            </a:r>
          </a:p>
          <a:p>
            <a:r>
              <a:t>```java</a:t>
            </a:r>
          </a:p>
          <a:p>
            <a:r>
              <a:t>@FeignClient(name = "user-service")</a:t>
            </a:r>
          </a:p>
          <a:p>
            <a:r>
              <a:t>public interface UserClient {</a:t>
            </a:r>
          </a:p>
          <a:p>
            <a:r>
              <a:t>    @GetMapping("/users/{email}")</a:t>
            </a:r>
          </a:p>
          <a:p>
            <a:r>
              <a:t>    User getUserByEmail(@PathVariable String email);</a:t>
            </a:r>
          </a:p>
          <a:p>
            <a:r>
              <a:t>}</a:t>
            </a:r>
          </a:p>
          <a:p>
            <a:r>
              <a:t>```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Comunicazione tra Microservizi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8772"/>
            <a:ext cx="8229600" cy="4707391"/>
          </a:xfrm>
        </p:spPr>
        <p:txBody>
          <a:bodyPr>
            <a:normAutofit fontScale="92500" lnSpcReduction="10000"/>
          </a:bodyPr>
          <a:lstStyle/>
          <a:p>
            <a:r>
              <a:t>**Tecnologie:**</a:t>
            </a:r>
          </a:p>
          <a:p>
            <a:r>
              <a:t>- **REST API con Feign Client** → Semplifica le chiamate tra servizi</a:t>
            </a:r>
          </a:p>
          <a:p>
            <a:r>
              <a:t>- **Eureka Server** → Service Discovery</a:t>
            </a:r>
          </a:p>
          <a:p>
            <a:endParaRPr/>
          </a:p>
          <a:p>
            <a:r>
              <a:t>**Diagramma:**</a:t>
            </a:r>
          </a:p>
          <a:p>
            <a:r>
              <a:t>[Order Service] → Feign → [User Service]</a:t>
            </a:r>
          </a:p>
          <a:p>
            <a:r>
              <a:t>                 ↘</a:t>
            </a:r>
          </a:p>
          <a:p>
            <a:r>
              <a:t>                  [Product Service]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con Docker Compose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37129"/>
            <a:ext cx="8229600" cy="5151891"/>
          </a:xfrm>
        </p:spPr>
        <p:txBody>
          <a:bodyPr>
            <a:normAutofit fontScale="40000" lnSpcReduction="20000"/>
          </a:bodyPr>
          <a:lstStyle/>
          <a:p>
            <a:r>
              <a:t>**Obiettivi:**</a:t>
            </a:r>
          </a:p>
          <a:p>
            <a:r>
              <a:t>- Contenere i microservizi in Docker</a:t>
            </a:r>
          </a:p>
          <a:p>
            <a:r>
              <a:t>- Facilitare l'avvio dell'intero sistema</a:t>
            </a:r>
          </a:p>
          <a:p>
            <a:endParaRPr/>
          </a:p>
          <a:p>
            <a:r>
              <a:t>**Esempio docker-compose.yml**</a:t>
            </a:r>
          </a:p>
          <a:p>
            <a:r>
              <a:t>```yaml</a:t>
            </a:r>
          </a:p>
          <a:p>
            <a:r>
              <a:t>version: '3.8'</a:t>
            </a:r>
          </a:p>
          <a:p>
            <a:r>
              <a:t>services:</a:t>
            </a:r>
          </a:p>
          <a:p>
            <a:r>
              <a:t>  user-service:</a:t>
            </a:r>
          </a:p>
          <a:p>
            <a:r>
              <a:t>    build: ./user-service</a:t>
            </a:r>
          </a:p>
          <a:p>
            <a:r>
              <a:t>    ports:</a:t>
            </a:r>
          </a:p>
          <a:p>
            <a:r>
              <a:t>      - "8081:8081"</a:t>
            </a:r>
          </a:p>
          <a:p>
            <a:r>
              <a:t>  product-service:</a:t>
            </a:r>
          </a:p>
          <a:p>
            <a:r>
              <a:t>    build: ./product-service</a:t>
            </a:r>
          </a:p>
          <a:p>
            <a:r>
              <a:t>    ports:</a:t>
            </a:r>
          </a:p>
          <a:p>
            <a:r>
              <a:t>      - "8082:8082"</a:t>
            </a:r>
          </a:p>
          <a:p>
            <a:r>
              <a:t>  order-service:</a:t>
            </a:r>
          </a:p>
          <a:p>
            <a:r>
              <a:t>    build: ./order-service</a:t>
            </a:r>
          </a:p>
          <a:p>
            <a:r>
              <a:t>    ports:</a:t>
            </a:r>
          </a:p>
          <a:p>
            <a:r>
              <a:t>      - "8083:8083"</a:t>
            </a:r>
          </a:p>
          <a:p>
            <a:r>
              <a:t>  eureka-server:</a:t>
            </a:r>
          </a:p>
          <a:p>
            <a:r>
              <a:t>    build: ./eureka-server</a:t>
            </a:r>
          </a:p>
          <a:p>
            <a:r>
              <a:t>    ports:</a:t>
            </a:r>
          </a:p>
          <a:p>
            <a:r>
              <a:t>      - "8761:8761"</a:t>
            </a:r>
          </a:p>
          <a:p>
            <a:r>
              <a:t>```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00843"/>
            <a:ext cx="8229600" cy="4825320"/>
          </a:xfrm>
        </p:spPr>
        <p:txBody>
          <a:bodyPr>
            <a:normAutofit fontScale="92500" lnSpcReduction="20000"/>
          </a:bodyPr>
          <a:lstStyle/>
          <a:p>
            <a:r>
              <a:t>**Vantaggi dell'architettura a microservizi:**</a:t>
            </a:r>
          </a:p>
          <a:p>
            <a:r>
              <a:t>- Scalabilità indipendente</a:t>
            </a:r>
          </a:p>
          <a:p>
            <a:r>
              <a:t>- Manutenibilità semplificata</a:t>
            </a:r>
          </a:p>
          <a:p>
            <a:r>
              <a:t>- Deployment autonomo per ciascun servizio</a:t>
            </a:r>
          </a:p>
          <a:p>
            <a:endParaRPr/>
          </a:p>
          <a:p>
            <a:r>
              <a:t>**Possibili miglioramenti:**</a:t>
            </a:r>
          </a:p>
          <a:p>
            <a:r>
              <a:t>- Aggiungere **Kafka/RabbitMQ** per la comunicazione asincrona</a:t>
            </a:r>
          </a:p>
          <a:p>
            <a:r>
              <a:t>- Implementare **Spring Security + JWT** per autenticazione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Presentazione su schermo (4:3)</PresentationFormat>
  <Paragraphs>0</Paragraphs>
  <Slides>10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10</vt:i4>
      </vt:variant>
    </vt:vector>
  </HeadingPairs>
  <TitlesOfParts>
    <vt:vector size="11" baseType="lpstr">
      <vt:lpstr>Office Theme</vt:lpstr>
      <vt:lpstr>Architettura a Microservizi con Spring Boot</vt:lpstr>
      <vt:lpstr>Microservizi con Spring Boot</vt:lpstr>
      <vt:lpstr>Architettura del Progetto</vt:lpstr>
      <vt:lpstr>Eureka Server (Service Discovery)</vt:lpstr>
      <vt:lpstr>User Service</vt:lpstr>
      <vt:lpstr>Product Service</vt:lpstr>
      <vt:lpstr>Order Service &amp; Feign Client</vt:lpstr>
      <vt:lpstr>Comunicazione tra Microservizi</vt:lpstr>
      <vt:lpstr>Deployment con Docker Compose</vt:lpstr>
      <vt:lpstr>Conclusioni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10</cp:revision>
  <dcterms:created xsi:type="dcterms:W3CDTF">2013-01-27T09:14:16Z</dcterms:created>
  <dcterms:modified xsi:type="dcterms:W3CDTF">2026-04-08T14:57:03Z</dcterms:modified>
  <cp:category/>
</cp:coreProperties>
</file>