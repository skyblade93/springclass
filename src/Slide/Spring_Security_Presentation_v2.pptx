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A9BAAC-774E-D3C8-54A4-C36752FDB20B}" v="3" dt="2025-03-11T08:47:37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Introduzione a Spring Security</a:t>
            </a:r>
          </a:p>
          <a:p>
            <a:r>
              <a:t>- Framework di autenticazione e autorizzazione</a:t>
            </a:r>
          </a:p>
          <a:p>
            <a:r>
              <a:t>- Protezione contro attacchi comuni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Architettura di Spring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Authentication Manager</a:t>
            </a:r>
          </a:p>
          <a:p>
            <a:r>
              <a:t>- Authorization</a:t>
            </a:r>
          </a:p>
          <a:p>
            <a:r>
              <a:t>- Filters</a:t>
            </a:r>
          </a:p>
          <a:p>
            <a:r>
              <a:t>- UserDetailsService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Configurazione con Java (Spring Boot)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1113"/>
            <a:ext cx="8229600" cy="4873602"/>
          </a:xfrm>
        </p:spPr>
        <p:txBody>
          <a:bodyPr>
            <a:normAutofit fontScale="70000" lnSpcReduction="20000"/>
          </a:bodyPr>
          <a:lstStyle/>
          <a:p>
            <a:r>
              <a:t>@Configuration</a:t>
            </a:r>
          </a:p>
          <a:p>
            <a:r>
              <a:t>@EnableWebSecurity</a:t>
            </a:r>
          </a:p>
          <a:p>
            <a:r>
              <a:t>public class SecurityConfig {</a:t>
            </a:r>
          </a:p>
          <a:p>
            <a:r>
              <a:t>    @Bean</a:t>
            </a:r>
          </a:p>
          <a:p>
            <a:r>
              <a:t>    public SecurityFilterChain securityFilterChain(HttpSecurity http) throws Exception {</a:t>
            </a:r>
          </a:p>
          <a:p>
            <a:r>
              <a:t>        http.authorizeHttpRequests(auth -&gt; auth</a:t>
            </a:r>
          </a:p>
          <a:p>
            <a:r>
              <a:t>                .requestMatchers("/admin/**").hasRole("ADMIN")</a:t>
            </a:r>
          </a:p>
          <a:p>
            <a:r>
              <a:t>                .anyRequest().authenticated())</a:t>
            </a:r>
          </a:p>
          <a:p>
            <a:r>
              <a:t>            .formLogin(Customizer.withDefaults());</a:t>
            </a:r>
          </a:p>
          <a:p>
            <a:r>
              <a:t>        return http.build();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Autenticazione in Spring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In-memory Authentication</a:t>
            </a:r>
          </a:p>
          <a:p>
            <a:r>
              <a:t>- Database Authentication</a:t>
            </a:r>
          </a:p>
          <a:p>
            <a:r>
              <a:t>- OAuth2/OpenID Connect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Esempio di autenticazione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1113"/>
            <a:ext cx="8229600" cy="4705050"/>
          </a:xfrm>
        </p:spPr>
        <p:txBody>
          <a:bodyPr>
            <a:normAutofit fontScale="85000" lnSpcReduction="10000"/>
          </a:bodyPr>
          <a:lstStyle/>
          <a:p>
            <a:r>
              <a:t>@Bean</a:t>
            </a:r>
          </a:p>
          <a:p>
            <a:r>
              <a:t>public UserDetailsService userDetailsService() {</a:t>
            </a:r>
          </a:p>
          <a:p>
            <a:r>
              <a:t>    UserDetails user = User.withDefaultPasswordEncoder()</a:t>
            </a:r>
          </a:p>
          <a:p>
            <a:r>
              <a:t>        .username("user")</a:t>
            </a:r>
          </a:p>
          <a:p>
            <a:r>
              <a:t>        .password("password")</a:t>
            </a:r>
          </a:p>
          <a:p>
            <a:r>
              <a:t>        .roles("USER")</a:t>
            </a:r>
          </a:p>
          <a:p>
            <a:r>
              <a:t>        .build();</a:t>
            </a:r>
          </a:p>
          <a:p>
            <a:r>
              <a:t>    return new InMemoryUserDetailsManager(user);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Autorizzazione in Spring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Role-based Access Control (RBAC)</a:t>
            </a:r>
          </a:p>
          <a:p>
            <a:r>
              <a:t>- Method Security con @PreAuthorize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Protezione CSRF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Cross-Site Request Forgery (CSRF) </a:t>
            </a:r>
          </a:p>
          <a:p>
            <a:r>
              <a:t>- Spring Security abilita CSRF protection di default</a:t>
            </a:r>
          </a:p>
          <a:p>
            <a:r>
              <a:t>- Per disabilitare (sconsigliato):</a:t>
            </a:r>
          </a:p>
          <a:p>
            <a:r>
              <a:t>http.csrf().disable();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OAuth2 e OpenID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Security supporta OAuth2</a:t>
            </a:r>
          </a:p>
          <a:p>
            <a:r>
              <a:t>Esempio con GitHub:</a:t>
            </a:r>
          </a:p>
          <a:p>
            <a:r>
              <a:t>http.oauth2Login().defaultSuccessUrl("/home", true);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Security fornisce un framework potente per proteggere le applicazioni Spring con autenticazione, autorizzazione e protezione avanzata.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Office Theme</vt:lpstr>
      <vt:lpstr>Spring Security</vt:lpstr>
      <vt:lpstr>Architettura di Spring Security</vt:lpstr>
      <vt:lpstr>Configurazione con Java (Spring Boot)</vt:lpstr>
      <vt:lpstr>Autenticazione in Spring Security</vt:lpstr>
      <vt:lpstr>Esempio di autenticazione</vt:lpstr>
      <vt:lpstr>Autorizzazione in Spring Security</vt:lpstr>
      <vt:lpstr>Protezione CSRF</vt:lpstr>
      <vt:lpstr>OAuth2 e OpenID Connect</vt:lpstr>
      <vt:lpstr>Conclusione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</cp:revision>
  <dcterms:created xsi:type="dcterms:W3CDTF">2013-01-27T09:14:16Z</dcterms:created>
  <dcterms:modified xsi:type="dcterms:W3CDTF">2026-03-27T16:52:03Z</dcterms:modified>
  <cp:category/>
</cp:coreProperties>
</file>