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99A5CD-27D6-4C13-81C3-17FC357475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della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Secondo livello struttura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Terzo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Sesto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Settimo livello struttura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58F8DE-9ED8-4957-952E-0C89BC147F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8E18D5-2C49-4CA2-B346-12F463ED11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8B31BC-F511-42C0-A167-0F64AC32BD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39DFA2-24F0-4093-B933-18976089AF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788731-580A-4A08-ADFD-3DAC7BB824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0933F0-9C24-4290-80F9-8D8EF4021E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214599-E9F7-4EE0-991D-27775D5B90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BEEBBD-54E9-4F3D-A5C4-7012221483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17FEDC-6030-4E73-A0C6-41FEDDE605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della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Terzo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Sesto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Settimo livello struttura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&lt;data/ora&gt;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7B8260-165F-42A2-B0C1-FAA9F4C20B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Principi SOLID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Una panoramica dei principi di progettazione software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Single Responsibility Principle (SRP)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71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Definizione: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Ogni classe dovrebbe avere una sola responsabilità.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Motivazione: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Quando una classe ha più di una responsabilità, è più difficile modificarla senza effetti collaterali.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Esempio Violazione: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Classe Order con logica per calcolare il totale e inviare email.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Esempio Conformità SRP: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Separare la logica in due classi: OrderCalculator e EmailSender.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Open/Closed Principle (OCP)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Definizione: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classi devono essere aperte per l'estensione ma chiuse per la modifica.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Motivazione: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Evitare modifiche al codice esistente per aggiungere nuove funzionalità.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Esempio Violazione: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Aggiungere funzionalità direttamente alla classe esistente.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Esempio Conformità OCP: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Utilizzare ereditarietà o polimorfismo per estendere il comportamento senza modificare il codice esistente.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Liskov Substitution Principle (LSP)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Definizione: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classi derivate devono essere intercambiabili con quelle base senza modificare il comportamento.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Motivazione: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sottoclassi devono rispettare il contratto della classe base.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Esempio Violazione: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Classe Square che modifica il comportamento di Rectangle.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Esempio Conformità LSP: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Assicurarsi che le classi derivate non cambino il comportamento della classe base.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 Interface Segregation Principle (ISP)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Definizione: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E' meglio avere molte interfacce specifiche che una sola interfaccia generale.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Motivazione: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Evitare di far implementare metodi non necessari alle classi.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Esempio Violazione: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Una singola interfaccia IWorker con metodi Work() e TakeBreak().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Esempio Conformità ISP: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Separare le interfacce in IWorkable e ITakeBreakable.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 Dependency Inversion Principle (DIP)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Definizione: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entità di alto livello non devono dipendere da quelle di basso livello, ma entrambe devono dipendere da astrazioni.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Motivazione: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Evitare che modifiche nei dettagli di basso livello impattino le classi di alto livello.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Esempio Violazione: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Una classe OrderProcessing che dipende direttamente da EmailService.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it-IT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Esempio Conformità DIP: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Utilizzare un'interfaccia IEmailService per permettere la sostituzione dell'implementazione.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Riassunto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en-US" sz="32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 principi SOLID migliorano la qualità del codice e la sua manutenibilità: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SRP: Ogni classe ha una sola responsabilità.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OCP: Estendi, non modificare.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LSP: Le sottoclassi devono essere intercambiabili.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 ISP: Usa interfacce specifiche.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 DIP: Dipendi da astrazioni, non da implementazioni concrete.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LibreOffice/25.8.4.1$Windows_X86_64 LibreOffice_project/6ab4ab096601e7cd763971a4dad5a6c7322a1a59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>Steve Canny</cp:lastModifiedBy>
  <dcterms:modified xsi:type="dcterms:W3CDTF">2025-03-03T11:39:06Z</dcterms:modified>
  <cp:revision>38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Presentazione su schermo (4:3)</vt:lpwstr>
  </property>
  <property fmtid="{D5CDD505-2E9C-101B-9397-08002B2CF9AE}" pid="3" name="Slides">
    <vt:i4>7</vt:i4>
  </property>
</Properties>
</file>