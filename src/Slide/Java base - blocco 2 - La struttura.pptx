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custom.xml" ContentType="application/vnd.openxmlformats-officedocument.custom-properties+xml"/>
  <Override PartName="/docProps/core.xml" ContentType="application/vnd.openxmlformats-package.core-properties+xml"/>
  <Override PartName="/docProps/app.xml" ContentType="application/vnd.openxmlformats-officedocument.extended-properties+xml"/>
  <Override PartName="/ppt/theme/theme1.xml" ContentType="application/vnd.openxmlformats-officedocument.theme+xml"/>
  <Override PartName="/ppt/theme/theme2.xml" ContentType="application/vnd.openxmlformats-officedocument.theme+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12.xml" ContentType="application/vnd.openxmlformats-officedocument.presentationml.slideMaster+xml"/>
  <Override PartName="/ppt/slideLayouts/slideLayout1.xml" ContentType="application/vnd.openxmlformats-officedocument.presentationml.slideLayout+xml"/>
  <Override PartName="/ppt/slideLayouts/slideLayout20.xml" ContentType="application/vnd.openxmlformats-officedocument.presentationml.slideLayout+xml"/>
  <Override PartName="/ppt/slideLayouts/slideLayout2.xml" ContentType="application/vnd.openxmlformats-officedocument.presentationml.slideLayout+xml"/>
  <Override PartName="/ppt/slideLayouts/slideLayout21.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2.xml" ContentType="application/vnd.openxmlformats-officedocument.presentationml.slideLayout+xml"/>
  <Override PartName="/ppt/presProps.xml" ContentType="application/vnd.openxmlformats-officedocument.presentationml.presProps+xml"/>
  <Override PartName="/ppt/slides/slide45.xml" ContentType="application/vnd.openxmlformats-officedocument.presentationml.slide+xml"/>
  <Override PartName="/ppt/slides/slide18.xml" ContentType="application/vnd.openxmlformats-officedocument.presentationml.slide+xml"/>
  <Override PartName="/ppt/slides/slide1.xml" ContentType="application/vnd.openxmlformats-officedocument.presentationml.slide+xml"/>
  <Override PartName="/ppt/slides/slide103.xml" ContentType="application/vnd.openxmlformats-officedocument.presentationml.slide+xml"/>
  <Override PartName="/ppt/slides/slide20.xml" ContentType="application/vnd.openxmlformats-officedocument.presentationml.slide+xml"/>
  <Override PartName="/ppt/slides/slide46.xml" ContentType="application/vnd.openxmlformats-officedocument.presentationml.slide+xml"/>
  <Override PartName="/ppt/slides/slide2.xml" ContentType="application/vnd.openxmlformats-officedocument.presentationml.slide+xml"/>
  <Override PartName="/ppt/slides/slide102.xml" ContentType="application/vnd.openxmlformats-officedocument.presentationml.slide+xml"/>
  <Override PartName="/ppt/slides/slide21.xml" ContentType="application/vnd.openxmlformats-officedocument.presentationml.slide+xml"/>
  <Override PartName="/ppt/slides/slide47.xml" ContentType="application/vnd.openxmlformats-officedocument.presentationml.slide+xml"/>
  <Override PartName="/ppt/slides/slide3.xml" ContentType="application/vnd.openxmlformats-officedocument.presentationml.slide+xml"/>
  <Override PartName="/ppt/slides/slide40.xml" ContentType="application/vnd.openxmlformats-officedocument.presentationml.slide+xml"/>
  <Override PartName="/ppt/slides/slide4.xml" ContentType="application/vnd.openxmlformats-officedocument.presentationml.slide+xml"/>
  <Override PartName="/ppt/slides/slide41.xml" ContentType="application/vnd.openxmlformats-officedocument.presentationml.slide+xml"/>
  <Override PartName="/ppt/slides/slide5.xml" ContentType="application/vnd.openxmlformats-officedocument.presentationml.slide+xml"/>
  <Override PartName="/ppt/slides/slide101.xml" ContentType="application/vnd.openxmlformats-officedocument.presentationml.slide+xml"/>
  <Override PartName="/ppt/slides/slide22.xml" ContentType="application/vnd.openxmlformats-officedocument.presentationml.slide+xml"/>
  <Override PartName="/ppt/slides/slide42.xml" ContentType="application/vnd.openxmlformats-officedocument.presentationml.slide+xml"/>
  <Override PartName="/ppt/slides/slide6.xml" ContentType="application/vnd.openxmlformats-officedocument.presentationml.slide+xml"/>
  <Override PartName="/ppt/slides/slide100.xml" ContentType="application/vnd.openxmlformats-officedocument.presentationml.slide+xml"/>
  <Override PartName="/ppt/slides/slide23.xml" ContentType="application/vnd.openxmlformats-officedocument.presentationml.slide+xml"/>
  <Override PartName="/ppt/slides/slide43.xml" ContentType="application/vnd.openxmlformats-officedocument.presentationml.slide+xml"/>
  <Override PartName="/ppt/slides/slide7.xml" ContentType="application/vnd.openxmlformats-officedocument.presentationml.slide+xml"/>
  <Override PartName="/ppt/slides/slide107.xml" ContentType="application/vnd.openxmlformats-officedocument.presentationml.slide+xml"/>
  <Override PartName="/ppt/slides/slide24.xml" ContentType="application/vnd.openxmlformats-officedocument.presentationml.slide+xml"/>
  <Override PartName="/ppt/slides/slide11.xml" ContentType="application/vnd.openxmlformats-officedocument.presentationml.slide+xml"/>
  <Override PartName="/ppt/slides/slide8.xml" ContentType="application/vnd.openxmlformats-officedocument.presentationml.slide+xml"/>
  <Override PartName="/ppt/slides/slide106.xml" ContentType="application/vnd.openxmlformats-officedocument.presentationml.slide+xml"/>
  <Override PartName="/ppt/slides/slide25.xml" ContentType="application/vnd.openxmlformats-officedocument.presentationml.slide+xml"/>
  <Override PartName="/ppt/slides/slide10.xml" ContentType="application/vnd.openxmlformats-officedocument.presentationml.slide+xml"/>
  <Override PartName="/ppt/slides/slide9.xml" ContentType="application/vnd.openxmlformats-officedocument.presentationml.slide+xml"/>
  <Override PartName="/ppt/slides/slide105.xml" ContentType="application/vnd.openxmlformats-officedocument.presentationml.slide+xml"/>
  <Override PartName="/ppt/slides/slide26.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49.xml" ContentType="application/vnd.openxmlformats-officedocument.presentationml.slide+xml"/>
  <Override PartName="/ppt/slides/slide14.xml" ContentType="application/vnd.openxmlformats-officedocument.presentationml.slide+xml"/>
  <Override PartName="/ppt/slides/slide48.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44.xml" ContentType="application/vnd.openxmlformats-officedocument.presentationml.slide+xml"/>
  <Override PartName="/ppt/slides/slide19.xml" ContentType="application/vnd.openxmlformats-officedocument.presentationml.slide+xml"/>
  <Override PartName="/ppt/slides/slide104.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64.xml" ContentType="application/vnd.openxmlformats-officedocument.presentationml.slide+xml"/>
  <Override PartName="/ppt/slides/slide3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60" r:id="rId3"/>
  </p:sld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 id="283" r:id="rId31"/>
    <p:sldId id="284" r:id="rId32"/>
    <p:sldId id="285" r:id="rId33"/>
    <p:sldId id="286" r:id="rId34"/>
    <p:sldId id="287" r:id="rId35"/>
    <p:sldId id="288" r:id="rId36"/>
    <p:sldId id="289" r:id="rId37"/>
    <p:sldId id="290" r:id="rId38"/>
    <p:sldId id="291" r:id="rId39"/>
    <p:sldId id="292" r:id="rId40"/>
    <p:sldId id="293" r:id="rId41"/>
    <p:sldId id="294" r:id="rId42"/>
    <p:sldId id="295" r:id="rId43"/>
    <p:sldId id="296" r:id="rId44"/>
    <p:sldId id="297" r:id="rId45"/>
    <p:sldId id="298" r:id="rId46"/>
    <p:sldId id="299" r:id="rId47"/>
    <p:sldId id="300" r:id="rId48"/>
    <p:sldId id="301" r:id="rId49"/>
    <p:sldId id="302" r:id="rId50"/>
    <p:sldId id="303" r:id="rId51"/>
    <p:sldId id="304" r:id="rId52"/>
    <p:sldId id="305" r:id="rId53"/>
    <p:sldId id="306" r:id="rId54"/>
    <p:sldId id="307" r:id="rId55"/>
    <p:sldId id="308" r:id="rId56"/>
    <p:sldId id="309" r:id="rId57"/>
    <p:sldId id="310" r:id="rId58"/>
    <p:sldId id="311" r:id="rId59"/>
    <p:sldId id="312" r:id="rId60"/>
    <p:sldId id="313" r:id="rId61"/>
    <p:sldId id="314" r:id="rId62"/>
    <p:sldId id="315" r:id="rId63"/>
    <p:sldId id="316" r:id="rId64"/>
    <p:sldId id="317" r:id="rId65"/>
    <p:sldId id="318" r:id="rId66"/>
    <p:sldId id="319" r:id="rId67"/>
    <p:sldId id="320" r:id="rId68"/>
    <p:sldId id="321" r:id="rId69"/>
    <p:sldId id="322" r:id="rId70"/>
    <p:sldId id="323" r:id="rId71"/>
    <p:sldId id="324" r:id="rId72"/>
    <p:sldId id="325" r:id="rId73"/>
    <p:sldId id="326" r:id="rId74"/>
    <p:sldId id="327" r:id="rId75"/>
    <p:sldId id="328" r:id="rId76"/>
    <p:sldId id="329" r:id="rId77"/>
    <p:sldId id="330" r:id="rId78"/>
    <p:sldId id="331" r:id="rId79"/>
    <p:sldId id="332" r:id="rId80"/>
    <p:sldId id="333" r:id="rId81"/>
    <p:sldId id="334" r:id="rId82"/>
    <p:sldId id="335" r:id="rId83"/>
    <p:sldId id="336" r:id="rId84"/>
    <p:sldId id="337" r:id="rId85"/>
    <p:sldId id="338" r:id="rId86"/>
    <p:sldId id="339" r:id="rId87"/>
    <p:sldId id="340" r:id="rId88"/>
    <p:sldId id="341" r:id="rId89"/>
    <p:sldId id="342" r:id="rId90"/>
    <p:sldId id="343" r:id="rId91"/>
    <p:sldId id="344" r:id="rId92"/>
    <p:sldId id="345" r:id="rId93"/>
    <p:sldId id="346" r:id="rId94"/>
    <p:sldId id="347" r:id="rId95"/>
    <p:sldId id="348" r:id="rId96"/>
    <p:sldId id="349" r:id="rId97"/>
    <p:sldId id="350" r:id="rId98"/>
    <p:sldId id="351" r:id="rId99"/>
    <p:sldId id="352" r:id="rId100"/>
    <p:sldId id="353" r:id="rId101"/>
    <p:sldId id="354" r:id="rId102"/>
    <p:sldId id="355" r:id="rId103"/>
    <p:sldId id="356" r:id="rId104"/>
    <p:sldId id="357" r:id="rId105"/>
    <p:sldId id="358" r:id="rId106"/>
    <p:sldId id="359" r:id="rId107"/>
    <p:sldId id="360" r:id="rId108"/>
    <p:sldId id="361" r:id="rId109"/>
    <p:sldId id="362" r:id="rId110"/>
    <p:sldId id="363" r:id="rId111"/>
    <p:sldId id="364" r:id="rId112"/>
    <p:sldId id="365" r:id="rId113"/>
    <p:sldId id="366" r:id="rId114"/>
    <p:sldId id="367" r:id="rId115"/>
    <p:sldId id="368" r:id="rId116"/>
    <p:sldId id="369" r:id="rId117"/>
    <p:sldId id="370" r:id="rId118"/>
    <p:sldId id="371" r:id="rId119"/>
    <p:sldId id="372" r:id="rId120"/>
  </p:sldIdLst>
  <p:sldSz cx="12192000" cy="6858000"/>
  <p:notesSz cx="7559675" cy="10691813"/>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12.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19.xml"/><Relationship Id="rId23" Type="http://schemas.openxmlformats.org/officeDocument/2006/relationships/slide" Target="slides/slide20.xml"/><Relationship Id="rId24" Type="http://schemas.openxmlformats.org/officeDocument/2006/relationships/slide" Target="slides/slide21.xml"/><Relationship Id="rId25" Type="http://schemas.openxmlformats.org/officeDocument/2006/relationships/slide" Target="slides/slide22.xml"/><Relationship Id="rId26" Type="http://schemas.openxmlformats.org/officeDocument/2006/relationships/slide" Target="slides/slide23.xml"/><Relationship Id="rId27" Type="http://schemas.openxmlformats.org/officeDocument/2006/relationships/slide" Target="slides/slide24.xml"/><Relationship Id="rId28" Type="http://schemas.openxmlformats.org/officeDocument/2006/relationships/slide" Target="slides/slide25.xml"/><Relationship Id="rId29" Type="http://schemas.openxmlformats.org/officeDocument/2006/relationships/slide" Target="slides/slide26.xml"/><Relationship Id="rId30" Type="http://schemas.openxmlformats.org/officeDocument/2006/relationships/slide" Target="slides/slide27.xml"/><Relationship Id="rId31" Type="http://schemas.openxmlformats.org/officeDocument/2006/relationships/slide" Target="slides/slide28.xml"/><Relationship Id="rId32" Type="http://schemas.openxmlformats.org/officeDocument/2006/relationships/slide" Target="slides/slide29.xml"/><Relationship Id="rId33" Type="http://schemas.openxmlformats.org/officeDocument/2006/relationships/slide" Target="slides/slide30.xml"/><Relationship Id="rId34" Type="http://schemas.openxmlformats.org/officeDocument/2006/relationships/slide" Target="slides/slide31.xml"/><Relationship Id="rId35" Type="http://schemas.openxmlformats.org/officeDocument/2006/relationships/slide" Target="slides/slide32.xml"/><Relationship Id="rId36" Type="http://schemas.openxmlformats.org/officeDocument/2006/relationships/slide" Target="slides/slide33.xml"/><Relationship Id="rId37" Type="http://schemas.openxmlformats.org/officeDocument/2006/relationships/slide" Target="slides/slide34.xml"/><Relationship Id="rId38" Type="http://schemas.openxmlformats.org/officeDocument/2006/relationships/slide" Target="slides/slide35.xml"/><Relationship Id="rId39" Type="http://schemas.openxmlformats.org/officeDocument/2006/relationships/slide" Target="slides/slide36.xml"/><Relationship Id="rId40" Type="http://schemas.openxmlformats.org/officeDocument/2006/relationships/slide" Target="slides/slide37.xml"/><Relationship Id="rId41" Type="http://schemas.openxmlformats.org/officeDocument/2006/relationships/slide" Target="slides/slide38.xml"/><Relationship Id="rId42" Type="http://schemas.openxmlformats.org/officeDocument/2006/relationships/slide" Target="slides/slide39.xml"/><Relationship Id="rId43" Type="http://schemas.openxmlformats.org/officeDocument/2006/relationships/slide" Target="slides/slide40.xml"/><Relationship Id="rId44" Type="http://schemas.openxmlformats.org/officeDocument/2006/relationships/slide" Target="slides/slide41.xml"/><Relationship Id="rId45" Type="http://schemas.openxmlformats.org/officeDocument/2006/relationships/slide" Target="slides/slide42.xml"/><Relationship Id="rId46" Type="http://schemas.openxmlformats.org/officeDocument/2006/relationships/slide" Target="slides/slide43.xml"/><Relationship Id="rId47" Type="http://schemas.openxmlformats.org/officeDocument/2006/relationships/slide" Target="slides/slide44.xml"/><Relationship Id="rId48" Type="http://schemas.openxmlformats.org/officeDocument/2006/relationships/slide" Target="slides/slide45.xml"/><Relationship Id="rId49" Type="http://schemas.openxmlformats.org/officeDocument/2006/relationships/slide" Target="slides/slide46.xml"/><Relationship Id="rId50" Type="http://schemas.openxmlformats.org/officeDocument/2006/relationships/slide" Target="slides/slide47.xml"/><Relationship Id="rId51" Type="http://schemas.openxmlformats.org/officeDocument/2006/relationships/slide" Target="slides/slide48.xml"/><Relationship Id="rId52" Type="http://schemas.openxmlformats.org/officeDocument/2006/relationships/slide" Target="slides/slide49.xml"/><Relationship Id="rId53" Type="http://schemas.openxmlformats.org/officeDocument/2006/relationships/slide" Target="slides/slide50.xml"/><Relationship Id="rId54" Type="http://schemas.openxmlformats.org/officeDocument/2006/relationships/slide" Target="slides/slide51.xml"/><Relationship Id="rId55" Type="http://schemas.openxmlformats.org/officeDocument/2006/relationships/slide" Target="slides/slide52.xml"/><Relationship Id="rId56" Type="http://schemas.openxmlformats.org/officeDocument/2006/relationships/slide" Target="slides/slide53.xml"/><Relationship Id="rId57" Type="http://schemas.openxmlformats.org/officeDocument/2006/relationships/slide" Target="slides/slide54.xml"/><Relationship Id="rId58" Type="http://schemas.openxmlformats.org/officeDocument/2006/relationships/slide" Target="slides/slide55.xml"/><Relationship Id="rId59" Type="http://schemas.openxmlformats.org/officeDocument/2006/relationships/slide" Target="slides/slide56.xml"/><Relationship Id="rId60" Type="http://schemas.openxmlformats.org/officeDocument/2006/relationships/slide" Target="slides/slide57.xml"/><Relationship Id="rId61" Type="http://schemas.openxmlformats.org/officeDocument/2006/relationships/slide" Target="slides/slide58.xml"/><Relationship Id="rId62" Type="http://schemas.openxmlformats.org/officeDocument/2006/relationships/slide" Target="slides/slide59.xml"/><Relationship Id="rId63" Type="http://schemas.openxmlformats.org/officeDocument/2006/relationships/slide" Target="slides/slide60.xml"/><Relationship Id="rId64" Type="http://schemas.openxmlformats.org/officeDocument/2006/relationships/slide" Target="slides/slide61.xml"/><Relationship Id="rId65" Type="http://schemas.openxmlformats.org/officeDocument/2006/relationships/slide" Target="slides/slide62.xml"/><Relationship Id="rId66" Type="http://schemas.openxmlformats.org/officeDocument/2006/relationships/slide" Target="slides/slide63.xml"/><Relationship Id="rId67" Type="http://schemas.openxmlformats.org/officeDocument/2006/relationships/slide" Target="slides/slide64.xml"/><Relationship Id="rId68" Type="http://schemas.openxmlformats.org/officeDocument/2006/relationships/slide" Target="slides/slide65.xml"/><Relationship Id="rId69" Type="http://schemas.openxmlformats.org/officeDocument/2006/relationships/slide" Target="slides/slide66.xml"/><Relationship Id="rId70" Type="http://schemas.openxmlformats.org/officeDocument/2006/relationships/slide" Target="slides/slide67.xml"/><Relationship Id="rId71" Type="http://schemas.openxmlformats.org/officeDocument/2006/relationships/slide" Target="slides/slide68.xml"/><Relationship Id="rId72" Type="http://schemas.openxmlformats.org/officeDocument/2006/relationships/slide" Target="slides/slide69.xml"/><Relationship Id="rId73" Type="http://schemas.openxmlformats.org/officeDocument/2006/relationships/slide" Target="slides/slide70.xml"/><Relationship Id="rId74" Type="http://schemas.openxmlformats.org/officeDocument/2006/relationships/slide" Target="slides/slide71.xml"/><Relationship Id="rId75" Type="http://schemas.openxmlformats.org/officeDocument/2006/relationships/slide" Target="slides/slide72.xml"/><Relationship Id="rId76" Type="http://schemas.openxmlformats.org/officeDocument/2006/relationships/slide" Target="slides/slide73.xml"/><Relationship Id="rId77" Type="http://schemas.openxmlformats.org/officeDocument/2006/relationships/slide" Target="slides/slide74.xml"/><Relationship Id="rId78" Type="http://schemas.openxmlformats.org/officeDocument/2006/relationships/slide" Target="slides/slide75.xml"/><Relationship Id="rId79" Type="http://schemas.openxmlformats.org/officeDocument/2006/relationships/slide" Target="slides/slide76.xml"/><Relationship Id="rId80" Type="http://schemas.openxmlformats.org/officeDocument/2006/relationships/slide" Target="slides/slide77.xml"/><Relationship Id="rId81" Type="http://schemas.openxmlformats.org/officeDocument/2006/relationships/slide" Target="slides/slide78.xml"/><Relationship Id="rId82" Type="http://schemas.openxmlformats.org/officeDocument/2006/relationships/slide" Target="slides/slide79.xml"/><Relationship Id="rId83" Type="http://schemas.openxmlformats.org/officeDocument/2006/relationships/slide" Target="slides/slide80.xml"/><Relationship Id="rId84" Type="http://schemas.openxmlformats.org/officeDocument/2006/relationships/slide" Target="slides/slide81.xml"/><Relationship Id="rId85" Type="http://schemas.openxmlformats.org/officeDocument/2006/relationships/slide" Target="slides/slide82.xml"/><Relationship Id="rId86" Type="http://schemas.openxmlformats.org/officeDocument/2006/relationships/slide" Target="slides/slide83.xml"/><Relationship Id="rId87" Type="http://schemas.openxmlformats.org/officeDocument/2006/relationships/slide" Target="slides/slide84.xml"/><Relationship Id="rId88" Type="http://schemas.openxmlformats.org/officeDocument/2006/relationships/slide" Target="slides/slide85.xml"/><Relationship Id="rId89" Type="http://schemas.openxmlformats.org/officeDocument/2006/relationships/slide" Target="slides/slide86.xml"/><Relationship Id="rId90" Type="http://schemas.openxmlformats.org/officeDocument/2006/relationships/slide" Target="slides/slide87.xml"/><Relationship Id="rId91" Type="http://schemas.openxmlformats.org/officeDocument/2006/relationships/slide" Target="slides/slide88.xml"/><Relationship Id="rId92" Type="http://schemas.openxmlformats.org/officeDocument/2006/relationships/slide" Target="slides/slide89.xml"/><Relationship Id="rId93" Type="http://schemas.openxmlformats.org/officeDocument/2006/relationships/slide" Target="slides/slide90.xml"/><Relationship Id="rId94" Type="http://schemas.openxmlformats.org/officeDocument/2006/relationships/slide" Target="slides/slide91.xml"/><Relationship Id="rId95" Type="http://schemas.openxmlformats.org/officeDocument/2006/relationships/slide" Target="slides/slide92.xml"/><Relationship Id="rId96" Type="http://schemas.openxmlformats.org/officeDocument/2006/relationships/slide" Target="slides/slide93.xml"/><Relationship Id="rId97" Type="http://schemas.openxmlformats.org/officeDocument/2006/relationships/slide" Target="slides/slide94.xml"/><Relationship Id="rId98" Type="http://schemas.openxmlformats.org/officeDocument/2006/relationships/slide" Target="slides/slide95.xml"/><Relationship Id="rId99" Type="http://schemas.openxmlformats.org/officeDocument/2006/relationships/slide" Target="slides/slide96.xml"/><Relationship Id="rId100" Type="http://schemas.openxmlformats.org/officeDocument/2006/relationships/slide" Target="slides/slide97.xml"/><Relationship Id="rId101" Type="http://schemas.openxmlformats.org/officeDocument/2006/relationships/slide" Target="slides/slide98.xml"/><Relationship Id="rId102" Type="http://schemas.openxmlformats.org/officeDocument/2006/relationships/slide" Target="slides/slide99.xml"/><Relationship Id="rId103" Type="http://schemas.openxmlformats.org/officeDocument/2006/relationships/slide" Target="slides/slide100.xml"/><Relationship Id="rId104" Type="http://schemas.openxmlformats.org/officeDocument/2006/relationships/slide" Target="slides/slide101.xml"/><Relationship Id="rId105" Type="http://schemas.openxmlformats.org/officeDocument/2006/relationships/slide" Target="slides/slide102.xml"/><Relationship Id="rId106" Type="http://schemas.openxmlformats.org/officeDocument/2006/relationships/slide" Target="slides/slide103.xml"/><Relationship Id="rId107" Type="http://schemas.openxmlformats.org/officeDocument/2006/relationships/slide" Target="slides/slide104.xml"/><Relationship Id="rId108" Type="http://schemas.openxmlformats.org/officeDocument/2006/relationships/slide" Target="slides/slide105.xml"/><Relationship Id="rId109" Type="http://schemas.openxmlformats.org/officeDocument/2006/relationships/slide" Target="slides/slide106.xml"/><Relationship Id="rId110" Type="http://schemas.openxmlformats.org/officeDocument/2006/relationships/slide" Target="slides/slide107.xml"/><Relationship Id="rId111" Type="http://schemas.openxmlformats.org/officeDocument/2006/relationships/slide" Target="slides/slide108.xml"/><Relationship Id="rId112" Type="http://schemas.openxmlformats.org/officeDocument/2006/relationships/slide" Target="slides/slide109.xml"/><Relationship Id="rId113" Type="http://schemas.openxmlformats.org/officeDocument/2006/relationships/slide" Target="slides/slide110.xml"/><Relationship Id="rId114" Type="http://schemas.openxmlformats.org/officeDocument/2006/relationships/slide" Target="slides/slide111.xml"/><Relationship Id="rId115" Type="http://schemas.openxmlformats.org/officeDocument/2006/relationships/slide" Target="slides/slide112.xml"/><Relationship Id="rId116" Type="http://schemas.openxmlformats.org/officeDocument/2006/relationships/slide" Target="slides/slide113.xml"/><Relationship Id="rId117" Type="http://schemas.openxmlformats.org/officeDocument/2006/relationships/slide" Target="slides/slide114.xml"/><Relationship Id="rId118" Type="http://schemas.openxmlformats.org/officeDocument/2006/relationships/slide" Target="slides/slide115.xml"/><Relationship Id="rId119" Type="http://schemas.openxmlformats.org/officeDocument/2006/relationships/slide" Target="slides/slide116.xml"/><Relationship Id="rId120" Type="http://schemas.openxmlformats.org/officeDocument/2006/relationships/slide" Target="slides/slide117.xml"/><Relationship Id="rId121"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2.xml"/>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12.xml"/>
</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12.xml"/>
</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12.xml"/>
</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12.xml"/>
</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12.xml"/>
</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12.xml"/>
</Relationships>
</file>

<file path=ppt/slideLayouts/_rels/slideLayout19.xml.rels><?xml version="1.0" encoding="UTF-8"?>
<Relationships xmlns="http://schemas.openxmlformats.org/package/2006/relationships"><Relationship Id="rId1" Type="http://schemas.openxmlformats.org/officeDocument/2006/relationships/slideMaster" Target="../slideMasters/slideMaster12.xml"/>
</Relationships>
</file>

<file path=ppt/slideLayouts/_rels/slideLayout20.xml.rels><?xml version="1.0" encoding="UTF-8"?>
<Relationships xmlns="http://schemas.openxmlformats.org/package/2006/relationships"><Relationship Id="rId1" Type="http://schemas.openxmlformats.org/officeDocument/2006/relationships/slideMaster" Target="../slideMasters/slideMaster12.xml"/>
</Relationships>
</file>

<file path=ppt/slideLayouts/_rels/slideLayout21.xml.rels><?xml version="1.0" encoding="UTF-8"?>
<Relationships xmlns="http://schemas.openxmlformats.org/package/2006/relationships"><Relationship Id="rId1" Type="http://schemas.openxmlformats.org/officeDocument/2006/relationships/slideMaster" Target="../slideMasters/slideMaster12.xml"/>
</Relationships>
</file>

<file path=ppt/slideLayouts/_rels/slideLayout22.xml.rels><?xml version="1.0" encoding="UTF-8"?>
<Relationships xmlns="http://schemas.openxmlformats.org/package/2006/relationships"><Relationship Id="rId1" Type="http://schemas.openxmlformats.org/officeDocument/2006/relationships/slideMaster" Target="../slideMasters/slideMaster12.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Diapositiva titolo">
    <p:bg>
      <p:bgPr>
        <a:solidFill>
          <a:srgbClr val="ffffff"/>
        </a:solidFill>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1523880" y="1122480"/>
            <a:ext cx="9143640" cy="2387160"/>
          </a:xfrm>
          <a:prstGeom prst="rect">
            <a:avLst/>
          </a:prstGeom>
          <a:noFill/>
          <a:ln w="0">
            <a:noFill/>
          </a:ln>
        </p:spPr>
        <p:txBody>
          <a:bodyPr lIns="91440" rIns="91440" tIns="45720" bIns="45720" anchor="b">
            <a:noAutofit/>
          </a:bodyPr>
          <a:p>
            <a:pPr indent="0" algn="ctr" defTabSz="914400">
              <a:lnSpc>
                <a:spcPct val="90000"/>
              </a:lnSpc>
              <a:buNone/>
            </a:pPr>
            <a:r>
              <a:rPr lang="it-IT" sz="6000" b="0" u="none" strike="noStrike">
                <a:solidFill>
                  <a:schemeClr val="dk1"/>
                </a:solidFill>
                <a:effectLst/>
                <a:uFillTx/>
                <a:latin typeface="Calibri Light"/>
              </a:rPr>
              <a:t>Fare clic per modificare lo stile del titolo</a:t>
            </a:r>
            <a:endParaRPr lang="de-DE" sz="6000" b="0" u="none" strike="noStrike">
              <a:solidFill>
                <a:schemeClr val="dk1"/>
              </a:solidFill>
              <a:effectLst/>
              <a:uFillTx/>
              <a:latin typeface="Calibri"/>
            </a:endParaRPr>
          </a:p>
        </p:txBody>
      </p:sp>
      <p:sp>
        <p:nvSpPr>
          <p:cNvPr id="3" name="PlaceHolder 2"/>
          <p:cNvSpPr>
            <a:spLocks noGrp="1"/>
          </p:cNvSpPr>
          <p:nvPr>
            <p:ph type="dt" idx="1"/>
          </p:nvPr>
        </p:nvSpPr>
        <p:spPr>
          <a:xfrm>
            <a:off x="838080" y="6356520"/>
            <a:ext cx="2742840" cy="364680"/>
          </a:xfrm>
          <a:prstGeom prst="rect">
            <a:avLst/>
          </a:prstGeom>
          <a:noFill/>
          <a:ln w="0">
            <a:noFill/>
          </a:ln>
        </p:spPr>
        <p:txBody>
          <a:bodyPr lIns="91440" rIns="91440" tIns="45720" bIns="45720" anchor="ctr">
            <a:noAutofit/>
          </a:bodyPr>
          <a:lstStyle>
            <a:lvl1pPr indent="0" defTabSz="914400">
              <a:lnSpc>
                <a:spcPct val="100000"/>
              </a:lnSpc>
              <a:buNone/>
              <a:defRPr lang="de-DE" sz="1200" b="0" u="none" strike="noStrike">
                <a:solidFill>
                  <a:schemeClr val="dk1">
                    <a:tint val="75000"/>
                  </a:schemeClr>
                </a:solidFill>
                <a:effectLst/>
                <a:uFillTx/>
                <a:latin typeface="Calibri"/>
              </a:defRPr>
            </a:lvl1pPr>
          </a:lstStyle>
          <a:p>
            <a:pPr indent="0" defTabSz="914400">
              <a:lnSpc>
                <a:spcPct val="100000"/>
              </a:lnSpc>
              <a:buNone/>
            </a:pPr>
            <a:r>
              <a:rPr lang="de-DE" sz="1200" b="0" u="none" strike="noStrike">
                <a:solidFill>
                  <a:schemeClr val="dk1">
                    <a:tint val="75000"/>
                  </a:schemeClr>
                </a:solidFill>
                <a:effectLst/>
                <a:uFillTx/>
                <a:latin typeface="Calibri"/>
              </a:rPr>
              <a:t> </a:t>
            </a:r>
            <a:endParaRPr lang="it-IT" sz="1200" b="0" u="none" strike="noStrike">
              <a:solidFill>
                <a:srgbClr val="000000"/>
              </a:solidFill>
              <a:effectLst/>
              <a:uFillTx/>
              <a:latin typeface="Times New Roman"/>
            </a:endParaRPr>
          </a:p>
        </p:txBody>
      </p:sp>
      <p:sp>
        <p:nvSpPr>
          <p:cNvPr id="4" name="PlaceHolder 3"/>
          <p:cNvSpPr>
            <a:spLocks noGrp="1"/>
          </p:cNvSpPr>
          <p:nvPr>
            <p:ph type="ftr" idx="2"/>
          </p:nvPr>
        </p:nvSpPr>
        <p:spPr>
          <a:xfrm>
            <a:off x="4038480" y="6356520"/>
            <a:ext cx="4114440" cy="364680"/>
          </a:xfrm>
          <a:prstGeom prst="rect">
            <a:avLst/>
          </a:prstGeom>
          <a:noFill/>
          <a:ln w="0">
            <a:noFill/>
          </a:ln>
        </p:spPr>
        <p:txBody>
          <a:bodyPr lIns="91440" rIns="91440" tIns="45720" bIns="45720" anchor="ctr">
            <a:noAutofit/>
          </a:bodyPr>
          <a:lstStyle>
            <a:lvl1pPr indent="0" algn="ctr">
              <a:buNone/>
              <a:defRPr lang="it-IT" sz="1400" b="0" u="none" strike="noStrike">
                <a:solidFill>
                  <a:srgbClr val="000000"/>
                </a:solidFill>
                <a:effectLst/>
                <a:uFillTx/>
                <a:latin typeface="Times New Roman"/>
              </a:defRPr>
            </a:lvl1pPr>
          </a:lstStyle>
          <a:p>
            <a:pPr indent="0" algn="ctr">
              <a:buNone/>
            </a:pPr>
            <a:r>
              <a:rPr lang="it-IT" sz="1400" b="0" u="none" strike="noStrike">
                <a:solidFill>
                  <a:srgbClr val="000000"/>
                </a:solidFill>
                <a:effectLst/>
                <a:uFillTx/>
                <a:latin typeface="Times New Roman"/>
              </a:rPr>
              <a:t> </a:t>
            </a:r>
            <a:endParaRPr lang="it-IT" sz="1400" b="0" u="none" strike="noStrike">
              <a:solidFill>
                <a:srgbClr val="000000"/>
              </a:solidFill>
              <a:effectLst/>
              <a:uFillTx/>
              <a:latin typeface="Times New Roman"/>
            </a:endParaRPr>
          </a:p>
        </p:txBody>
      </p:sp>
      <p:sp>
        <p:nvSpPr>
          <p:cNvPr id="5" name="PlaceHolder 4"/>
          <p:cNvSpPr>
            <a:spLocks noGrp="1"/>
          </p:cNvSpPr>
          <p:nvPr>
            <p:ph type="sldNum" idx="3"/>
          </p:nvPr>
        </p:nvSpPr>
        <p:spPr>
          <a:xfrm>
            <a:off x="8610480" y="6356520"/>
            <a:ext cx="2742840" cy="364680"/>
          </a:xfrm>
          <a:prstGeom prst="rect">
            <a:avLst/>
          </a:prstGeom>
          <a:noFill/>
          <a:ln w="0">
            <a:noFill/>
          </a:ln>
        </p:spPr>
        <p:txBody>
          <a:bodyPr lIns="91440" rIns="91440" tIns="45720" bIns="45720" anchor="ctr">
            <a:noAutofit/>
          </a:bodyPr>
          <a:lstStyle>
            <a:lvl1pPr indent="0" algn="r" defTabSz="914400">
              <a:lnSpc>
                <a:spcPct val="100000"/>
              </a:lnSpc>
              <a:buNone/>
              <a:defRPr lang="de-DE" sz="1200" b="0" u="none" strike="noStrike">
                <a:solidFill>
                  <a:schemeClr val="dk1">
                    <a:tint val="75000"/>
                  </a:schemeClr>
                </a:solidFill>
                <a:effectLst/>
                <a:uFillTx/>
                <a:latin typeface="Calibri"/>
              </a:defRPr>
            </a:lvl1pPr>
          </a:lstStyle>
          <a:p>
            <a:pPr indent="0" algn="r" defTabSz="914400">
              <a:lnSpc>
                <a:spcPct val="100000"/>
              </a:lnSpc>
              <a:buNone/>
            </a:pPr>
            <a:fld id="{739CE77B-2B9D-4BE2-A737-A42551B64AA5}" type="slidenum">
              <a:rPr lang="de-DE" sz="1200" b="0" u="none" strike="noStrike">
                <a:solidFill>
                  <a:schemeClr val="dk1">
                    <a:tint val="75000"/>
                  </a:schemeClr>
                </a:solidFill>
                <a:effectLst/>
                <a:uFillTx/>
                <a:latin typeface="Calibri"/>
              </a:rPr>
              <a:t>10</a:t>
            </a:fld>
            <a:endParaRPr lang="it-IT" sz="1200" b="0" u="none" strike="noStrike">
              <a:solidFill>
                <a:srgbClr val="000000"/>
              </a:solidFill>
              <a:effectLst/>
              <a:uFillTx/>
              <a:latin typeface="Times New Roman"/>
            </a:endParaRP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x" preserve="1">
  <p:cSld name="Titolo e testo verticale">
    <p:bg>
      <p:bgPr>
        <a:solidFill>
          <a:srgbClr val="ffffff"/>
        </a:solidFill>
      </p:bgPr>
    </p:bg>
    <p:spTree>
      <p:nvGrpSpPr>
        <p:cNvPr id="1" name=""/>
        <p:cNvGrpSpPr/>
        <p:nvPr/>
      </p:nvGrpSpPr>
      <p:grpSpPr>
        <a:xfrm>
          <a:off x="0" y="0"/>
          <a:ext cx="0" cy="0"/>
          <a:chOff x="0" y="0"/>
          <a:chExt cx="0" cy="0"/>
        </a:xfrm>
      </p:grpSpPr>
      <p:sp>
        <p:nvSpPr>
          <p:cNvPr id="6" name="PlaceHolder 1"/>
          <p:cNvSpPr>
            <a:spLocks noGrp="1"/>
          </p:cNvSpPr>
          <p:nvPr>
            <p:ph type="title"/>
          </p:nvPr>
        </p:nvSpPr>
        <p:spPr>
          <a:xfrm>
            <a:off x="838080" y="365040"/>
            <a:ext cx="10515240" cy="1325160"/>
          </a:xfrm>
          <a:prstGeom prst="rect">
            <a:avLst/>
          </a:prstGeom>
          <a:noFill/>
          <a:ln w="0">
            <a:noFill/>
          </a:ln>
        </p:spPr>
        <p:txBody>
          <a:bodyPr lIns="91440" rIns="91440" tIns="45720" bIns="45720" anchor="ctr">
            <a:noAutofit/>
          </a:bodyPr>
          <a:p>
            <a:pPr indent="0" defTabSz="914400">
              <a:lnSpc>
                <a:spcPct val="90000"/>
              </a:lnSpc>
              <a:buNone/>
            </a:pPr>
            <a:r>
              <a:rPr lang="it-IT" sz="4400" b="0" u="none" strike="noStrike">
                <a:solidFill>
                  <a:schemeClr val="dk1"/>
                </a:solidFill>
                <a:effectLst/>
                <a:uFillTx/>
                <a:latin typeface="Calibri Light"/>
              </a:rPr>
              <a:t>Fare clic per modificare lo stile del titolo</a:t>
            </a:r>
            <a:endParaRPr lang="de-DE" sz="4400" b="0" u="none" strike="noStrike">
              <a:solidFill>
                <a:schemeClr val="dk1"/>
              </a:solidFill>
              <a:effectLst/>
              <a:uFillTx/>
              <a:latin typeface="Calibri"/>
            </a:endParaRPr>
          </a:p>
        </p:txBody>
      </p:sp>
      <p:sp>
        <p:nvSpPr>
          <p:cNvPr id="7" name="PlaceHolder 2"/>
          <p:cNvSpPr>
            <a:spLocks noGrp="1"/>
          </p:cNvSpPr>
          <p:nvPr>
            <p:ph type="body"/>
          </p:nvPr>
        </p:nvSpPr>
        <p:spPr>
          <a:xfrm>
            <a:off x="838080" y="1825560"/>
            <a:ext cx="10515240" cy="4350960"/>
          </a:xfrm>
          <a:prstGeom prst="rect">
            <a:avLst/>
          </a:prstGeom>
          <a:noFill/>
          <a:ln w="0">
            <a:noFill/>
          </a:ln>
        </p:spPr>
        <p:txBody>
          <a:bodyPr lIns="91440" rIns="91440" tIns="45720" bIns="45720" anchor="t" vert="eaVert">
            <a:noAutofit/>
          </a:bodyPr>
          <a:p>
            <a:pPr marL="228600" indent="-228600" defTabSz="914400">
              <a:lnSpc>
                <a:spcPct val="90000"/>
              </a:lnSpc>
              <a:spcBef>
                <a:spcPts val="1001"/>
              </a:spcBef>
              <a:buClr>
                <a:srgbClr val="000000"/>
              </a:buClr>
              <a:buFont typeface="Arial"/>
              <a:buChar char="•"/>
            </a:pPr>
            <a:r>
              <a:rPr lang="it-IT" sz="2800" b="0" u="none" strike="noStrike">
                <a:solidFill>
                  <a:schemeClr val="dk1"/>
                </a:solidFill>
                <a:effectLst/>
                <a:uFillTx/>
                <a:latin typeface="Calibri"/>
              </a:rPr>
              <a:t>Fare clic per modificare stili del testo dello schema</a:t>
            </a:r>
            <a:endParaRPr lang="de-DE" sz="2800" b="0" u="none" strike="noStrike">
              <a:solidFill>
                <a:schemeClr val="dk1"/>
              </a:solidFill>
              <a:effectLst/>
              <a:uFillTx/>
              <a:latin typeface="Calibri"/>
            </a:endParaRPr>
          </a:p>
          <a:p>
            <a:pPr marL="685800" lvl="1" indent="-228600" defTabSz="914400">
              <a:lnSpc>
                <a:spcPct val="90000"/>
              </a:lnSpc>
              <a:spcBef>
                <a:spcPts val="499"/>
              </a:spcBef>
              <a:buClr>
                <a:srgbClr val="000000"/>
              </a:buClr>
              <a:buFont typeface="Arial"/>
              <a:buChar char="•"/>
            </a:pPr>
            <a:r>
              <a:rPr lang="it-IT" sz="2400" b="0" u="none" strike="noStrike">
                <a:solidFill>
                  <a:schemeClr val="dk1"/>
                </a:solidFill>
                <a:effectLst/>
                <a:uFillTx/>
                <a:latin typeface="Calibri"/>
              </a:rPr>
              <a:t>Secondo livello</a:t>
            </a:r>
            <a:endParaRPr lang="de-DE" sz="2400" b="0" u="none" strike="noStrike">
              <a:solidFill>
                <a:schemeClr val="dk1"/>
              </a:solidFill>
              <a:effectLst/>
              <a:uFillTx/>
              <a:latin typeface="Calibri"/>
            </a:endParaRPr>
          </a:p>
          <a:p>
            <a:pPr marL="1143000" lvl="2" indent="-228600" defTabSz="914400">
              <a:lnSpc>
                <a:spcPct val="90000"/>
              </a:lnSpc>
              <a:spcBef>
                <a:spcPts val="499"/>
              </a:spcBef>
              <a:buClr>
                <a:srgbClr val="000000"/>
              </a:buClr>
              <a:buFont typeface="Arial"/>
              <a:buChar char="•"/>
            </a:pPr>
            <a:r>
              <a:rPr lang="it-IT" sz="2000" b="0" u="none" strike="noStrike">
                <a:solidFill>
                  <a:schemeClr val="dk1"/>
                </a:solidFill>
                <a:effectLst/>
                <a:uFillTx/>
                <a:latin typeface="Calibri"/>
              </a:rPr>
              <a:t>Terzo livello</a:t>
            </a:r>
            <a:endParaRPr lang="de-DE" sz="2000" b="0" u="none" strike="noStrike">
              <a:solidFill>
                <a:schemeClr val="dk1"/>
              </a:solidFill>
              <a:effectLst/>
              <a:uFillTx/>
              <a:latin typeface="Calibri"/>
            </a:endParaRPr>
          </a:p>
          <a:p>
            <a:pPr marL="1600200" lvl="3" indent="-228600" defTabSz="914400">
              <a:lnSpc>
                <a:spcPct val="90000"/>
              </a:lnSpc>
              <a:spcBef>
                <a:spcPts val="499"/>
              </a:spcBef>
              <a:buClr>
                <a:srgbClr val="000000"/>
              </a:buClr>
              <a:buFont typeface="Arial"/>
              <a:buChar char="•"/>
            </a:pPr>
            <a:r>
              <a:rPr lang="it-IT" sz="1800" b="0" u="none" strike="noStrike">
                <a:solidFill>
                  <a:schemeClr val="dk1"/>
                </a:solidFill>
                <a:effectLst/>
                <a:uFillTx/>
                <a:latin typeface="Calibri"/>
              </a:rPr>
              <a:t>Quarto livello</a:t>
            </a:r>
            <a:endParaRPr lang="de-DE" sz="1800" b="0" u="none" strike="noStrike">
              <a:solidFill>
                <a:schemeClr val="dk1"/>
              </a:solidFill>
              <a:effectLst/>
              <a:uFillTx/>
              <a:latin typeface="Calibri"/>
            </a:endParaRPr>
          </a:p>
          <a:p>
            <a:pPr marL="2057400" lvl="4" indent="-228600" defTabSz="914400">
              <a:lnSpc>
                <a:spcPct val="90000"/>
              </a:lnSpc>
              <a:spcBef>
                <a:spcPts val="499"/>
              </a:spcBef>
              <a:buClr>
                <a:srgbClr val="000000"/>
              </a:buClr>
              <a:buFont typeface="Arial"/>
              <a:buChar char="•"/>
            </a:pPr>
            <a:r>
              <a:rPr lang="it-IT" sz="1800" b="0" u="none" strike="noStrike">
                <a:solidFill>
                  <a:schemeClr val="dk1"/>
                </a:solidFill>
                <a:effectLst/>
                <a:uFillTx/>
                <a:latin typeface="Calibri"/>
              </a:rPr>
              <a:t>Quinto livello</a:t>
            </a:r>
            <a:endParaRPr lang="de-DE" sz="1800" b="0" u="none" strike="noStrike">
              <a:solidFill>
                <a:schemeClr val="dk1"/>
              </a:solidFill>
              <a:effectLst/>
              <a:uFillTx/>
              <a:latin typeface="Calibri"/>
            </a:endParaRPr>
          </a:p>
        </p:txBody>
      </p:sp>
      <p:sp>
        <p:nvSpPr>
          <p:cNvPr id="8" name="PlaceHolder 3"/>
          <p:cNvSpPr>
            <a:spLocks noGrp="1"/>
          </p:cNvSpPr>
          <p:nvPr>
            <p:ph type="dt" idx="4"/>
          </p:nvPr>
        </p:nvSpPr>
        <p:spPr>
          <a:xfrm>
            <a:off x="838080" y="6356520"/>
            <a:ext cx="2742840" cy="364680"/>
          </a:xfrm>
          <a:prstGeom prst="rect">
            <a:avLst/>
          </a:prstGeom>
          <a:noFill/>
          <a:ln w="0">
            <a:noFill/>
          </a:ln>
        </p:spPr>
        <p:txBody>
          <a:bodyPr lIns="91440" rIns="91440" tIns="45720" bIns="45720" anchor="ctr">
            <a:noAutofit/>
          </a:bodyPr>
          <a:lstStyle>
            <a:lvl1pPr indent="0" defTabSz="914400">
              <a:lnSpc>
                <a:spcPct val="100000"/>
              </a:lnSpc>
              <a:buNone/>
              <a:defRPr lang="de-DE" sz="1200" b="0" u="none" strike="noStrike">
                <a:solidFill>
                  <a:schemeClr val="dk1">
                    <a:tint val="75000"/>
                  </a:schemeClr>
                </a:solidFill>
                <a:effectLst/>
                <a:uFillTx/>
                <a:latin typeface="Calibri"/>
              </a:defRPr>
            </a:lvl1pPr>
          </a:lstStyle>
          <a:p>
            <a:pPr indent="0" defTabSz="914400">
              <a:lnSpc>
                <a:spcPct val="100000"/>
              </a:lnSpc>
              <a:buNone/>
            </a:pPr>
            <a:r>
              <a:rPr lang="de-DE" sz="1200" b="0" u="none" strike="noStrike">
                <a:solidFill>
                  <a:schemeClr val="dk1">
                    <a:tint val="75000"/>
                  </a:schemeClr>
                </a:solidFill>
                <a:effectLst/>
                <a:uFillTx/>
                <a:latin typeface="Calibri"/>
              </a:rPr>
              <a:t> </a:t>
            </a:r>
            <a:endParaRPr lang="it-IT" sz="1200" b="0" u="none" strike="noStrike">
              <a:solidFill>
                <a:srgbClr val="000000"/>
              </a:solidFill>
              <a:effectLst/>
              <a:uFillTx/>
              <a:latin typeface="Times New Roman"/>
            </a:endParaRPr>
          </a:p>
        </p:txBody>
      </p:sp>
      <p:sp>
        <p:nvSpPr>
          <p:cNvPr id="9" name="PlaceHolder 4"/>
          <p:cNvSpPr>
            <a:spLocks noGrp="1"/>
          </p:cNvSpPr>
          <p:nvPr>
            <p:ph type="ftr" idx="5"/>
          </p:nvPr>
        </p:nvSpPr>
        <p:spPr>
          <a:xfrm>
            <a:off x="4038480" y="6356520"/>
            <a:ext cx="4114440" cy="364680"/>
          </a:xfrm>
          <a:prstGeom prst="rect">
            <a:avLst/>
          </a:prstGeom>
          <a:noFill/>
          <a:ln w="0">
            <a:noFill/>
          </a:ln>
        </p:spPr>
        <p:txBody>
          <a:bodyPr lIns="91440" rIns="91440" tIns="45720" bIns="45720" anchor="ctr">
            <a:noAutofit/>
          </a:bodyPr>
          <a:lstStyle>
            <a:lvl1pPr indent="0" algn="ctr">
              <a:buNone/>
              <a:defRPr lang="it-IT" sz="1400" b="0" u="none" strike="noStrike">
                <a:solidFill>
                  <a:srgbClr val="000000"/>
                </a:solidFill>
                <a:effectLst/>
                <a:uFillTx/>
                <a:latin typeface="Times New Roman"/>
              </a:defRPr>
            </a:lvl1pPr>
          </a:lstStyle>
          <a:p>
            <a:pPr indent="0" algn="ctr">
              <a:buNone/>
            </a:pPr>
            <a:r>
              <a:rPr lang="it-IT" sz="1400" b="0" u="none" strike="noStrike">
                <a:solidFill>
                  <a:srgbClr val="000000"/>
                </a:solidFill>
                <a:effectLst/>
                <a:uFillTx/>
                <a:latin typeface="Times New Roman"/>
              </a:rPr>
              <a:t> </a:t>
            </a:r>
            <a:endParaRPr lang="it-IT" sz="1400" b="0" u="none" strike="noStrike">
              <a:solidFill>
                <a:srgbClr val="000000"/>
              </a:solidFill>
              <a:effectLst/>
              <a:uFillTx/>
              <a:latin typeface="Times New Roman"/>
            </a:endParaRPr>
          </a:p>
        </p:txBody>
      </p:sp>
      <p:sp>
        <p:nvSpPr>
          <p:cNvPr id="10" name="PlaceHolder 5"/>
          <p:cNvSpPr>
            <a:spLocks noGrp="1"/>
          </p:cNvSpPr>
          <p:nvPr>
            <p:ph type="sldNum" idx="6"/>
          </p:nvPr>
        </p:nvSpPr>
        <p:spPr>
          <a:xfrm>
            <a:off x="8610480" y="6356520"/>
            <a:ext cx="2742840" cy="364680"/>
          </a:xfrm>
          <a:prstGeom prst="rect">
            <a:avLst/>
          </a:prstGeom>
          <a:noFill/>
          <a:ln w="0">
            <a:noFill/>
          </a:ln>
        </p:spPr>
        <p:txBody>
          <a:bodyPr lIns="91440" rIns="91440" tIns="45720" bIns="45720" anchor="ctr">
            <a:noAutofit/>
          </a:bodyPr>
          <a:lstStyle>
            <a:lvl1pPr indent="0" algn="r" defTabSz="914400">
              <a:lnSpc>
                <a:spcPct val="100000"/>
              </a:lnSpc>
              <a:buNone/>
              <a:defRPr lang="de-DE" sz="1200" b="0" u="none" strike="noStrike">
                <a:solidFill>
                  <a:schemeClr val="dk1">
                    <a:tint val="75000"/>
                  </a:schemeClr>
                </a:solidFill>
                <a:effectLst/>
                <a:uFillTx/>
                <a:latin typeface="Calibri"/>
              </a:defRPr>
            </a:lvl1pPr>
          </a:lstStyle>
          <a:p>
            <a:pPr indent="0" algn="r" defTabSz="914400">
              <a:lnSpc>
                <a:spcPct val="100000"/>
              </a:lnSpc>
              <a:buNone/>
            </a:pPr>
            <a:fld id="{29F4A01E-9DED-4CEA-8C9C-3480774548F5}" type="slidenum">
              <a:rPr lang="de-DE" sz="1200" b="0" u="none" strike="noStrike">
                <a:solidFill>
                  <a:schemeClr val="dk1">
                    <a:tint val="75000"/>
                  </a:schemeClr>
                </a:solidFill>
                <a:effectLst/>
                <a:uFillTx/>
                <a:latin typeface="Calibri"/>
              </a:rPr>
              <a:t>10</a:t>
            </a:fld>
            <a:endParaRPr lang="it-IT" sz="1200" b="0" u="none" strike="noStrike">
              <a:solidFill>
                <a:srgbClr val="000000"/>
              </a:solidFill>
              <a:effectLst/>
              <a:uFillTx/>
              <a:latin typeface="Times New Roman"/>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itleAndTx" preserve="1">
  <p:cSld name="Predefinito">
    <p:bg>
      <p:bgPr>
        <a:solidFill>
          <a:srgbClr val="ffffff"/>
        </a:solidFill>
      </p:bgPr>
    </p:bg>
    <p:spTree>
      <p:nvGrpSpPr>
        <p:cNvPr id="1" name=""/>
        <p:cNvGrpSpPr/>
        <p:nvPr/>
      </p:nvGrpSpPr>
      <p:grpSpPr>
        <a:xfrm>
          <a:off x="0" y="0"/>
          <a:ext cx="0" cy="0"/>
          <a:chOff x="0" y="0"/>
          <a:chExt cx="0" cy="0"/>
        </a:xfrm>
      </p:grpSpPr>
      <p:sp>
        <p:nvSpPr>
          <p:cNvPr id="11" name="PlaceHolder 1"/>
          <p:cNvSpPr>
            <a:spLocks noGrp="1"/>
          </p:cNvSpPr>
          <p:nvPr>
            <p:ph type="title"/>
          </p:nvPr>
        </p:nvSpPr>
        <p:spPr>
          <a:xfrm>
            <a:off x="8724960" y="365040"/>
            <a:ext cx="2628720" cy="5811480"/>
          </a:xfrm>
          <a:prstGeom prst="rect">
            <a:avLst/>
          </a:prstGeom>
          <a:noFill/>
          <a:ln w="0">
            <a:noFill/>
          </a:ln>
        </p:spPr>
        <p:txBody>
          <a:bodyPr lIns="91440" rIns="91440" tIns="45720" bIns="45720" anchor="ctr" vert="eaVert">
            <a:noAutofit/>
          </a:bodyPr>
          <a:p>
            <a:pPr indent="0" defTabSz="914400">
              <a:lnSpc>
                <a:spcPct val="90000"/>
              </a:lnSpc>
              <a:buNone/>
            </a:pPr>
            <a:r>
              <a:rPr lang="it-IT" sz="4400" b="0" u="none" strike="noStrike">
                <a:solidFill>
                  <a:schemeClr val="dk1"/>
                </a:solidFill>
                <a:effectLst/>
                <a:uFillTx/>
                <a:latin typeface="Calibri Light"/>
              </a:rPr>
              <a:t>Fare clic per modificare lo stile del titolo</a:t>
            </a:r>
            <a:endParaRPr lang="de-DE" sz="4400" b="0" u="none" strike="noStrike">
              <a:solidFill>
                <a:schemeClr val="dk1"/>
              </a:solidFill>
              <a:effectLst/>
              <a:uFillTx/>
              <a:latin typeface="Calibri"/>
            </a:endParaRPr>
          </a:p>
        </p:txBody>
      </p:sp>
      <p:sp>
        <p:nvSpPr>
          <p:cNvPr id="12" name="PlaceHolder 2"/>
          <p:cNvSpPr>
            <a:spLocks noGrp="1"/>
          </p:cNvSpPr>
          <p:nvPr>
            <p:ph type="body"/>
          </p:nvPr>
        </p:nvSpPr>
        <p:spPr>
          <a:xfrm>
            <a:off x="838080" y="365040"/>
            <a:ext cx="7733880" cy="5811480"/>
          </a:xfrm>
          <a:prstGeom prst="rect">
            <a:avLst/>
          </a:prstGeom>
          <a:noFill/>
          <a:ln w="0">
            <a:noFill/>
          </a:ln>
        </p:spPr>
        <p:txBody>
          <a:bodyPr lIns="91440" rIns="91440" tIns="45720" bIns="45720" anchor="t" vert="eaVert">
            <a:noAutofit/>
          </a:bodyPr>
          <a:p>
            <a:pPr marL="228600" indent="-228600" defTabSz="914400">
              <a:lnSpc>
                <a:spcPct val="90000"/>
              </a:lnSpc>
              <a:spcBef>
                <a:spcPts val="1001"/>
              </a:spcBef>
              <a:buClr>
                <a:srgbClr val="000000"/>
              </a:buClr>
              <a:buFont typeface="Arial"/>
              <a:buChar char="•"/>
            </a:pPr>
            <a:r>
              <a:rPr lang="it-IT" sz="2800" b="0" u="none" strike="noStrike">
                <a:solidFill>
                  <a:schemeClr val="dk1"/>
                </a:solidFill>
                <a:effectLst/>
                <a:uFillTx/>
                <a:latin typeface="Calibri"/>
              </a:rPr>
              <a:t>Fare clic per modificare stili del testo dello schema</a:t>
            </a:r>
            <a:endParaRPr lang="de-DE" sz="2800" b="0" u="none" strike="noStrike">
              <a:solidFill>
                <a:schemeClr val="dk1"/>
              </a:solidFill>
              <a:effectLst/>
              <a:uFillTx/>
              <a:latin typeface="Calibri"/>
            </a:endParaRPr>
          </a:p>
          <a:p>
            <a:pPr marL="685800" lvl="1" indent="-228600" defTabSz="914400">
              <a:lnSpc>
                <a:spcPct val="90000"/>
              </a:lnSpc>
              <a:spcBef>
                <a:spcPts val="499"/>
              </a:spcBef>
              <a:buClr>
                <a:srgbClr val="000000"/>
              </a:buClr>
              <a:buFont typeface="Arial"/>
              <a:buChar char="•"/>
            </a:pPr>
            <a:r>
              <a:rPr lang="it-IT" sz="2400" b="0" u="none" strike="noStrike">
                <a:solidFill>
                  <a:schemeClr val="dk1"/>
                </a:solidFill>
                <a:effectLst/>
                <a:uFillTx/>
                <a:latin typeface="Calibri"/>
              </a:rPr>
              <a:t>Secondo livello</a:t>
            </a:r>
            <a:endParaRPr lang="de-DE" sz="2400" b="0" u="none" strike="noStrike">
              <a:solidFill>
                <a:schemeClr val="dk1"/>
              </a:solidFill>
              <a:effectLst/>
              <a:uFillTx/>
              <a:latin typeface="Calibri"/>
            </a:endParaRPr>
          </a:p>
          <a:p>
            <a:pPr marL="1143000" lvl="2" indent="-228600" defTabSz="914400">
              <a:lnSpc>
                <a:spcPct val="90000"/>
              </a:lnSpc>
              <a:spcBef>
                <a:spcPts val="499"/>
              </a:spcBef>
              <a:buClr>
                <a:srgbClr val="000000"/>
              </a:buClr>
              <a:buFont typeface="Arial"/>
              <a:buChar char="•"/>
            </a:pPr>
            <a:r>
              <a:rPr lang="it-IT" sz="2000" b="0" u="none" strike="noStrike">
                <a:solidFill>
                  <a:schemeClr val="dk1"/>
                </a:solidFill>
                <a:effectLst/>
                <a:uFillTx/>
                <a:latin typeface="Calibri"/>
              </a:rPr>
              <a:t>Terzo livello</a:t>
            </a:r>
            <a:endParaRPr lang="de-DE" sz="2000" b="0" u="none" strike="noStrike">
              <a:solidFill>
                <a:schemeClr val="dk1"/>
              </a:solidFill>
              <a:effectLst/>
              <a:uFillTx/>
              <a:latin typeface="Calibri"/>
            </a:endParaRPr>
          </a:p>
          <a:p>
            <a:pPr marL="1600200" lvl="3" indent="-228600" defTabSz="914400">
              <a:lnSpc>
                <a:spcPct val="90000"/>
              </a:lnSpc>
              <a:spcBef>
                <a:spcPts val="499"/>
              </a:spcBef>
              <a:buClr>
                <a:srgbClr val="000000"/>
              </a:buClr>
              <a:buFont typeface="Arial"/>
              <a:buChar char="•"/>
            </a:pPr>
            <a:r>
              <a:rPr lang="it-IT" sz="1800" b="0" u="none" strike="noStrike">
                <a:solidFill>
                  <a:schemeClr val="dk1"/>
                </a:solidFill>
                <a:effectLst/>
                <a:uFillTx/>
                <a:latin typeface="Calibri"/>
              </a:rPr>
              <a:t>Quarto livello</a:t>
            </a:r>
            <a:endParaRPr lang="de-DE" sz="1800" b="0" u="none" strike="noStrike">
              <a:solidFill>
                <a:schemeClr val="dk1"/>
              </a:solidFill>
              <a:effectLst/>
              <a:uFillTx/>
              <a:latin typeface="Calibri"/>
            </a:endParaRPr>
          </a:p>
          <a:p>
            <a:pPr marL="2057400" lvl="4" indent="-228600" defTabSz="914400">
              <a:lnSpc>
                <a:spcPct val="90000"/>
              </a:lnSpc>
              <a:spcBef>
                <a:spcPts val="499"/>
              </a:spcBef>
              <a:buClr>
                <a:srgbClr val="000000"/>
              </a:buClr>
              <a:buFont typeface="Arial"/>
              <a:buChar char="•"/>
            </a:pPr>
            <a:r>
              <a:rPr lang="it-IT" sz="1800" b="0" u="none" strike="noStrike">
                <a:solidFill>
                  <a:schemeClr val="dk1"/>
                </a:solidFill>
                <a:effectLst/>
                <a:uFillTx/>
                <a:latin typeface="Calibri"/>
              </a:rPr>
              <a:t>Quinto livello</a:t>
            </a:r>
            <a:endParaRPr lang="de-DE" sz="1800" b="0" u="none" strike="noStrike">
              <a:solidFill>
                <a:schemeClr val="dk1"/>
              </a:solidFill>
              <a:effectLst/>
              <a:uFillTx/>
              <a:latin typeface="Calibri"/>
            </a:endParaRPr>
          </a:p>
        </p:txBody>
      </p:sp>
      <p:sp>
        <p:nvSpPr>
          <p:cNvPr id="13" name="PlaceHolder 3"/>
          <p:cNvSpPr>
            <a:spLocks noGrp="1"/>
          </p:cNvSpPr>
          <p:nvPr>
            <p:ph type="dt" idx="7"/>
          </p:nvPr>
        </p:nvSpPr>
        <p:spPr>
          <a:xfrm>
            <a:off x="838080" y="6356520"/>
            <a:ext cx="2742840" cy="364680"/>
          </a:xfrm>
          <a:prstGeom prst="rect">
            <a:avLst/>
          </a:prstGeom>
          <a:noFill/>
          <a:ln w="0">
            <a:noFill/>
          </a:ln>
        </p:spPr>
        <p:txBody>
          <a:bodyPr lIns="91440" rIns="91440" tIns="45720" bIns="45720" anchor="ctr">
            <a:noAutofit/>
          </a:bodyPr>
          <a:lstStyle>
            <a:lvl1pPr indent="0" defTabSz="914400">
              <a:lnSpc>
                <a:spcPct val="100000"/>
              </a:lnSpc>
              <a:buNone/>
              <a:defRPr lang="de-DE" sz="1200" b="0" u="none" strike="noStrike">
                <a:solidFill>
                  <a:schemeClr val="dk1">
                    <a:tint val="75000"/>
                  </a:schemeClr>
                </a:solidFill>
                <a:effectLst/>
                <a:uFillTx/>
                <a:latin typeface="Calibri"/>
              </a:defRPr>
            </a:lvl1pPr>
          </a:lstStyle>
          <a:p>
            <a:pPr indent="0" defTabSz="914400">
              <a:lnSpc>
                <a:spcPct val="100000"/>
              </a:lnSpc>
              <a:buNone/>
            </a:pPr>
            <a:r>
              <a:rPr lang="de-DE" sz="1200" b="0" u="none" strike="noStrike">
                <a:solidFill>
                  <a:schemeClr val="dk1">
                    <a:tint val="75000"/>
                  </a:schemeClr>
                </a:solidFill>
                <a:effectLst/>
                <a:uFillTx/>
                <a:latin typeface="Calibri"/>
              </a:rPr>
              <a:t> </a:t>
            </a:r>
            <a:endParaRPr lang="it-IT" sz="1200" b="0" u="none" strike="noStrike">
              <a:solidFill>
                <a:srgbClr val="000000"/>
              </a:solidFill>
              <a:effectLst/>
              <a:uFillTx/>
              <a:latin typeface="Times New Roman"/>
            </a:endParaRPr>
          </a:p>
        </p:txBody>
      </p:sp>
      <p:sp>
        <p:nvSpPr>
          <p:cNvPr id="14" name="PlaceHolder 4"/>
          <p:cNvSpPr>
            <a:spLocks noGrp="1"/>
          </p:cNvSpPr>
          <p:nvPr>
            <p:ph type="ftr" idx="8"/>
          </p:nvPr>
        </p:nvSpPr>
        <p:spPr>
          <a:xfrm>
            <a:off x="4038480" y="6356520"/>
            <a:ext cx="4114440" cy="364680"/>
          </a:xfrm>
          <a:prstGeom prst="rect">
            <a:avLst/>
          </a:prstGeom>
          <a:noFill/>
          <a:ln w="0">
            <a:noFill/>
          </a:ln>
        </p:spPr>
        <p:txBody>
          <a:bodyPr lIns="91440" rIns="91440" tIns="45720" bIns="45720" anchor="ctr">
            <a:noAutofit/>
          </a:bodyPr>
          <a:lstStyle>
            <a:lvl1pPr indent="0" algn="ctr">
              <a:buNone/>
              <a:defRPr lang="it-IT" sz="1400" b="0" u="none" strike="noStrike">
                <a:solidFill>
                  <a:srgbClr val="000000"/>
                </a:solidFill>
                <a:effectLst/>
                <a:uFillTx/>
                <a:latin typeface="Times New Roman"/>
              </a:defRPr>
            </a:lvl1pPr>
          </a:lstStyle>
          <a:p>
            <a:pPr indent="0" algn="ctr">
              <a:buNone/>
            </a:pPr>
            <a:r>
              <a:rPr lang="it-IT" sz="1400" b="0" u="none" strike="noStrike">
                <a:solidFill>
                  <a:srgbClr val="000000"/>
                </a:solidFill>
                <a:effectLst/>
                <a:uFillTx/>
                <a:latin typeface="Times New Roman"/>
              </a:rPr>
              <a:t> </a:t>
            </a:r>
            <a:endParaRPr lang="it-IT" sz="1400" b="0" u="none" strike="noStrike">
              <a:solidFill>
                <a:srgbClr val="000000"/>
              </a:solidFill>
              <a:effectLst/>
              <a:uFillTx/>
              <a:latin typeface="Times New Roman"/>
            </a:endParaRPr>
          </a:p>
        </p:txBody>
      </p:sp>
      <p:sp>
        <p:nvSpPr>
          <p:cNvPr id="15" name="PlaceHolder 5"/>
          <p:cNvSpPr>
            <a:spLocks noGrp="1"/>
          </p:cNvSpPr>
          <p:nvPr>
            <p:ph type="sldNum" idx="9"/>
          </p:nvPr>
        </p:nvSpPr>
        <p:spPr>
          <a:xfrm>
            <a:off x="8610480" y="6356520"/>
            <a:ext cx="2742840" cy="364680"/>
          </a:xfrm>
          <a:prstGeom prst="rect">
            <a:avLst/>
          </a:prstGeom>
          <a:noFill/>
          <a:ln w="0">
            <a:noFill/>
          </a:ln>
        </p:spPr>
        <p:txBody>
          <a:bodyPr lIns="91440" rIns="91440" tIns="45720" bIns="45720" anchor="ctr">
            <a:noAutofit/>
          </a:bodyPr>
          <a:lstStyle>
            <a:lvl1pPr indent="0" algn="r" defTabSz="914400">
              <a:lnSpc>
                <a:spcPct val="100000"/>
              </a:lnSpc>
              <a:buNone/>
              <a:defRPr lang="de-DE" sz="1200" b="0" u="none" strike="noStrike">
                <a:solidFill>
                  <a:schemeClr val="dk1">
                    <a:tint val="75000"/>
                  </a:schemeClr>
                </a:solidFill>
                <a:effectLst/>
                <a:uFillTx/>
                <a:latin typeface="Calibri"/>
              </a:defRPr>
            </a:lvl1pPr>
          </a:lstStyle>
          <a:p>
            <a:pPr indent="0" algn="r" defTabSz="914400">
              <a:lnSpc>
                <a:spcPct val="100000"/>
              </a:lnSpc>
              <a:buNone/>
            </a:pPr>
            <a:fld id="{49A6AD3F-E470-450B-BC2F-06748F3912B1}" type="slidenum">
              <a:rPr lang="de-DE" sz="1200" b="0" u="none" strike="noStrike">
                <a:solidFill>
                  <a:schemeClr val="dk1">
                    <a:tint val="75000"/>
                  </a:schemeClr>
                </a:solidFill>
                <a:effectLst/>
                <a:uFillTx/>
                <a:latin typeface="Calibri"/>
              </a:rPr>
              <a:t>10</a:t>
            </a:fld>
            <a:endParaRPr lang="it-IT" sz="1200" b="0" u="none" strike="noStrike">
              <a:solidFill>
                <a:srgbClr val="000000"/>
              </a:solidFill>
              <a:effectLst/>
              <a:uFillTx/>
              <a:latin typeface="Times New Roman"/>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olo e contenuto">
    <p:bg>
      <p:bgPr>
        <a:solidFill>
          <a:srgbClr val="ffffff"/>
        </a:solidFill>
      </p:bgPr>
    </p:bg>
    <p:spTree>
      <p:nvGrpSpPr>
        <p:cNvPr id="1" name=""/>
        <p:cNvGrpSpPr/>
        <p:nvPr/>
      </p:nvGrpSpPr>
      <p:grpSpPr>
        <a:xfrm>
          <a:off x="0" y="0"/>
          <a:ext cx="0" cy="0"/>
          <a:chOff x="0" y="0"/>
          <a:chExt cx="0" cy="0"/>
        </a:xfrm>
      </p:grpSpPr>
      <p:sp>
        <p:nvSpPr>
          <p:cNvPr id="16" name="PlaceHolder 1"/>
          <p:cNvSpPr>
            <a:spLocks noGrp="1"/>
          </p:cNvSpPr>
          <p:nvPr>
            <p:ph type="title"/>
          </p:nvPr>
        </p:nvSpPr>
        <p:spPr>
          <a:xfrm>
            <a:off x="838080" y="365040"/>
            <a:ext cx="10515240" cy="1325160"/>
          </a:xfrm>
          <a:prstGeom prst="rect">
            <a:avLst/>
          </a:prstGeom>
          <a:noFill/>
          <a:ln w="0">
            <a:noFill/>
          </a:ln>
        </p:spPr>
        <p:txBody>
          <a:bodyPr lIns="91440" rIns="91440" tIns="45720" bIns="45720" anchor="ctr">
            <a:noAutofit/>
          </a:bodyPr>
          <a:p>
            <a:pPr indent="0" defTabSz="914400">
              <a:lnSpc>
                <a:spcPct val="90000"/>
              </a:lnSpc>
              <a:buNone/>
            </a:pPr>
            <a:r>
              <a:rPr lang="it-IT" sz="4400" b="0" u="none" strike="noStrike">
                <a:solidFill>
                  <a:schemeClr val="dk1"/>
                </a:solidFill>
                <a:effectLst/>
                <a:uFillTx/>
                <a:latin typeface="Calibri Light"/>
              </a:rPr>
              <a:t>Fare clic per modificare lo stile del titolo</a:t>
            </a:r>
            <a:endParaRPr lang="de-DE" sz="4400" b="0" u="none" strike="noStrike">
              <a:solidFill>
                <a:schemeClr val="dk1"/>
              </a:solidFill>
              <a:effectLst/>
              <a:uFillTx/>
              <a:latin typeface="Calibri"/>
            </a:endParaRPr>
          </a:p>
        </p:txBody>
      </p:sp>
      <p:sp>
        <p:nvSpPr>
          <p:cNvPr id="17" name="PlaceHolder 2"/>
          <p:cNvSpPr>
            <a:spLocks noGrp="1"/>
          </p:cNvSpPr>
          <p:nvPr>
            <p:ph type="body"/>
          </p:nvPr>
        </p:nvSpPr>
        <p:spPr>
          <a:xfrm>
            <a:off x="838080" y="1825560"/>
            <a:ext cx="10515240" cy="435096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000000"/>
              </a:buClr>
              <a:buFont typeface="Arial"/>
              <a:buChar char="•"/>
            </a:pPr>
            <a:r>
              <a:rPr lang="it-IT" sz="2800" b="0" u="none" strike="noStrike">
                <a:solidFill>
                  <a:schemeClr val="dk1"/>
                </a:solidFill>
                <a:effectLst/>
                <a:uFillTx/>
                <a:latin typeface="Calibri"/>
              </a:rPr>
              <a:t>Fare clic per modificare stili del testo dello schema</a:t>
            </a:r>
            <a:endParaRPr lang="de-DE" sz="2800" b="0" u="none" strike="noStrike">
              <a:solidFill>
                <a:schemeClr val="dk1"/>
              </a:solidFill>
              <a:effectLst/>
              <a:uFillTx/>
              <a:latin typeface="Calibri"/>
            </a:endParaRPr>
          </a:p>
          <a:p>
            <a:pPr marL="685800" lvl="1" indent="-228600" defTabSz="914400">
              <a:lnSpc>
                <a:spcPct val="90000"/>
              </a:lnSpc>
              <a:spcBef>
                <a:spcPts val="499"/>
              </a:spcBef>
              <a:buClr>
                <a:srgbClr val="000000"/>
              </a:buClr>
              <a:buFont typeface="Arial"/>
              <a:buChar char="•"/>
            </a:pPr>
            <a:r>
              <a:rPr lang="it-IT" sz="2400" b="0" u="none" strike="noStrike">
                <a:solidFill>
                  <a:schemeClr val="dk1"/>
                </a:solidFill>
                <a:effectLst/>
                <a:uFillTx/>
                <a:latin typeface="Calibri"/>
              </a:rPr>
              <a:t>Secondo livello</a:t>
            </a:r>
            <a:endParaRPr lang="de-DE" sz="2400" b="0" u="none" strike="noStrike">
              <a:solidFill>
                <a:schemeClr val="dk1"/>
              </a:solidFill>
              <a:effectLst/>
              <a:uFillTx/>
              <a:latin typeface="Calibri"/>
            </a:endParaRPr>
          </a:p>
          <a:p>
            <a:pPr marL="1143000" lvl="2" indent="-228600" defTabSz="914400">
              <a:lnSpc>
                <a:spcPct val="90000"/>
              </a:lnSpc>
              <a:spcBef>
                <a:spcPts val="499"/>
              </a:spcBef>
              <a:buClr>
                <a:srgbClr val="000000"/>
              </a:buClr>
              <a:buFont typeface="Arial"/>
              <a:buChar char="•"/>
            </a:pPr>
            <a:r>
              <a:rPr lang="it-IT" sz="2000" b="0" u="none" strike="noStrike">
                <a:solidFill>
                  <a:schemeClr val="dk1"/>
                </a:solidFill>
                <a:effectLst/>
                <a:uFillTx/>
                <a:latin typeface="Calibri"/>
              </a:rPr>
              <a:t>Terzo livello</a:t>
            </a:r>
            <a:endParaRPr lang="de-DE" sz="2000" b="0" u="none" strike="noStrike">
              <a:solidFill>
                <a:schemeClr val="dk1"/>
              </a:solidFill>
              <a:effectLst/>
              <a:uFillTx/>
              <a:latin typeface="Calibri"/>
            </a:endParaRPr>
          </a:p>
          <a:p>
            <a:pPr marL="1600200" lvl="3" indent="-228600" defTabSz="914400">
              <a:lnSpc>
                <a:spcPct val="90000"/>
              </a:lnSpc>
              <a:spcBef>
                <a:spcPts val="499"/>
              </a:spcBef>
              <a:buClr>
                <a:srgbClr val="000000"/>
              </a:buClr>
              <a:buFont typeface="Arial"/>
              <a:buChar char="•"/>
            </a:pPr>
            <a:r>
              <a:rPr lang="it-IT" sz="1800" b="0" u="none" strike="noStrike">
                <a:solidFill>
                  <a:schemeClr val="dk1"/>
                </a:solidFill>
                <a:effectLst/>
                <a:uFillTx/>
                <a:latin typeface="Calibri"/>
              </a:rPr>
              <a:t>Quarto livello</a:t>
            </a:r>
            <a:endParaRPr lang="de-DE" sz="1800" b="0" u="none" strike="noStrike">
              <a:solidFill>
                <a:schemeClr val="dk1"/>
              </a:solidFill>
              <a:effectLst/>
              <a:uFillTx/>
              <a:latin typeface="Calibri"/>
            </a:endParaRPr>
          </a:p>
          <a:p>
            <a:pPr marL="2057400" lvl="4" indent="-228600" defTabSz="914400">
              <a:lnSpc>
                <a:spcPct val="90000"/>
              </a:lnSpc>
              <a:spcBef>
                <a:spcPts val="499"/>
              </a:spcBef>
              <a:buClr>
                <a:srgbClr val="000000"/>
              </a:buClr>
              <a:buFont typeface="Arial"/>
              <a:buChar char="•"/>
            </a:pPr>
            <a:r>
              <a:rPr lang="it-IT" sz="1800" b="0" u="none" strike="noStrike">
                <a:solidFill>
                  <a:schemeClr val="dk1"/>
                </a:solidFill>
                <a:effectLst/>
                <a:uFillTx/>
                <a:latin typeface="Calibri"/>
              </a:rPr>
              <a:t>Quinto livello</a:t>
            </a:r>
            <a:endParaRPr lang="de-DE" sz="1800" b="0" u="none" strike="noStrike">
              <a:solidFill>
                <a:schemeClr val="dk1"/>
              </a:solidFill>
              <a:effectLst/>
              <a:uFillTx/>
              <a:latin typeface="Calibri"/>
            </a:endParaRPr>
          </a:p>
        </p:txBody>
      </p:sp>
      <p:sp>
        <p:nvSpPr>
          <p:cNvPr id="18" name="PlaceHolder 3"/>
          <p:cNvSpPr>
            <a:spLocks noGrp="1"/>
          </p:cNvSpPr>
          <p:nvPr>
            <p:ph type="dt" idx="10"/>
          </p:nvPr>
        </p:nvSpPr>
        <p:spPr>
          <a:xfrm>
            <a:off x="838080" y="6356520"/>
            <a:ext cx="2742840" cy="364680"/>
          </a:xfrm>
          <a:prstGeom prst="rect">
            <a:avLst/>
          </a:prstGeom>
          <a:noFill/>
          <a:ln w="0">
            <a:noFill/>
          </a:ln>
        </p:spPr>
        <p:txBody>
          <a:bodyPr lIns="91440" rIns="91440" tIns="45720" bIns="45720" anchor="ctr">
            <a:noAutofit/>
          </a:bodyPr>
          <a:lstStyle>
            <a:lvl1pPr indent="0" defTabSz="914400">
              <a:lnSpc>
                <a:spcPct val="100000"/>
              </a:lnSpc>
              <a:buNone/>
              <a:defRPr lang="de-DE" sz="1200" b="0" u="none" strike="noStrike">
                <a:solidFill>
                  <a:schemeClr val="dk1">
                    <a:tint val="75000"/>
                  </a:schemeClr>
                </a:solidFill>
                <a:effectLst/>
                <a:uFillTx/>
                <a:latin typeface="Calibri"/>
              </a:defRPr>
            </a:lvl1pPr>
          </a:lstStyle>
          <a:p>
            <a:pPr indent="0" defTabSz="914400">
              <a:lnSpc>
                <a:spcPct val="100000"/>
              </a:lnSpc>
              <a:buNone/>
            </a:pPr>
            <a:r>
              <a:rPr lang="de-DE" sz="1200" b="0" u="none" strike="noStrike">
                <a:solidFill>
                  <a:schemeClr val="dk1">
                    <a:tint val="75000"/>
                  </a:schemeClr>
                </a:solidFill>
                <a:effectLst/>
                <a:uFillTx/>
                <a:latin typeface="Calibri"/>
              </a:rPr>
              <a:t> </a:t>
            </a:r>
            <a:endParaRPr lang="it-IT" sz="1200" b="0" u="none" strike="noStrike">
              <a:solidFill>
                <a:srgbClr val="000000"/>
              </a:solidFill>
              <a:effectLst/>
              <a:uFillTx/>
              <a:latin typeface="Times New Roman"/>
            </a:endParaRPr>
          </a:p>
        </p:txBody>
      </p:sp>
      <p:sp>
        <p:nvSpPr>
          <p:cNvPr id="19" name="PlaceHolder 4"/>
          <p:cNvSpPr>
            <a:spLocks noGrp="1"/>
          </p:cNvSpPr>
          <p:nvPr>
            <p:ph type="ftr" idx="11"/>
          </p:nvPr>
        </p:nvSpPr>
        <p:spPr>
          <a:xfrm>
            <a:off x="4038480" y="6356520"/>
            <a:ext cx="4114440" cy="364680"/>
          </a:xfrm>
          <a:prstGeom prst="rect">
            <a:avLst/>
          </a:prstGeom>
          <a:noFill/>
          <a:ln w="0">
            <a:noFill/>
          </a:ln>
        </p:spPr>
        <p:txBody>
          <a:bodyPr lIns="91440" rIns="91440" tIns="45720" bIns="45720" anchor="ctr">
            <a:noAutofit/>
          </a:bodyPr>
          <a:lstStyle>
            <a:lvl1pPr indent="0" algn="ctr">
              <a:buNone/>
              <a:defRPr lang="it-IT" sz="1400" b="0" u="none" strike="noStrike">
                <a:solidFill>
                  <a:srgbClr val="000000"/>
                </a:solidFill>
                <a:effectLst/>
                <a:uFillTx/>
                <a:latin typeface="Times New Roman"/>
              </a:defRPr>
            </a:lvl1pPr>
          </a:lstStyle>
          <a:p>
            <a:pPr indent="0" algn="ctr">
              <a:buNone/>
            </a:pPr>
            <a:r>
              <a:rPr lang="it-IT" sz="1400" b="0" u="none" strike="noStrike">
                <a:solidFill>
                  <a:srgbClr val="000000"/>
                </a:solidFill>
                <a:effectLst/>
                <a:uFillTx/>
                <a:latin typeface="Times New Roman"/>
              </a:rPr>
              <a:t> </a:t>
            </a:r>
            <a:endParaRPr lang="it-IT" sz="1400" b="0" u="none" strike="noStrike">
              <a:solidFill>
                <a:srgbClr val="000000"/>
              </a:solidFill>
              <a:effectLst/>
              <a:uFillTx/>
              <a:latin typeface="Times New Roman"/>
            </a:endParaRPr>
          </a:p>
        </p:txBody>
      </p:sp>
      <p:sp>
        <p:nvSpPr>
          <p:cNvPr id="20" name="PlaceHolder 5"/>
          <p:cNvSpPr>
            <a:spLocks noGrp="1"/>
          </p:cNvSpPr>
          <p:nvPr>
            <p:ph type="sldNum" idx="12"/>
          </p:nvPr>
        </p:nvSpPr>
        <p:spPr>
          <a:xfrm>
            <a:off x="8610480" y="6356520"/>
            <a:ext cx="2742840" cy="364680"/>
          </a:xfrm>
          <a:prstGeom prst="rect">
            <a:avLst/>
          </a:prstGeom>
          <a:noFill/>
          <a:ln w="0">
            <a:noFill/>
          </a:ln>
        </p:spPr>
        <p:txBody>
          <a:bodyPr lIns="91440" rIns="91440" tIns="45720" bIns="45720" anchor="ctr">
            <a:noAutofit/>
          </a:bodyPr>
          <a:lstStyle>
            <a:lvl1pPr indent="0" algn="r" defTabSz="914400">
              <a:lnSpc>
                <a:spcPct val="100000"/>
              </a:lnSpc>
              <a:buNone/>
              <a:defRPr lang="de-DE" sz="1200" b="0" u="none" strike="noStrike">
                <a:solidFill>
                  <a:schemeClr val="dk1">
                    <a:tint val="75000"/>
                  </a:schemeClr>
                </a:solidFill>
                <a:effectLst/>
                <a:uFillTx/>
                <a:latin typeface="Calibri"/>
              </a:defRPr>
            </a:lvl1pPr>
          </a:lstStyle>
          <a:p>
            <a:pPr indent="0" algn="r" defTabSz="914400">
              <a:lnSpc>
                <a:spcPct val="100000"/>
              </a:lnSpc>
              <a:buNone/>
            </a:pPr>
            <a:fld id="{9A0BD618-9D24-4239-A9DC-1A201DE6FFFC}" type="slidenum">
              <a:rPr lang="de-DE" sz="1200" b="0" u="none" strike="noStrike">
                <a:solidFill>
                  <a:schemeClr val="dk1">
                    <a:tint val="75000"/>
                  </a:schemeClr>
                </a:solidFill>
                <a:effectLst/>
                <a:uFillTx/>
                <a:latin typeface="Calibri"/>
              </a:rPr>
              <a:t>10</a:t>
            </a:fld>
            <a:endParaRPr lang="it-IT" sz="1200" b="0" u="none" strike="noStrike">
              <a:solidFill>
                <a:srgbClr val="000000"/>
              </a:solidFill>
              <a:effectLst/>
              <a:uFillTx/>
              <a:latin typeface="Times New Roman"/>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Intestazione sezione">
    <p:bg>
      <p:bgPr>
        <a:solidFill>
          <a:srgbClr val="ffffff"/>
        </a:solidFill>
      </p:bgPr>
    </p:bg>
    <p:spTree>
      <p:nvGrpSpPr>
        <p:cNvPr id="1" name=""/>
        <p:cNvGrpSpPr/>
        <p:nvPr/>
      </p:nvGrpSpPr>
      <p:grpSpPr>
        <a:xfrm>
          <a:off x="0" y="0"/>
          <a:ext cx="0" cy="0"/>
          <a:chOff x="0" y="0"/>
          <a:chExt cx="0" cy="0"/>
        </a:xfrm>
      </p:grpSpPr>
      <p:sp>
        <p:nvSpPr>
          <p:cNvPr id="21" name="PlaceHolder 1"/>
          <p:cNvSpPr>
            <a:spLocks noGrp="1"/>
          </p:cNvSpPr>
          <p:nvPr>
            <p:ph type="title"/>
          </p:nvPr>
        </p:nvSpPr>
        <p:spPr>
          <a:xfrm>
            <a:off x="831960" y="1709640"/>
            <a:ext cx="10515240" cy="2852280"/>
          </a:xfrm>
          <a:prstGeom prst="rect">
            <a:avLst/>
          </a:prstGeom>
          <a:noFill/>
          <a:ln w="0">
            <a:noFill/>
          </a:ln>
        </p:spPr>
        <p:txBody>
          <a:bodyPr lIns="91440" rIns="91440" tIns="45720" bIns="45720" anchor="b">
            <a:noAutofit/>
          </a:bodyPr>
          <a:p>
            <a:pPr indent="0" defTabSz="914400">
              <a:lnSpc>
                <a:spcPct val="90000"/>
              </a:lnSpc>
              <a:buNone/>
            </a:pPr>
            <a:r>
              <a:rPr lang="it-IT" sz="6000" b="0" u="none" strike="noStrike">
                <a:solidFill>
                  <a:schemeClr val="dk1"/>
                </a:solidFill>
                <a:effectLst/>
                <a:uFillTx/>
                <a:latin typeface="Calibri Light"/>
              </a:rPr>
              <a:t>Fare clic per modificare lo stile del titolo</a:t>
            </a:r>
            <a:endParaRPr lang="de-DE" sz="6000" b="0" u="none" strike="noStrike">
              <a:solidFill>
                <a:schemeClr val="dk1"/>
              </a:solidFill>
              <a:effectLst/>
              <a:uFillTx/>
              <a:latin typeface="Calibri"/>
            </a:endParaRPr>
          </a:p>
        </p:txBody>
      </p:sp>
      <p:sp>
        <p:nvSpPr>
          <p:cNvPr id="22" name="PlaceHolder 2"/>
          <p:cNvSpPr>
            <a:spLocks noGrp="1"/>
          </p:cNvSpPr>
          <p:nvPr>
            <p:ph type="body"/>
          </p:nvPr>
        </p:nvSpPr>
        <p:spPr>
          <a:xfrm>
            <a:off x="831960" y="4589640"/>
            <a:ext cx="10515240" cy="1499760"/>
          </a:xfrm>
          <a:prstGeom prst="rect">
            <a:avLst/>
          </a:prstGeom>
          <a:noFill/>
          <a:ln w="0">
            <a:noFill/>
          </a:ln>
        </p:spPr>
        <p:txBody>
          <a:bodyPr lIns="91440" rIns="91440" tIns="45720" bIns="45720" anchor="t">
            <a:noAutofit/>
          </a:bodyPr>
          <a:p>
            <a:pPr indent="0" defTabSz="914400">
              <a:lnSpc>
                <a:spcPct val="90000"/>
              </a:lnSpc>
              <a:spcBef>
                <a:spcPts val="1001"/>
              </a:spcBef>
              <a:buNone/>
              <a:tabLst>
                <a:tab algn="l" pos="0"/>
              </a:tabLst>
            </a:pPr>
            <a:r>
              <a:rPr lang="it-IT" sz="2400" b="0" u="none" strike="noStrike">
                <a:solidFill>
                  <a:schemeClr val="dk1">
                    <a:tint val="75000"/>
                  </a:schemeClr>
                </a:solidFill>
                <a:effectLst/>
                <a:uFillTx/>
                <a:latin typeface="Calibri"/>
              </a:rPr>
              <a:t>Fare clic per modificare stili del testo dello schema</a:t>
            </a:r>
            <a:endParaRPr lang="de-DE" sz="2400" b="0" u="none" strike="noStrike">
              <a:solidFill>
                <a:schemeClr val="dk1"/>
              </a:solidFill>
              <a:effectLst/>
              <a:uFillTx/>
              <a:latin typeface="Calibri"/>
            </a:endParaRPr>
          </a:p>
        </p:txBody>
      </p:sp>
      <p:sp>
        <p:nvSpPr>
          <p:cNvPr id="23" name="PlaceHolder 3"/>
          <p:cNvSpPr>
            <a:spLocks noGrp="1"/>
          </p:cNvSpPr>
          <p:nvPr>
            <p:ph type="dt" idx="13"/>
          </p:nvPr>
        </p:nvSpPr>
        <p:spPr>
          <a:xfrm>
            <a:off x="838080" y="6356520"/>
            <a:ext cx="2742840" cy="364680"/>
          </a:xfrm>
          <a:prstGeom prst="rect">
            <a:avLst/>
          </a:prstGeom>
          <a:noFill/>
          <a:ln w="0">
            <a:noFill/>
          </a:ln>
        </p:spPr>
        <p:txBody>
          <a:bodyPr lIns="91440" rIns="91440" tIns="45720" bIns="45720" anchor="ctr">
            <a:noAutofit/>
          </a:bodyPr>
          <a:lstStyle>
            <a:lvl1pPr indent="0" defTabSz="914400">
              <a:lnSpc>
                <a:spcPct val="100000"/>
              </a:lnSpc>
              <a:buNone/>
              <a:defRPr lang="de-DE" sz="1200" b="0" u="none" strike="noStrike">
                <a:solidFill>
                  <a:schemeClr val="dk1">
                    <a:tint val="75000"/>
                  </a:schemeClr>
                </a:solidFill>
                <a:effectLst/>
                <a:uFillTx/>
                <a:latin typeface="Calibri"/>
              </a:defRPr>
            </a:lvl1pPr>
          </a:lstStyle>
          <a:p>
            <a:pPr indent="0" defTabSz="914400">
              <a:lnSpc>
                <a:spcPct val="100000"/>
              </a:lnSpc>
              <a:buNone/>
            </a:pPr>
            <a:r>
              <a:rPr lang="de-DE" sz="1200" b="0" u="none" strike="noStrike">
                <a:solidFill>
                  <a:schemeClr val="dk1">
                    <a:tint val="75000"/>
                  </a:schemeClr>
                </a:solidFill>
                <a:effectLst/>
                <a:uFillTx/>
                <a:latin typeface="Calibri"/>
              </a:rPr>
              <a:t> </a:t>
            </a:r>
            <a:endParaRPr lang="it-IT" sz="1200" b="0" u="none" strike="noStrike">
              <a:solidFill>
                <a:srgbClr val="000000"/>
              </a:solidFill>
              <a:effectLst/>
              <a:uFillTx/>
              <a:latin typeface="Times New Roman"/>
            </a:endParaRPr>
          </a:p>
        </p:txBody>
      </p:sp>
      <p:sp>
        <p:nvSpPr>
          <p:cNvPr id="24" name="PlaceHolder 4"/>
          <p:cNvSpPr>
            <a:spLocks noGrp="1"/>
          </p:cNvSpPr>
          <p:nvPr>
            <p:ph type="ftr" idx="14"/>
          </p:nvPr>
        </p:nvSpPr>
        <p:spPr>
          <a:xfrm>
            <a:off x="4038480" y="6356520"/>
            <a:ext cx="4114440" cy="364680"/>
          </a:xfrm>
          <a:prstGeom prst="rect">
            <a:avLst/>
          </a:prstGeom>
          <a:noFill/>
          <a:ln w="0">
            <a:noFill/>
          </a:ln>
        </p:spPr>
        <p:txBody>
          <a:bodyPr lIns="91440" rIns="91440" tIns="45720" bIns="45720" anchor="ctr">
            <a:noAutofit/>
          </a:bodyPr>
          <a:lstStyle>
            <a:lvl1pPr indent="0" algn="ctr">
              <a:buNone/>
              <a:defRPr lang="it-IT" sz="1400" b="0" u="none" strike="noStrike">
                <a:solidFill>
                  <a:srgbClr val="000000"/>
                </a:solidFill>
                <a:effectLst/>
                <a:uFillTx/>
                <a:latin typeface="Times New Roman"/>
              </a:defRPr>
            </a:lvl1pPr>
          </a:lstStyle>
          <a:p>
            <a:pPr indent="0" algn="ctr">
              <a:buNone/>
            </a:pPr>
            <a:r>
              <a:rPr lang="it-IT" sz="1400" b="0" u="none" strike="noStrike">
                <a:solidFill>
                  <a:srgbClr val="000000"/>
                </a:solidFill>
                <a:effectLst/>
                <a:uFillTx/>
                <a:latin typeface="Times New Roman"/>
              </a:rPr>
              <a:t> </a:t>
            </a:r>
            <a:endParaRPr lang="it-IT" sz="1400" b="0" u="none" strike="noStrike">
              <a:solidFill>
                <a:srgbClr val="000000"/>
              </a:solidFill>
              <a:effectLst/>
              <a:uFillTx/>
              <a:latin typeface="Times New Roman"/>
            </a:endParaRPr>
          </a:p>
        </p:txBody>
      </p:sp>
      <p:sp>
        <p:nvSpPr>
          <p:cNvPr id="25" name="PlaceHolder 5"/>
          <p:cNvSpPr>
            <a:spLocks noGrp="1"/>
          </p:cNvSpPr>
          <p:nvPr>
            <p:ph type="sldNum" idx="15"/>
          </p:nvPr>
        </p:nvSpPr>
        <p:spPr>
          <a:xfrm>
            <a:off x="8610480" y="6356520"/>
            <a:ext cx="2742840" cy="364680"/>
          </a:xfrm>
          <a:prstGeom prst="rect">
            <a:avLst/>
          </a:prstGeom>
          <a:noFill/>
          <a:ln w="0">
            <a:noFill/>
          </a:ln>
        </p:spPr>
        <p:txBody>
          <a:bodyPr lIns="91440" rIns="91440" tIns="45720" bIns="45720" anchor="ctr">
            <a:noAutofit/>
          </a:bodyPr>
          <a:lstStyle>
            <a:lvl1pPr indent="0" algn="r" defTabSz="914400">
              <a:lnSpc>
                <a:spcPct val="100000"/>
              </a:lnSpc>
              <a:buNone/>
              <a:defRPr lang="de-DE" sz="1200" b="0" u="none" strike="noStrike">
                <a:solidFill>
                  <a:schemeClr val="dk1">
                    <a:tint val="75000"/>
                  </a:schemeClr>
                </a:solidFill>
                <a:effectLst/>
                <a:uFillTx/>
                <a:latin typeface="Calibri"/>
              </a:defRPr>
            </a:lvl1pPr>
          </a:lstStyle>
          <a:p>
            <a:pPr indent="0" algn="r" defTabSz="914400">
              <a:lnSpc>
                <a:spcPct val="100000"/>
              </a:lnSpc>
              <a:buNone/>
            </a:pPr>
            <a:fld id="{5B5954F5-F686-40D8-92B9-9D7231F64814}" type="slidenum">
              <a:rPr lang="de-DE" sz="1200" b="0" u="none" strike="noStrike">
                <a:solidFill>
                  <a:schemeClr val="dk1">
                    <a:tint val="75000"/>
                  </a:schemeClr>
                </a:solidFill>
                <a:effectLst/>
                <a:uFillTx/>
                <a:latin typeface="Calibri"/>
              </a:rPr>
              <a:t>10</a:t>
            </a:fld>
            <a:endParaRPr lang="it-IT" sz="1200" b="0" u="none" strike="noStrike">
              <a:solidFill>
                <a:srgbClr val="000000"/>
              </a:solidFill>
              <a:effectLst/>
              <a:uFillTx/>
              <a:latin typeface="Times New Roman"/>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Due contenuti">
    <p:bg>
      <p:bgPr>
        <a:solidFill>
          <a:srgbClr val="ffffff"/>
        </a:solidFill>
      </p:bgPr>
    </p:bg>
    <p:spTree>
      <p:nvGrpSpPr>
        <p:cNvPr id="1" name=""/>
        <p:cNvGrpSpPr/>
        <p:nvPr/>
      </p:nvGrpSpPr>
      <p:grpSpPr>
        <a:xfrm>
          <a:off x="0" y="0"/>
          <a:ext cx="0" cy="0"/>
          <a:chOff x="0" y="0"/>
          <a:chExt cx="0" cy="0"/>
        </a:xfrm>
      </p:grpSpPr>
      <p:sp>
        <p:nvSpPr>
          <p:cNvPr id="26" name="PlaceHolder 1"/>
          <p:cNvSpPr>
            <a:spLocks noGrp="1"/>
          </p:cNvSpPr>
          <p:nvPr>
            <p:ph type="title"/>
          </p:nvPr>
        </p:nvSpPr>
        <p:spPr>
          <a:xfrm>
            <a:off x="838080" y="365040"/>
            <a:ext cx="10515240" cy="1325160"/>
          </a:xfrm>
          <a:prstGeom prst="rect">
            <a:avLst/>
          </a:prstGeom>
          <a:noFill/>
          <a:ln w="0">
            <a:noFill/>
          </a:ln>
        </p:spPr>
        <p:txBody>
          <a:bodyPr lIns="91440" rIns="91440" tIns="45720" bIns="45720" anchor="ctr">
            <a:noAutofit/>
          </a:bodyPr>
          <a:p>
            <a:pPr indent="0" defTabSz="914400">
              <a:lnSpc>
                <a:spcPct val="90000"/>
              </a:lnSpc>
              <a:buNone/>
            </a:pPr>
            <a:r>
              <a:rPr lang="it-IT" sz="4400" b="0" u="none" strike="noStrike">
                <a:solidFill>
                  <a:schemeClr val="dk1"/>
                </a:solidFill>
                <a:effectLst/>
                <a:uFillTx/>
                <a:latin typeface="Calibri Light"/>
              </a:rPr>
              <a:t>Fare clic per modificare lo stile del titolo</a:t>
            </a:r>
            <a:endParaRPr lang="de-DE" sz="4400" b="0" u="none" strike="noStrike">
              <a:solidFill>
                <a:schemeClr val="dk1"/>
              </a:solidFill>
              <a:effectLst/>
              <a:uFillTx/>
              <a:latin typeface="Calibri"/>
            </a:endParaRPr>
          </a:p>
        </p:txBody>
      </p:sp>
      <p:sp>
        <p:nvSpPr>
          <p:cNvPr id="27" name="PlaceHolder 2"/>
          <p:cNvSpPr>
            <a:spLocks noGrp="1"/>
          </p:cNvSpPr>
          <p:nvPr>
            <p:ph type="body"/>
          </p:nvPr>
        </p:nvSpPr>
        <p:spPr>
          <a:xfrm>
            <a:off x="838080" y="1825560"/>
            <a:ext cx="5181120" cy="435096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000000"/>
              </a:buClr>
              <a:buFont typeface="Arial"/>
              <a:buChar char="•"/>
            </a:pPr>
            <a:r>
              <a:rPr lang="it-IT" sz="2800" b="0" u="none" strike="noStrike">
                <a:solidFill>
                  <a:schemeClr val="dk1"/>
                </a:solidFill>
                <a:effectLst/>
                <a:uFillTx/>
                <a:latin typeface="Calibri"/>
              </a:rPr>
              <a:t>Fare clic per modificare stili del testo dello schema</a:t>
            </a:r>
            <a:endParaRPr lang="de-DE" sz="2800" b="0" u="none" strike="noStrike">
              <a:solidFill>
                <a:schemeClr val="dk1"/>
              </a:solidFill>
              <a:effectLst/>
              <a:uFillTx/>
              <a:latin typeface="Calibri"/>
            </a:endParaRPr>
          </a:p>
          <a:p>
            <a:pPr marL="685800" lvl="1" indent="-228600" defTabSz="914400">
              <a:lnSpc>
                <a:spcPct val="90000"/>
              </a:lnSpc>
              <a:spcBef>
                <a:spcPts val="499"/>
              </a:spcBef>
              <a:buClr>
                <a:srgbClr val="000000"/>
              </a:buClr>
              <a:buFont typeface="Arial"/>
              <a:buChar char="•"/>
            </a:pPr>
            <a:r>
              <a:rPr lang="it-IT" sz="2400" b="0" u="none" strike="noStrike">
                <a:solidFill>
                  <a:schemeClr val="dk1"/>
                </a:solidFill>
                <a:effectLst/>
                <a:uFillTx/>
                <a:latin typeface="Calibri"/>
              </a:rPr>
              <a:t>Secondo livello</a:t>
            </a:r>
            <a:endParaRPr lang="de-DE" sz="2400" b="0" u="none" strike="noStrike">
              <a:solidFill>
                <a:schemeClr val="dk1"/>
              </a:solidFill>
              <a:effectLst/>
              <a:uFillTx/>
              <a:latin typeface="Calibri"/>
            </a:endParaRPr>
          </a:p>
          <a:p>
            <a:pPr marL="1143000" lvl="2" indent="-228600" defTabSz="914400">
              <a:lnSpc>
                <a:spcPct val="90000"/>
              </a:lnSpc>
              <a:spcBef>
                <a:spcPts val="499"/>
              </a:spcBef>
              <a:buClr>
                <a:srgbClr val="000000"/>
              </a:buClr>
              <a:buFont typeface="Arial"/>
              <a:buChar char="•"/>
            </a:pPr>
            <a:r>
              <a:rPr lang="it-IT" sz="2000" b="0" u="none" strike="noStrike">
                <a:solidFill>
                  <a:schemeClr val="dk1"/>
                </a:solidFill>
                <a:effectLst/>
                <a:uFillTx/>
                <a:latin typeface="Calibri"/>
              </a:rPr>
              <a:t>Terzo livello</a:t>
            </a:r>
            <a:endParaRPr lang="de-DE" sz="2000" b="0" u="none" strike="noStrike">
              <a:solidFill>
                <a:schemeClr val="dk1"/>
              </a:solidFill>
              <a:effectLst/>
              <a:uFillTx/>
              <a:latin typeface="Calibri"/>
            </a:endParaRPr>
          </a:p>
          <a:p>
            <a:pPr marL="1600200" lvl="3" indent="-228600" defTabSz="914400">
              <a:lnSpc>
                <a:spcPct val="90000"/>
              </a:lnSpc>
              <a:spcBef>
                <a:spcPts val="499"/>
              </a:spcBef>
              <a:buClr>
                <a:srgbClr val="000000"/>
              </a:buClr>
              <a:buFont typeface="Arial"/>
              <a:buChar char="•"/>
            </a:pPr>
            <a:r>
              <a:rPr lang="it-IT" sz="1800" b="0" u="none" strike="noStrike">
                <a:solidFill>
                  <a:schemeClr val="dk1"/>
                </a:solidFill>
                <a:effectLst/>
                <a:uFillTx/>
                <a:latin typeface="Calibri"/>
              </a:rPr>
              <a:t>Quarto livello</a:t>
            </a:r>
            <a:endParaRPr lang="de-DE" sz="1800" b="0" u="none" strike="noStrike">
              <a:solidFill>
                <a:schemeClr val="dk1"/>
              </a:solidFill>
              <a:effectLst/>
              <a:uFillTx/>
              <a:latin typeface="Calibri"/>
            </a:endParaRPr>
          </a:p>
          <a:p>
            <a:pPr marL="2057400" lvl="4" indent="-228600" defTabSz="914400">
              <a:lnSpc>
                <a:spcPct val="90000"/>
              </a:lnSpc>
              <a:spcBef>
                <a:spcPts val="499"/>
              </a:spcBef>
              <a:buClr>
                <a:srgbClr val="000000"/>
              </a:buClr>
              <a:buFont typeface="Arial"/>
              <a:buChar char="•"/>
            </a:pPr>
            <a:r>
              <a:rPr lang="it-IT" sz="1800" b="0" u="none" strike="noStrike">
                <a:solidFill>
                  <a:schemeClr val="dk1"/>
                </a:solidFill>
                <a:effectLst/>
                <a:uFillTx/>
                <a:latin typeface="Calibri"/>
              </a:rPr>
              <a:t>Quinto livello</a:t>
            </a:r>
            <a:endParaRPr lang="de-DE" sz="1800" b="0" u="none" strike="noStrike">
              <a:solidFill>
                <a:schemeClr val="dk1"/>
              </a:solidFill>
              <a:effectLst/>
              <a:uFillTx/>
              <a:latin typeface="Calibri"/>
            </a:endParaRPr>
          </a:p>
        </p:txBody>
      </p:sp>
      <p:sp>
        <p:nvSpPr>
          <p:cNvPr id="28" name="PlaceHolder 3"/>
          <p:cNvSpPr>
            <a:spLocks noGrp="1"/>
          </p:cNvSpPr>
          <p:nvPr>
            <p:ph type="body"/>
          </p:nvPr>
        </p:nvSpPr>
        <p:spPr>
          <a:xfrm>
            <a:off x="6172200" y="1825560"/>
            <a:ext cx="5181120" cy="435096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000000"/>
              </a:buClr>
              <a:buFont typeface="Arial"/>
              <a:buChar char="•"/>
            </a:pPr>
            <a:r>
              <a:rPr lang="it-IT" sz="2800" b="0" u="none" strike="noStrike">
                <a:solidFill>
                  <a:schemeClr val="dk1"/>
                </a:solidFill>
                <a:effectLst/>
                <a:uFillTx/>
                <a:latin typeface="Calibri"/>
              </a:rPr>
              <a:t>Fare clic per modificare stili del testo dello schema</a:t>
            </a:r>
            <a:endParaRPr lang="de-DE" sz="2800" b="0" u="none" strike="noStrike">
              <a:solidFill>
                <a:schemeClr val="dk1"/>
              </a:solidFill>
              <a:effectLst/>
              <a:uFillTx/>
              <a:latin typeface="Calibri"/>
            </a:endParaRPr>
          </a:p>
          <a:p>
            <a:pPr marL="685800" lvl="1" indent="-228600" defTabSz="914400">
              <a:lnSpc>
                <a:spcPct val="90000"/>
              </a:lnSpc>
              <a:spcBef>
                <a:spcPts val="499"/>
              </a:spcBef>
              <a:buClr>
                <a:srgbClr val="000000"/>
              </a:buClr>
              <a:buFont typeface="Arial"/>
              <a:buChar char="•"/>
            </a:pPr>
            <a:r>
              <a:rPr lang="it-IT" sz="2400" b="0" u="none" strike="noStrike">
                <a:solidFill>
                  <a:schemeClr val="dk1"/>
                </a:solidFill>
                <a:effectLst/>
                <a:uFillTx/>
                <a:latin typeface="Calibri"/>
              </a:rPr>
              <a:t>Secondo livello</a:t>
            </a:r>
            <a:endParaRPr lang="de-DE" sz="2400" b="0" u="none" strike="noStrike">
              <a:solidFill>
                <a:schemeClr val="dk1"/>
              </a:solidFill>
              <a:effectLst/>
              <a:uFillTx/>
              <a:latin typeface="Calibri"/>
            </a:endParaRPr>
          </a:p>
          <a:p>
            <a:pPr marL="1143000" lvl="2" indent="-228600" defTabSz="914400">
              <a:lnSpc>
                <a:spcPct val="90000"/>
              </a:lnSpc>
              <a:spcBef>
                <a:spcPts val="499"/>
              </a:spcBef>
              <a:buClr>
                <a:srgbClr val="000000"/>
              </a:buClr>
              <a:buFont typeface="Arial"/>
              <a:buChar char="•"/>
            </a:pPr>
            <a:r>
              <a:rPr lang="it-IT" sz="2000" b="0" u="none" strike="noStrike">
                <a:solidFill>
                  <a:schemeClr val="dk1"/>
                </a:solidFill>
                <a:effectLst/>
                <a:uFillTx/>
                <a:latin typeface="Calibri"/>
              </a:rPr>
              <a:t>Terzo livello</a:t>
            </a:r>
            <a:endParaRPr lang="de-DE" sz="2000" b="0" u="none" strike="noStrike">
              <a:solidFill>
                <a:schemeClr val="dk1"/>
              </a:solidFill>
              <a:effectLst/>
              <a:uFillTx/>
              <a:latin typeface="Calibri"/>
            </a:endParaRPr>
          </a:p>
          <a:p>
            <a:pPr marL="1600200" lvl="3" indent="-228600" defTabSz="914400">
              <a:lnSpc>
                <a:spcPct val="90000"/>
              </a:lnSpc>
              <a:spcBef>
                <a:spcPts val="499"/>
              </a:spcBef>
              <a:buClr>
                <a:srgbClr val="000000"/>
              </a:buClr>
              <a:buFont typeface="Arial"/>
              <a:buChar char="•"/>
            </a:pPr>
            <a:r>
              <a:rPr lang="it-IT" sz="1800" b="0" u="none" strike="noStrike">
                <a:solidFill>
                  <a:schemeClr val="dk1"/>
                </a:solidFill>
                <a:effectLst/>
                <a:uFillTx/>
                <a:latin typeface="Calibri"/>
              </a:rPr>
              <a:t>Quarto livello</a:t>
            </a:r>
            <a:endParaRPr lang="de-DE" sz="1800" b="0" u="none" strike="noStrike">
              <a:solidFill>
                <a:schemeClr val="dk1"/>
              </a:solidFill>
              <a:effectLst/>
              <a:uFillTx/>
              <a:latin typeface="Calibri"/>
            </a:endParaRPr>
          </a:p>
          <a:p>
            <a:pPr marL="2057400" lvl="4" indent="-228600" defTabSz="914400">
              <a:lnSpc>
                <a:spcPct val="90000"/>
              </a:lnSpc>
              <a:spcBef>
                <a:spcPts val="499"/>
              </a:spcBef>
              <a:buClr>
                <a:srgbClr val="000000"/>
              </a:buClr>
              <a:buFont typeface="Arial"/>
              <a:buChar char="•"/>
            </a:pPr>
            <a:r>
              <a:rPr lang="it-IT" sz="1800" b="0" u="none" strike="noStrike">
                <a:solidFill>
                  <a:schemeClr val="dk1"/>
                </a:solidFill>
                <a:effectLst/>
                <a:uFillTx/>
                <a:latin typeface="Calibri"/>
              </a:rPr>
              <a:t>Quinto livello</a:t>
            </a:r>
            <a:endParaRPr lang="de-DE" sz="1800" b="0" u="none" strike="noStrike">
              <a:solidFill>
                <a:schemeClr val="dk1"/>
              </a:solidFill>
              <a:effectLst/>
              <a:uFillTx/>
              <a:latin typeface="Calibri"/>
            </a:endParaRPr>
          </a:p>
        </p:txBody>
      </p:sp>
      <p:sp>
        <p:nvSpPr>
          <p:cNvPr id="29" name="PlaceHolder 4"/>
          <p:cNvSpPr>
            <a:spLocks noGrp="1"/>
          </p:cNvSpPr>
          <p:nvPr>
            <p:ph type="dt" idx="16"/>
          </p:nvPr>
        </p:nvSpPr>
        <p:spPr>
          <a:xfrm>
            <a:off x="838080" y="6356520"/>
            <a:ext cx="2742840" cy="364680"/>
          </a:xfrm>
          <a:prstGeom prst="rect">
            <a:avLst/>
          </a:prstGeom>
          <a:noFill/>
          <a:ln w="0">
            <a:noFill/>
          </a:ln>
        </p:spPr>
        <p:txBody>
          <a:bodyPr lIns="91440" rIns="91440" tIns="45720" bIns="45720" anchor="ctr">
            <a:noAutofit/>
          </a:bodyPr>
          <a:lstStyle>
            <a:lvl1pPr indent="0" defTabSz="914400">
              <a:lnSpc>
                <a:spcPct val="100000"/>
              </a:lnSpc>
              <a:buNone/>
              <a:defRPr lang="de-DE" sz="1200" b="0" u="none" strike="noStrike">
                <a:solidFill>
                  <a:schemeClr val="dk1">
                    <a:tint val="75000"/>
                  </a:schemeClr>
                </a:solidFill>
                <a:effectLst/>
                <a:uFillTx/>
                <a:latin typeface="Calibri"/>
              </a:defRPr>
            </a:lvl1pPr>
          </a:lstStyle>
          <a:p>
            <a:pPr indent="0" defTabSz="914400">
              <a:lnSpc>
                <a:spcPct val="100000"/>
              </a:lnSpc>
              <a:buNone/>
            </a:pPr>
            <a:r>
              <a:rPr lang="de-DE" sz="1200" b="0" u="none" strike="noStrike">
                <a:solidFill>
                  <a:schemeClr val="dk1">
                    <a:tint val="75000"/>
                  </a:schemeClr>
                </a:solidFill>
                <a:effectLst/>
                <a:uFillTx/>
                <a:latin typeface="Calibri"/>
              </a:rPr>
              <a:t> </a:t>
            </a:r>
            <a:endParaRPr lang="it-IT" sz="1200" b="0" u="none" strike="noStrike">
              <a:solidFill>
                <a:srgbClr val="000000"/>
              </a:solidFill>
              <a:effectLst/>
              <a:uFillTx/>
              <a:latin typeface="Times New Roman"/>
            </a:endParaRPr>
          </a:p>
        </p:txBody>
      </p:sp>
      <p:sp>
        <p:nvSpPr>
          <p:cNvPr id="30" name="PlaceHolder 5"/>
          <p:cNvSpPr>
            <a:spLocks noGrp="1"/>
          </p:cNvSpPr>
          <p:nvPr>
            <p:ph type="ftr" idx="17"/>
          </p:nvPr>
        </p:nvSpPr>
        <p:spPr>
          <a:xfrm>
            <a:off x="4038480" y="6356520"/>
            <a:ext cx="4114440" cy="364680"/>
          </a:xfrm>
          <a:prstGeom prst="rect">
            <a:avLst/>
          </a:prstGeom>
          <a:noFill/>
          <a:ln w="0">
            <a:noFill/>
          </a:ln>
        </p:spPr>
        <p:txBody>
          <a:bodyPr lIns="91440" rIns="91440" tIns="45720" bIns="45720" anchor="ctr">
            <a:noAutofit/>
          </a:bodyPr>
          <a:lstStyle>
            <a:lvl1pPr indent="0" algn="ctr">
              <a:buNone/>
              <a:defRPr lang="it-IT" sz="1400" b="0" u="none" strike="noStrike">
                <a:solidFill>
                  <a:srgbClr val="000000"/>
                </a:solidFill>
                <a:effectLst/>
                <a:uFillTx/>
                <a:latin typeface="Times New Roman"/>
              </a:defRPr>
            </a:lvl1pPr>
          </a:lstStyle>
          <a:p>
            <a:pPr indent="0" algn="ctr">
              <a:buNone/>
            </a:pPr>
            <a:r>
              <a:rPr lang="it-IT" sz="1400" b="0" u="none" strike="noStrike">
                <a:solidFill>
                  <a:srgbClr val="000000"/>
                </a:solidFill>
                <a:effectLst/>
                <a:uFillTx/>
                <a:latin typeface="Times New Roman"/>
              </a:rPr>
              <a:t> </a:t>
            </a:r>
            <a:endParaRPr lang="it-IT" sz="1400" b="0" u="none" strike="noStrike">
              <a:solidFill>
                <a:srgbClr val="000000"/>
              </a:solidFill>
              <a:effectLst/>
              <a:uFillTx/>
              <a:latin typeface="Times New Roman"/>
            </a:endParaRPr>
          </a:p>
        </p:txBody>
      </p:sp>
      <p:sp>
        <p:nvSpPr>
          <p:cNvPr id="31" name="PlaceHolder 6"/>
          <p:cNvSpPr>
            <a:spLocks noGrp="1"/>
          </p:cNvSpPr>
          <p:nvPr>
            <p:ph type="sldNum" idx="18"/>
          </p:nvPr>
        </p:nvSpPr>
        <p:spPr>
          <a:xfrm>
            <a:off x="8610480" y="6356520"/>
            <a:ext cx="2742840" cy="364680"/>
          </a:xfrm>
          <a:prstGeom prst="rect">
            <a:avLst/>
          </a:prstGeom>
          <a:noFill/>
          <a:ln w="0">
            <a:noFill/>
          </a:ln>
        </p:spPr>
        <p:txBody>
          <a:bodyPr lIns="91440" rIns="91440" tIns="45720" bIns="45720" anchor="ctr">
            <a:noAutofit/>
          </a:bodyPr>
          <a:lstStyle>
            <a:lvl1pPr indent="0" algn="r" defTabSz="914400">
              <a:lnSpc>
                <a:spcPct val="100000"/>
              </a:lnSpc>
              <a:buNone/>
              <a:defRPr lang="de-DE" sz="1200" b="0" u="none" strike="noStrike">
                <a:solidFill>
                  <a:schemeClr val="dk1">
                    <a:tint val="75000"/>
                  </a:schemeClr>
                </a:solidFill>
                <a:effectLst/>
                <a:uFillTx/>
                <a:latin typeface="Calibri"/>
              </a:defRPr>
            </a:lvl1pPr>
          </a:lstStyle>
          <a:p>
            <a:pPr indent="0" algn="r" defTabSz="914400">
              <a:lnSpc>
                <a:spcPct val="100000"/>
              </a:lnSpc>
              <a:buNone/>
            </a:pPr>
            <a:fld id="{4AA0D9C4-9A4B-49E9-B646-D8783D838FFA}" type="slidenum">
              <a:rPr lang="de-DE" sz="1200" b="0" u="none" strike="noStrike">
                <a:solidFill>
                  <a:schemeClr val="dk1">
                    <a:tint val="75000"/>
                  </a:schemeClr>
                </a:solidFill>
                <a:effectLst/>
                <a:uFillTx/>
                <a:latin typeface="Calibri"/>
              </a:rPr>
              <a:t>10</a:t>
            </a:fld>
            <a:endParaRPr lang="it-IT" sz="1200" b="0" u="none" strike="noStrike">
              <a:solidFill>
                <a:srgbClr val="000000"/>
              </a:solidFill>
              <a:effectLst/>
              <a:uFillTx/>
              <a:latin typeface="Times New Roman"/>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nfronto">
    <p:bg>
      <p:bgPr>
        <a:solidFill>
          <a:srgbClr val="ffffff"/>
        </a:solidFill>
      </p:bgPr>
    </p:bg>
    <p:spTree>
      <p:nvGrpSpPr>
        <p:cNvPr id="1" name=""/>
        <p:cNvGrpSpPr/>
        <p:nvPr/>
      </p:nvGrpSpPr>
      <p:grpSpPr>
        <a:xfrm>
          <a:off x="0" y="0"/>
          <a:ext cx="0" cy="0"/>
          <a:chOff x="0" y="0"/>
          <a:chExt cx="0" cy="0"/>
        </a:xfrm>
      </p:grpSpPr>
      <p:sp>
        <p:nvSpPr>
          <p:cNvPr id="32" name="PlaceHolder 1"/>
          <p:cNvSpPr>
            <a:spLocks noGrp="1"/>
          </p:cNvSpPr>
          <p:nvPr>
            <p:ph type="title"/>
          </p:nvPr>
        </p:nvSpPr>
        <p:spPr>
          <a:xfrm>
            <a:off x="839880" y="365040"/>
            <a:ext cx="10515240" cy="1325160"/>
          </a:xfrm>
          <a:prstGeom prst="rect">
            <a:avLst/>
          </a:prstGeom>
          <a:noFill/>
          <a:ln w="0">
            <a:noFill/>
          </a:ln>
        </p:spPr>
        <p:txBody>
          <a:bodyPr lIns="91440" rIns="91440" tIns="45720" bIns="45720" anchor="ctr">
            <a:noAutofit/>
          </a:bodyPr>
          <a:p>
            <a:pPr indent="0" defTabSz="914400">
              <a:lnSpc>
                <a:spcPct val="90000"/>
              </a:lnSpc>
              <a:buNone/>
            </a:pPr>
            <a:r>
              <a:rPr lang="it-IT" sz="4400" b="0" u="none" strike="noStrike">
                <a:solidFill>
                  <a:schemeClr val="dk1"/>
                </a:solidFill>
                <a:effectLst/>
                <a:uFillTx/>
                <a:latin typeface="Calibri Light"/>
              </a:rPr>
              <a:t>Fare clic per modificare lo stile del titolo</a:t>
            </a:r>
            <a:endParaRPr lang="de-DE" sz="4400" b="0" u="none" strike="noStrike">
              <a:solidFill>
                <a:schemeClr val="dk1"/>
              </a:solidFill>
              <a:effectLst/>
              <a:uFillTx/>
              <a:latin typeface="Calibri"/>
            </a:endParaRPr>
          </a:p>
        </p:txBody>
      </p:sp>
      <p:sp>
        <p:nvSpPr>
          <p:cNvPr id="33" name="PlaceHolder 2"/>
          <p:cNvSpPr>
            <a:spLocks noGrp="1"/>
          </p:cNvSpPr>
          <p:nvPr>
            <p:ph type="body"/>
          </p:nvPr>
        </p:nvSpPr>
        <p:spPr>
          <a:xfrm>
            <a:off x="839880" y="1681200"/>
            <a:ext cx="5157360" cy="823680"/>
          </a:xfrm>
          <a:prstGeom prst="rect">
            <a:avLst/>
          </a:prstGeom>
          <a:noFill/>
          <a:ln w="0">
            <a:noFill/>
          </a:ln>
        </p:spPr>
        <p:txBody>
          <a:bodyPr lIns="91440" rIns="91440" tIns="45720" bIns="45720" anchor="b">
            <a:noAutofit/>
          </a:bodyPr>
          <a:p>
            <a:pPr indent="0" defTabSz="914400">
              <a:lnSpc>
                <a:spcPct val="90000"/>
              </a:lnSpc>
              <a:spcBef>
                <a:spcPts val="1001"/>
              </a:spcBef>
              <a:buNone/>
              <a:tabLst>
                <a:tab algn="l" pos="0"/>
              </a:tabLst>
            </a:pPr>
            <a:r>
              <a:rPr lang="it-IT" sz="2400" b="1" u="none" strike="noStrike">
                <a:solidFill>
                  <a:schemeClr val="dk1"/>
                </a:solidFill>
                <a:effectLst/>
                <a:uFillTx/>
                <a:latin typeface="Calibri"/>
              </a:rPr>
              <a:t>Fare clic per modificare stili del testo dello schema</a:t>
            </a:r>
            <a:endParaRPr lang="de-DE" sz="2400" b="0" u="none" strike="noStrike">
              <a:solidFill>
                <a:schemeClr val="dk1"/>
              </a:solidFill>
              <a:effectLst/>
              <a:uFillTx/>
              <a:latin typeface="Calibri"/>
            </a:endParaRPr>
          </a:p>
        </p:txBody>
      </p:sp>
      <p:sp>
        <p:nvSpPr>
          <p:cNvPr id="34" name="PlaceHolder 3"/>
          <p:cNvSpPr>
            <a:spLocks noGrp="1"/>
          </p:cNvSpPr>
          <p:nvPr>
            <p:ph type="body"/>
          </p:nvPr>
        </p:nvSpPr>
        <p:spPr>
          <a:xfrm>
            <a:off x="839880" y="2505240"/>
            <a:ext cx="5157360" cy="368424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000000"/>
              </a:buClr>
              <a:buFont typeface="Arial"/>
              <a:buChar char="•"/>
            </a:pPr>
            <a:r>
              <a:rPr lang="it-IT" sz="2800" b="0" u="none" strike="noStrike">
                <a:solidFill>
                  <a:schemeClr val="dk1"/>
                </a:solidFill>
                <a:effectLst/>
                <a:uFillTx/>
                <a:latin typeface="Calibri"/>
              </a:rPr>
              <a:t>Fare clic per modificare stili del testo dello schema</a:t>
            </a:r>
            <a:endParaRPr lang="de-DE" sz="2800" b="0" u="none" strike="noStrike">
              <a:solidFill>
                <a:schemeClr val="dk1"/>
              </a:solidFill>
              <a:effectLst/>
              <a:uFillTx/>
              <a:latin typeface="Calibri"/>
            </a:endParaRPr>
          </a:p>
          <a:p>
            <a:pPr marL="685800" lvl="1" indent="-228600" defTabSz="914400">
              <a:lnSpc>
                <a:spcPct val="90000"/>
              </a:lnSpc>
              <a:spcBef>
                <a:spcPts val="499"/>
              </a:spcBef>
              <a:buClr>
                <a:srgbClr val="000000"/>
              </a:buClr>
              <a:buFont typeface="Arial"/>
              <a:buChar char="•"/>
            </a:pPr>
            <a:r>
              <a:rPr lang="it-IT" sz="2400" b="0" u="none" strike="noStrike">
                <a:solidFill>
                  <a:schemeClr val="dk1"/>
                </a:solidFill>
                <a:effectLst/>
                <a:uFillTx/>
                <a:latin typeface="Calibri"/>
              </a:rPr>
              <a:t>Secondo livello</a:t>
            </a:r>
            <a:endParaRPr lang="de-DE" sz="2400" b="0" u="none" strike="noStrike">
              <a:solidFill>
                <a:schemeClr val="dk1"/>
              </a:solidFill>
              <a:effectLst/>
              <a:uFillTx/>
              <a:latin typeface="Calibri"/>
            </a:endParaRPr>
          </a:p>
          <a:p>
            <a:pPr marL="1143000" lvl="2" indent="-228600" defTabSz="914400">
              <a:lnSpc>
                <a:spcPct val="90000"/>
              </a:lnSpc>
              <a:spcBef>
                <a:spcPts val="499"/>
              </a:spcBef>
              <a:buClr>
                <a:srgbClr val="000000"/>
              </a:buClr>
              <a:buFont typeface="Arial"/>
              <a:buChar char="•"/>
            </a:pPr>
            <a:r>
              <a:rPr lang="it-IT" sz="2000" b="0" u="none" strike="noStrike">
                <a:solidFill>
                  <a:schemeClr val="dk1"/>
                </a:solidFill>
                <a:effectLst/>
                <a:uFillTx/>
                <a:latin typeface="Calibri"/>
              </a:rPr>
              <a:t>Terzo livello</a:t>
            </a:r>
            <a:endParaRPr lang="de-DE" sz="2000" b="0" u="none" strike="noStrike">
              <a:solidFill>
                <a:schemeClr val="dk1"/>
              </a:solidFill>
              <a:effectLst/>
              <a:uFillTx/>
              <a:latin typeface="Calibri"/>
            </a:endParaRPr>
          </a:p>
          <a:p>
            <a:pPr marL="1600200" lvl="3" indent="-228600" defTabSz="914400">
              <a:lnSpc>
                <a:spcPct val="90000"/>
              </a:lnSpc>
              <a:spcBef>
                <a:spcPts val="499"/>
              </a:spcBef>
              <a:buClr>
                <a:srgbClr val="000000"/>
              </a:buClr>
              <a:buFont typeface="Arial"/>
              <a:buChar char="•"/>
            </a:pPr>
            <a:r>
              <a:rPr lang="it-IT" sz="1800" b="0" u="none" strike="noStrike">
                <a:solidFill>
                  <a:schemeClr val="dk1"/>
                </a:solidFill>
                <a:effectLst/>
                <a:uFillTx/>
                <a:latin typeface="Calibri"/>
              </a:rPr>
              <a:t>Quarto livello</a:t>
            </a:r>
            <a:endParaRPr lang="de-DE" sz="1800" b="0" u="none" strike="noStrike">
              <a:solidFill>
                <a:schemeClr val="dk1"/>
              </a:solidFill>
              <a:effectLst/>
              <a:uFillTx/>
              <a:latin typeface="Calibri"/>
            </a:endParaRPr>
          </a:p>
          <a:p>
            <a:pPr marL="2057400" lvl="4" indent="-228600" defTabSz="914400">
              <a:lnSpc>
                <a:spcPct val="90000"/>
              </a:lnSpc>
              <a:spcBef>
                <a:spcPts val="499"/>
              </a:spcBef>
              <a:buClr>
                <a:srgbClr val="000000"/>
              </a:buClr>
              <a:buFont typeface="Arial"/>
              <a:buChar char="•"/>
            </a:pPr>
            <a:r>
              <a:rPr lang="it-IT" sz="1800" b="0" u="none" strike="noStrike">
                <a:solidFill>
                  <a:schemeClr val="dk1"/>
                </a:solidFill>
                <a:effectLst/>
                <a:uFillTx/>
                <a:latin typeface="Calibri"/>
              </a:rPr>
              <a:t>Quinto livello</a:t>
            </a:r>
            <a:endParaRPr lang="de-DE" sz="1800" b="0" u="none" strike="noStrike">
              <a:solidFill>
                <a:schemeClr val="dk1"/>
              </a:solidFill>
              <a:effectLst/>
              <a:uFillTx/>
              <a:latin typeface="Calibri"/>
            </a:endParaRPr>
          </a:p>
        </p:txBody>
      </p:sp>
      <p:sp>
        <p:nvSpPr>
          <p:cNvPr id="35" name="PlaceHolder 4"/>
          <p:cNvSpPr>
            <a:spLocks noGrp="1"/>
          </p:cNvSpPr>
          <p:nvPr>
            <p:ph type="body"/>
          </p:nvPr>
        </p:nvSpPr>
        <p:spPr>
          <a:xfrm>
            <a:off x="6172200" y="1681200"/>
            <a:ext cx="5182920" cy="823680"/>
          </a:xfrm>
          <a:prstGeom prst="rect">
            <a:avLst/>
          </a:prstGeom>
          <a:noFill/>
          <a:ln w="0">
            <a:noFill/>
          </a:ln>
        </p:spPr>
        <p:txBody>
          <a:bodyPr lIns="91440" rIns="91440" tIns="45720" bIns="45720" anchor="b">
            <a:noAutofit/>
          </a:bodyPr>
          <a:p>
            <a:pPr indent="0" defTabSz="914400">
              <a:lnSpc>
                <a:spcPct val="90000"/>
              </a:lnSpc>
              <a:spcBef>
                <a:spcPts val="1001"/>
              </a:spcBef>
              <a:buNone/>
              <a:tabLst>
                <a:tab algn="l" pos="0"/>
              </a:tabLst>
            </a:pPr>
            <a:r>
              <a:rPr lang="it-IT" sz="2400" b="1" u="none" strike="noStrike">
                <a:solidFill>
                  <a:schemeClr val="dk1"/>
                </a:solidFill>
                <a:effectLst/>
                <a:uFillTx/>
                <a:latin typeface="Calibri"/>
              </a:rPr>
              <a:t>Fare clic per modificare stili del testo dello schema</a:t>
            </a:r>
            <a:endParaRPr lang="de-DE" sz="2400" b="0" u="none" strike="noStrike">
              <a:solidFill>
                <a:schemeClr val="dk1"/>
              </a:solidFill>
              <a:effectLst/>
              <a:uFillTx/>
              <a:latin typeface="Calibri"/>
            </a:endParaRPr>
          </a:p>
        </p:txBody>
      </p:sp>
      <p:sp>
        <p:nvSpPr>
          <p:cNvPr id="36" name="PlaceHolder 5"/>
          <p:cNvSpPr>
            <a:spLocks noGrp="1"/>
          </p:cNvSpPr>
          <p:nvPr>
            <p:ph type="body"/>
          </p:nvPr>
        </p:nvSpPr>
        <p:spPr>
          <a:xfrm>
            <a:off x="6172200" y="2505240"/>
            <a:ext cx="5182920" cy="368424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000000"/>
              </a:buClr>
              <a:buFont typeface="Arial"/>
              <a:buChar char="•"/>
            </a:pPr>
            <a:r>
              <a:rPr lang="it-IT" sz="2800" b="0" u="none" strike="noStrike">
                <a:solidFill>
                  <a:schemeClr val="dk1"/>
                </a:solidFill>
                <a:effectLst/>
                <a:uFillTx/>
                <a:latin typeface="Calibri"/>
              </a:rPr>
              <a:t>Fare clic per modificare stili del testo dello schema</a:t>
            </a:r>
            <a:endParaRPr lang="de-DE" sz="2800" b="0" u="none" strike="noStrike">
              <a:solidFill>
                <a:schemeClr val="dk1"/>
              </a:solidFill>
              <a:effectLst/>
              <a:uFillTx/>
              <a:latin typeface="Calibri"/>
            </a:endParaRPr>
          </a:p>
          <a:p>
            <a:pPr marL="685800" lvl="1" indent="-228600" defTabSz="914400">
              <a:lnSpc>
                <a:spcPct val="90000"/>
              </a:lnSpc>
              <a:spcBef>
                <a:spcPts val="499"/>
              </a:spcBef>
              <a:buClr>
                <a:srgbClr val="000000"/>
              </a:buClr>
              <a:buFont typeface="Arial"/>
              <a:buChar char="•"/>
            </a:pPr>
            <a:r>
              <a:rPr lang="it-IT" sz="2400" b="0" u="none" strike="noStrike">
                <a:solidFill>
                  <a:schemeClr val="dk1"/>
                </a:solidFill>
                <a:effectLst/>
                <a:uFillTx/>
                <a:latin typeface="Calibri"/>
              </a:rPr>
              <a:t>Secondo livello</a:t>
            </a:r>
            <a:endParaRPr lang="de-DE" sz="2400" b="0" u="none" strike="noStrike">
              <a:solidFill>
                <a:schemeClr val="dk1"/>
              </a:solidFill>
              <a:effectLst/>
              <a:uFillTx/>
              <a:latin typeface="Calibri"/>
            </a:endParaRPr>
          </a:p>
          <a:p>
            <a:pPr marL="1143000" lvl="2" indent="-228600" defTabSz="914400">
              <a:lnSpc>
                <a:spcPct val="90000"/>
              </a:lnSpc>
              <a:spcBef>
                <a:spcPts val="499"/>
              </a:spcBef>
              <a:buClr>
                <a:srgbClr val="000000"/>
              </a:buClr>
              <a:buFont typeface="Arial"/>
              <a:buChar char="•"/>
            </a:pPr>
            <a:r>
              <a:rPr lang="it-IT" sz="2000" b="0" u="none" strike="noStrike">
                <a:solidFill>
                  <a:schemeClr val="dk1"/>
                </a:solidFill>
                <a:effectLst/>
                <a:uFillTx/>
                <a:latin typeface="Calibri"/>
              </a:rPr>
              <a:t>Terzo livello</a:t>
            </a:r>
            <a:endParaRPr lang="de-DE" sz="2000" b="0" u="none" strike="noStrike">
              <a:solidFill>
                <a:schemeClr val="dk1"/>
              </a:solidFill>
              <a:effectLst/>
              <a:uFillTx/>
              <a:latin typeface="Calibri"/>
            </a:endParaRPr>
          </a:p>
          <a:p>
            <a:pPr marL="1600200" lvl="3" indent="-228600" defTabSz="914400">
              <a:lnSpc>
                <a:spcPct val="90000"/>
              </a:lnSpc>
              <a:spcBef>
                <a:spcPts val="499"/>
              </a:spcBef>
              <a:buClr>
                <a:srgbClr val="000000"/>
              </a:buClr>
              <a:buFont typeface="Arial"/>
              <a:buChar char="•"/>
            </a:pPr>
            <a:r>
              <a:rPr lang="it-IT" sz="1800" b="0" u="none" strike="noStrike">
                <a:solidFill>
                  <a:schemeClr val="dk1"/>
                </a:solidFill>
                <a:effectLst/>
                <a:uFillTx/>
                <a:latin typeface="Calibri"/>
              </a:rPr>
              <a:t>Quarto livello</a:t>
            </a:r>
            <a:endParaRPr lang="de-DE" sz="1800" b="0" u="none" strike="noStrike">
              <a:solidFill>
                <a:schemeClr val="dk1"/>
              </a:solidFill>
              <a:effectLst/>
              <a:uFillTx/>
              <a:latin typeface="Calibri"/>
            </a:endParaRPr>
          </a:p>
          <a:p>
            <a:pPr marL="2057400" lvl="4" indent="-228600" defTabSz="914400">
              <a:lnSpc>
                <a:spcPct val="90000"/>
              </a:lnSpc>
              <a:spcBef>
                <a:spcPts val="499"/>
              </a:spcBef>
              <a:buClr>
                <a:srgbClr val="000000"/>
              </a:buClr>
              <a:buFont typeface="Arial"/>
              <a:buChar char="•"/>
            </a:pPr>
            <a:r>
              <a:rPr lang="it-IT" sz="1800" b="0" u="none" strike="noStrike">
                <a:solidFill>
                  <a:schemeClr val="dk1"/>
                </a:solidFill>
                <a:effectLst/>
                <a:uFillTx/>
                <a:latin typeface="Calibri"/>
              </a:rPr>
              <a:t>Quinto livello</a:t>
            </a:r>
            <a:endParaRPr lang="de-DE" sz="1800" b="0" u="none" strike="noStrike">
              <a:solidFill>
                <a:schemeClr val="dk1"/>
              </a:solidFill>
              <a:effectLst/>
              <a:uFillTx/>
              <a:latin typeface="Calibri"/>
            </a:endParaRPr>
          </a:p>
        </p:txBody>
      </p:sp>
      <p:sp>
        <p:nvSpPr>
          <p:cNvPr id="37" name="PlaceHolder 6"/>
          <p:cNvSpPr>
            <a:spLocks noGrp="1"/>
          </p:cNvSpPr>
          <p:nvPr>
            <p:ph type="dt" idx="19"/>
          </p:nvPr>
        </p:nvSpPr>
        <p:spPr>
          <a:xfrm>
            <a:off x="838080" y="6356520"/>
            <a:ext cx="2742840" cy="364680"/>
          </a:xfrm>
          <a:prstGeom prst="rect">
            <a:avLst/>
          </a:prstGeom>
          <a:noFill/>
          <a:ln w="0">
            <a:noFill/>
          </a:ln>
        </p:spPr>
        <p:txBody>
          <a:bodyPr lIns="91440" rIns="91440" tIns="45720" bIns="45720" anchor="ctr">
            <a:noAutofit/>
          </a:bodyPr>
          <a:lstStyle>
            <a:lvl1pPr indent="0" defTabSz="914400">
              <a:lnSpc>
                <a:spcPct val="100000"/>
              </a:lnSpc>
              <a:buNone/>
              <a:defRPr lang="de-DE" sz="1200" b="0" u="none" strike="noStrike">
                <a:solidFill>
                  <a:schemeClr val="dk1">
                    <a:tint val="75000"/>
                  </a:schemeClr>
                </a:solidFill>
                <a:effectLst/>
                <a:uFillTx/>
                <a:latin typeface="Calibri"/>
              </a:defRPr>
            </a:lvl1pPr>
          </a:lstStyle>
          <a:p>
            <a:pPr indent="0" defTabSz="914400">
              <a:lnSpc>
                <a:spcPct val="100000"/>
              </a:lnSpc>
              <a:buNone/>
            </a:pPr>
            <a:r>
              <a:rPr lang="de-DE" sz="1200" b="0" u="none" strike="noStrike">
                <a:solidFill>
                  <a:schemeClr val="dk1">
                    <a:tint val="75000"/>
                  </a:schemeClr>
                </a:solidFill>
                <a:effectLst/>
                <a:uFillTx/>
                <a:latin typeface="Calibri"/>
              </a:rPr>
              <a:t> </a:t>
            </a:r>
            <a:endParaRPr lang="it-IT" sz="1200" b="0" u="none" strike="noStrike">
              <a:solidFill>
                <a:srgbClr val="000000"/>
              </a:solidFill>
              <a:effectLst/>
              <a:uFillTx/>
              <a:latin typeface="Times New Roman"/>
            </a:endParaRPr>
          </a:p>
        </p:txBody>
      </p:sp>
      <p:sp>
        <p:nvSpPr>
          <p:cNvPr id="38" name="PlaceHolder 7"/>
          <p:cNvSpPr>
            <a:spLocks noGrp="1"/>
          </p:cNvSpPr>
          <p:nvPr>
            <p:ph type="ftr" idx="20"/>
          </p:nvPr>
        </p:nvSpPr>
        <p:spPr>
          <a:xfrm>
            <a:off x="4038480" y="6356520"/>
            <a:ext cx="4114440" cy="364680"/>
          </a:xfrm>
          <a:prstGeom prst="rect">
            <a:avLst/>
          </a:prstGeom>
          <a:noFill/>
          <a:ln w="0">
            <a:noFill/>
          </a:ln>
        </p:spPr>
        <p:txBody>
          <a:bodyPr lIns="91440" rIns="91440" tIns="45720" bIns="45720" anchor="ctr">
            <a:noAutofit/>
          </a:bodyPr>
          <a:lstStyle>
            <a:lvl1pPr indent="0" algn="ctr">
              <a:buNone/>
              <a:defRPr lang="it-IT" sz="1400" b="0" u="none" strike="noStrike">
                <a:solidFill>
                  <a:srgbClr val="000000"/>
                </a:solidFill>
                <a:effectLst/>
                <a:uFillTx/>
                <a:latin typeface="Times New Roman"/>
              </a:defRPr>
            </a:lvl1pPr>
          </a:lstStyle>
          <a:p>
            <a:pPr indent="0" algn="ctr">
              <a:buNone/>
            </a:pPr>
            <a:r>
              <a:rPr lang="it-IT" sz="1400" b="0" u="none" strike="noStrike">
                <a:solidFill>
                  <a:srgbClr val="000000"/>
                </a:solidFill>
                <a:effectLst/>
                <a:uFillTx/>
                <a:latin typeface="Times New Roman"/>
              </a:rPr>
              <a:t> </a:t>
            </a:r>
            <a:endParaRPr lang="it-IT" sz="1400" b="0" u="none" strike="noStrike">
              <a:solidFill>
                <a:srgbClr val="000000"/>
              </a:solidFill>
              <a:effectLst/>
              <a:uFillTx/>
              <a:latin typeface="Times New Roman"/>
            </a:endParaRPr>
          </a:p>
        </p:txBody>
      </p:sp>
      <p:sp>
        <p:nvSpPr>
          <p:cNvPr id="39" name="PlaceHolder 8"/>
          <p:cNvSpPr>
            <a:spLocks noGrp="1"/>
          </p:cNvSpPr>
          <p:nvPr>
            <p:ph type="sldNum" idx="21"/>
          </p:nvPr>
        </p:nvSpPr>
        <p:spPr>
          <a:xfrm>
            <a:off x="8610480" y="6356520"/>
            <a:ext cx="2742840" cy="364680"/>
          </a:xfrm>
          <a:prstGeom prst="rect">
            <a:avLst/>
          </a:prstGeom>
          <a:noFill/>
          <a:ln w="0">
            <a:noFill/>
          </a:ln>
        </p:spPr>
        <p:txBody>
          <a:bodyPr lIns="91440" rIns="91440" tIns="45720" bIns="45720" anchor="ctr">
            <a:noAutofit/>
          </a:bodyPr>
          <a:lstStyle>
            <a:lvl1pPr indent="0" algn="r" defTabSz="914400">
              <a:lnSpc>
                <a:spcPct val="100000"/>
              </a:lnSpc>
              <a:buNone/>
              <a:defRPr lang="de-DE" sz="1200" b="0" u="none" strike="noStrike">
                <a:solidFill>
                  <a:schemeClr val="dk1">
                    <a:tint val="75000"/>
                  </a:schemeClr>
                </a:solidFill>
                <a:effectLst/>
                <a:uFillTx/>
                <a:latin typeface="Calibri"/>
              </a:defRPr>
            </a:lvl1pPr>
          </a:lstStyle>
          <a:p>
            <a:pPr indent="0" algn="r" defTabSz="914400">
              <a:lnSpc>
                <a:spcPct val="100000"/>
              </a:lnSpc>
              <a:buNone/>
            </a:pPr>
            <a:fld id="{06FF0536-6F7C-46DB-8107-BE60E211589F}" type="slidenum">
              <a:rPr lang="de-DE" sz="1200" b="0" u="none" strike="noStrike">
                <a:solidFill>
                  <a:schemeClr val="dk1">
                    <a:tint val="75000"/>
                  </a:schemeClr>
                </a:solidFill>
                <a:effectLst/>
                <a:uFillTx/>
                <a:latin typeface="Calibri"/>
              </a:rPr>
              <a:t>10</a:t>
            </a:fld>
            <a:endParaRPr lang="it-IT" sz="1200" b="0" u="none" strike="noStrike">
              <a:solidFill>
                <a:srgbClr val="000000"/>
              </a:solidFill>
              <a:effectLst/>
              <a:uFillTx/>
              <a:latin typeface="Times New Roman"/>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Solo titolo">
    <p:bg>
      <p:bgPr>
        <a:solidFill>
          <a:srgbClr val="ffffff"/>
        </a:solidFill>
      </p:bgPr>
    </p:bg>
    <p:spTree>
      <p:nvGrpSpPr>
        <p:cNvPr id="1" name=""/>
        <p:cNvGrpSpPr/>
        <p:nvPr/>
      </p:nvGrpSpPr>
      <p:grpSpPr>
        <a:xfrm>
          <a:off x="0" y="0"/>
          <a:ext cx="0" cy="0"/>
          <a:chOff x="0" y="0"/>
          <a:chExt cx="0" cy="0"/>
        </a:xfrm>
      </p:grpSpPr>
      <p:sp>
        <p:nvSpPr>
          <p:cNvPr id="40" name="PlaceHolder 1"/>
          <p:cNvSpPr>
            <a:spLocks noGrp="1"/>
          </p:cNvSpPr>
          <p:nvPr>
            <p:ph type="title"/>
          </p:nvPr>
        </p:nvSpPr>
        <p:spPr>
          <a:xfrm>
            <a:off x="838080" y="365040"/>
            <a:ext cx="10515240" cy="1325160"/>
          </a:xfrm>
          <a:prstGeom prst="rect">
            <a:avLst/>
          </a:prstGeom>
          <a:noFill/>
          <a:ln w="0">
            <a:noFill/>
          </a:ln>
        </p:spPr>
        <p:txBody>
          <a:bodyPr lIns="91440" rIns="91440" tIns="45720" bIns="45720" anchor="ctr">
            <a:noAutofit/>
          </a:bodyPr>
          <a:p>
            <a:pPr indent="0" defTabSz="914400">
              <a:lnSpc>
                <a:spcPct val="90000"/>
              </a:lnSpc>
              <a:buNone/>
            </a:pPr>
            <a:r>
              <a:rPr lang="it-IT" sz="4400" b="0" u="none" strike="noStrike">
                <a:solidFill>
                  <a:schemeClr val="dk1"/>
                </a:solidFill>
                <a:effectLst/>
                <a:uFillTx/>
                <a:latin typeface="Calibri Light"/>
              </a:rPr>
              <a:t>Fare clic per modificare lo stile del titolo</a:t>
            </a:r>
            <a:endParaRPr lang="de-DE" sz="4400" b="0" u="none" strike="noStrike">
              <a:solidFill>
                <a:schemeClr val="dk1"/>
              </a:solidFill>
              <a:effectLst/>
              <a:uFillTx/>
              <a:latin typeface="Calibri"/>
            </a:endParaRPr>
          </a:p>
        </p:txBody>
      </p:sp>
      <p:sp>
        <p:nvSpPr>
          <p:cNvPr id="41" name="PlaceHolder 2"/>
          <p:cNvSpPr>
            <a:spLocks noGrp="1"/>
          </p:cNvSpPr>
          <p:nvPr>
            <p:ph type="dt" idx="22"/>
          </p:nvPr>
        </p:nvSpPr>
        <p:spPr>
          <a:xfrm>
            <a:off x="838080" y="6356520"/>
            <a:ext cx="2742840" cy="364680"/>
          </a:xfrm>
          <a:prstGeom prst="rect">
            <a:avLst/>
          </a:prstGeom>
          <a:noFill/>
          <a:ln w="0">
            <a:noFill/>
          </a:ln>
        </p:spPr>
        <p:txBody>
          <a:bodyPr lIns="91440" rIns="91440" tIns="45720" bIns="45720" anchor="ctr">
            <a:noAutofit/>
          </a:bodyPr>
          <a:lstStyle>
            <a:lvl1pPr indent="0" defTabSz="914400">
              <a:lnSpc>
                <a:spcPct val="100000"/>
              </a:lnSpc>
              <a:buNone/>
              <a:defRPr lang="de-DE" sz="1200" b="0" u="none" strike="noStrike">
                <a:solidFill>
                  <a:schemeClr val="dk1">
                    <a:tint val="75000"/>
                  </a:schemeClr>
                </a:solidFill>
                <a:effectLst/>
                <a:uFillTx/>
                <a:latin typeface="Calibri"/>
              </a:defRPr>
            </a:lvl1pPr>
          </a:lstStyle>
          <a:p>
            <a:pPr indent="0" defTabSz="914400">
              <a:lnSpc>
                <a:spcPct val="100000"/>
              </a:lnSpc>
              <a:buNone/>
            </a:pPr>
            <a:r>
              <a:rPr lang="de-DE" sz="1200" b="0" u="none" strike="noStrike">
                <a:solidFill>
                  <a:schemeClr val="dk1">
                    <a:tint val="75000"/>
                  </a:schemeClr>
                </a:solidFill>
                <a:effectLst/>
                <a:uFillTx/>
                <a:latin typeface="Calibri"/>
              </a:rPr>
              <a:t> </a:t>
            </a:r>
            <a:endParaRPr lang="it-IT" sz="1200" b="0" u="none" strike="noStrike">
              <a:solidFill>
                <a:srgbClr val="000000"/>
              </a:solidFill>
              <a:effectLst/>
              <a:uFillTx/>
              <a:latin typeface="Times New Roman"/>
            </a:endParaRPr>
          </a:p>
        </p:txBody>
      </p:sp>
      <p:sp>
        <p:nvSpPr>
          <p:cNvPr id="42" name="PlaceHolder 3"/>
          <p:cNvSpPr>
            <a:spLocks noGrp="1"/>
          </p:cNvSpPr>
          <p:nvPr>
            <p:ph type="ftr" idx="23"/>
          </p:nvPr>
        </p:nvSpPr>
        <p:spPr>
          <a:xfrm>
            <a:off x="4038480" y="6356520"/>
            <a:ext cx="4114440" cy="364680"/>
          </a:xfrm>
          <a:prstGeom prst="rect">
            <a:avLst/>
          </a:prstGeom>
          <a:noFill/>
          <a:ln w="0">
            <a:noFill/>
          </a:ln>
        </p:spPr>
        <p:txBody>
          <a:bodyPr lIns="91440" rIns="91440" tIns="45720" bIns="45720" anchor="ctr">
            <a:noAutofit/>
          </a:bodyPr>
          <a:lstStyle>
            <a:lvl1pPr indent="0" algn="ctr">
              <a:buNone/>
              <a:defRPr lang="it-IT" sz="1400" b="0" u="none" strike="noStrike">
                <a:solidFill>
                  <a:srgbClr val="000000"/>
                </a:solidFill>
                <a:effectLst/>
                <a:uFillTx/>
                <a:latin typeface="Times New Roman"/>
              </a:defRPr>
            </a:lvl1pPr>
          </a:lstStyle>
          <a:p>
            <a:pPr indent="0" algn="ctr">
              <a:buNone/>
            </a:pPr>
            <a:r>
              <a:rPr lang="it-IT" sz="1400" b="0" u="none" strike="noStrike">
                <a:solidFill>
                  <a:srgbClr val="000000"/>
                </a:solidFill>
                <a:effectLst/>
                <a:uFillTx/>
                <a:latin typeface="Times New Roman"/>
              </a:rPr>
              <a:t> </a:t>
            </a:r>
            <a:endParaRPr lang="it-IT" sz="1400" b="0" u="none" strike="noStrike">
              <a:solidFill>
                <a:srgbClr val="000000"/>
              </a:solidFill>
              <a:effectLst/>
              <a:uFillTx/>
              <a:latin typeface="Times New Roman"/>
            </a:endParaRPr>
          </a:p>
        </p:txBody>
      </p:sp>
      <p:sp>
        <p:nvSpPr>
          <p:cNvPr id="43" name="PlaceHolder 4"/>
          <p:cNvSpPr>
            <a:spLocks noGrp="1"/>
          </p:cNvSpPr>
          <p:nvPr>
            <p:ph type="sldNum" idx="24"/>
          </p:nvPr>
        </p:nvSpPr>
        <p:spPr>
          <a:xfrm>
            <a:off x="8610480" y="6356520"/>
            <a:ext cx="2742840" cy="364680"/>
          </a:xfrm>
          <a:prstGeom prst="rect">
            <a:avLst/>
          </a:prstGeom>
          <a:noFill/>
          <a:ln w="0">
            <a:noFill/>
          </a:ln>
        </p:spPr>
        <p:txBody>
          <a:bodyPr lIns="91440" rIns="91440" tIns="45720" bIns="45720" anchor="ctr">
            <a:noAutofit/>
          </a:bodyPr>
          <a:lstStyle>
            <a:lvl1pPr indent="0" algn="r" defTabSz="914400">
              <a:lnSpc>
                <a:spcPct val="100000"/>
              </a:lnSpc>
              <a:buNone/>
              <a:defRPr lang="de-DE" sz="1200" b="0" u="none" strike="noStrike">
                <a:solidFill>
                  <a:schemeClr val="dk1">
                    <a:tint val="75000"/>
                  </a:schemeClr>
                </a:solidFill>
                <a:effectLst/>
                <a:uFillTx/>
                <a:latin typeface="Calibri"/>
              </a:defRPr>
            </a:lvl1pPr>
          </a:lstStyle>
          <a:p>
            <a:pPr indent="0" algn="r" defTabSz="914400">
              <a:lnSpc>
                <a:spcPct val="100000"/>
              </a:lnSpc>
              <a:buNone/>
            </a:pPr>
            <a:fld id="{924ADDC3-EECE-4E2D-86F8-5FE18FFB1F6F}" type="slidenum">
              <a:rPr lang="de-DE" sz="1200" b="0" u="none" strike="noStrike">
                <a:solidFill>
                  <a:schemeClr val="dk1">
                    <a:tint val="75000"/>
                  </a:schemeClr>
                </a:solidFill>
                <a:effectLst/>
                <a:uFillTx/>
                <a:latin typeface="Calibri"/>
              </a:rPr>
              <a:t>10</a:t>
            </a:fld>
            <a:endParaRPr lang="it-IT" sz="1200" b="0" u="none" strike="noStrike">
              <a:solidFill>
                <a:srgbClr val="000000"/>
              </a:solidFill>
              <a:effectLst/>
              <a:uFillTx/>
              <a:latin typeface="Times New Roman"/>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Vuota">
    <p:bg>
      <p:bgPr>
        <a:solidFill>
          <a:srgbClr val="ffffff"/>
        </a:solidFill>
      </p:bgPr>
    </p:bg>
    <p:spTree>
      <p:nvGrpSpPr>
        <p:cNvPr id="1" name=""/>
        <p:cNvGrpSpPr/>
        <p:nvPr/>
      </p:nvGrpSpPr>
      <p:grpSpPr>
        <a:xfrm>
          <a:off x="0" y="0"/>
          <a:ext cx="0" cy="0"/>
          <a:chOff x="0" y="0"/>
          <a:chExt cx="0" cy="0"/>
        </a:xfrm>
      </p:grpSpPr>
      <p:sp>
        <p:nvSpPr>
          <p:cNvPr id="44" name="PlaceHolder 1"/>
          <p:cNvSpPr>
            <a:spLocks noGrp="1"/>
          </p:cNvSpPr>
          <p:nvPr>
            <p:ph type="dt" idx="25"/>
          </p:nvPr>
        </p:nvSpPr>
        <p:spPr>
          <a:xfrm>
            <a:off x="838080" y="6356520"/>
            <a:ext cx="2742840" cy="364680"/>
          </a:xfrm>
          <a:prstGeom prst="rect">
            <a:avLst/>
          </a:prstGeom>
          <a:noFill/>
          <a:ln w="0">
            <a:noFill/>
          </a:ln>
        </p:spPr>
        <p:txBody>
          <a:bodyPr lIns="91440" rIns="91440" tIns="45720" bIns="45720" anchor="ctr">
            <a:noAutofit/>
          </a:bodyPr>
          <a:lstStyle>
            <a:lvl1pPr indent="0" defTabSz="914400">
              <a:lnSpc>
                <a:spcPct val="100000"/>
              </a:lnSpc>
              <a:buNone/>
              <a:defRPr lang="de-DE" sz="1200" b="0" u="none" strike="noStrike">
                <a:solidFill>
                  <a:schemeClr val="dk1">
                    <a:tint val="75000"/>
                  </a:schemeClr>
                </a:solidFill>
                <a:effectLst/>
                <a:uFillTx/>
                <a:latin typeface="Calibri"/>
              </a:defRPr>
            </a:lvl1pPr>
          </a:lstStyle>
          <a:p>
            <a:pPr indent="0" defTabSz="914400">
              <a:lnSpc>
                <a:spcPct val="100000"/>
              </a:lnSpc>
              <a:buNone/>
            </a:pPr>
            <a:r>
              <a:rPr lang="de-DE" sz="1200" b="0" u="none" strike="noStrike">
                <a:solidFill>
                  <a:schemeClr val="dk1">
                    <a:tint val="75000"/>
                  </a:schemeClr>
                </a:solidFill>
                <a:effectLst/>
                <a:uFillTx/>
                <a:latin typeface="Calibri"/>
              </a:rPr>
              <a:t> </a:t>
            </a:r>
            <a:endParaRPr lang="it-IT" sz="1200" b="0" u="none" strike="noStrike">
              <a:solidFill>
                <a:srgbClr val="000000"/>
              </a:solidFill>
              <a:effectLst/>
              <a:uFillTx/>
              <a:latin typeface="Times New Roman"/>
            </a:endParaRPr>
          </a:p>
        </p:txBody>
      </p:sp>
      <p:sp>
        <p:nvSpPr>
          <p:cNvPr id="45" name="PlaceHolder 2"/>
          <p:cNvSpPr>
            <a:spLocks noGrp="1"/>
          </p:cNvSpPr>
          <p:nvPr>
            <p:ph type="ftr" idx="26"/>
          </p:nvPr>
        </p:nvSpPr>
        <p:spPr>
          <a:xfrm>
            <a:off x="4038480" y="6356520"/>
            <a:ext cx="4114440" cy="364680"/>
          </a:xfrm>
          <a:prstGeom prst="rect">
            <a:avLst/>
          </a:prstGeom>
          <a:noFill/>
          <a:ln w="0">
            <a:noFill/>
          </a:ln>
        </p:spPr>
        <p:txBody>
          <a:bodyPr lIns="91440" rIns="91440" tIns="45720" bIns="45720" anchor="ctr">
            <a:noAutofit/>
          </a:bodyPr>
          <a:lstStyle>
            <a:lvl1pPr indent="0" algn="ctr">
              <a:buNone/>
              <a:defRPr lang="it-IT" sz="1400" b="0" u="none" strike="noStrike">
                <a:solidFill>
                  <a:srgbClr val="000000"/>
                </a:solidFill>
                <a:effectLst/>
                <a:uFillTx/>
                <a:latin typeface="Times New Roman"/>
              </a:defRPr>
            </a:lvl1pPr>
          </a:lstStyle>
          <a:p>
            <a:pPr indent="0" algn="ctr">
              <a:buNone/>
            </a:pPr>
            <a:r>
              <a:rPr lang="it-IT" sz="1400" b="0" u="none" strike="noStrike">
                <a:solidFill>
                  <a:srgbClr val="000000"/>
                </a:solidFill>
                <a:effectLst/>
                <a:uFillTx/>
                <a:latin typeface="Times New Roman"/>
              </a:rPr>
              <a:t> </a:t>
            </a:r>
            <a:endParaRPr lang="it-IT" sz="1400" b="0" u="none" strike="noStrike">
              <a:solidFill>
                <a:srgbClr val="000000"/>
              </a:solidFill>
              <a:effectLst/>
              <a:uFillTx/>
              <a:latin typeface="Times New Roman"/>
            </a:endParaRPr>
          </a:p>
        </p:txBody>
      </p:sp>
      <p:sp>
        <p:nvSpPr>
          <p:cNvPr id="46" name="PlaceHolder 3"/>
          <p:cNvSpPr>
            <a:spLocks noGrp="1"/>
          </p:cNvSpPr>
          <p:nvPr>
            <p:ph type="sldNum" idx="27"/>
          </p:nvPr>
        </p:nvSpPr>
        <p:spPr>
          <a:xfrm>
            <a:off x="8610480" y="6356520"/>
            <a:ext cx="2742840" cy="364680"/>
          </a:xfrm>
          <a:prstGeom prst="rect">
            <a:avLst/>
          </a:prstGeom>
          <a:noFill/>
          <a:ln w="0">
            <a:noFill/>
          </a:ln>
        </p:spPr>
        <p:txBody>
          <a:bodyPr lIns="91440" rIns="91440" tIns="45720" bIns="45720" anchor="ctr">
            <a:noAutofit/>
          </a:bodyPr>
          <a:lstStyle>
            <a:lvl1pPr indent="0" algn="r" defTabSz="914400">
              <a:lnSpc>
                <a:spcPct val="100000"/>
              </a:lnSpc>
              <a:buNone/>
              <a:defRPr lang="de-DE" sz="1200" b="0" u="none" strike="noStrike">
                <a:solidFill>
                  <a:schemeClr val="dk1">
                    <a:tint val="75000"/>
                  </a:schemeClr>
                </a:solidFill>
                <a:effectLst/>
                <a:uFillTx/>
                <a:latin typeface="Calibri"/>
              </a:defRPr>
            </a:lvl1pPr>
          </a:lstStyle>
          <a:p>
            <a:pPr indent="0" algn="r" defTabSz="914400">
              <a:lnSpc>
                <a:spcPct val="100000"/>
              </a:lnSpc>
              <a:buNone/>
            </a:pPr>
            <a:fld id="{FA5BBF32-030E-44ED-B4D2-8495CC4046B9}" type="slidenum">
              <a:rPr lang="de-DE" sz="1200" b="0" u="none" strike="noStrike">
                <a:solidFill>
                  <a:schemeClr val="dk1">
                    <a:tint val="75000"/>
                  </a:schemeClr>
                </a:solidFill>
                <a:effectLst/>
                <a:uFillTx/>
                <a:latin typeface="Calibri"/>
              </a:rPr>
              <a:t>10</a:t>
            </a:fld>
            <a:endParaRPr lang="it-IT" sz="1200" b="0" u="none" strike="noStrike">
              <a:solidFill>
                <a:srgbClr val="000000"/>
              </a:solidFill>
              <a:effectLst/>
              <a:uFillTx/>
              <a:latin typeface="Times New Roman"/>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ntenuto con didascalia">
    <p:bg>
      <p:bgPr>
        <a:solidFill>
          <a:srgbClr val="ffffff"/>
        </a:solidFill>
      </p:bgPr>
    </p:bg>
    <p:spTree>
      <p:nvGrpSpPr>
        <p:cNvPr id="1" name=""/>
        <p:cNvGrpSpPr/>
        <p:nvPr/>
      </p:nvGrpSpPr>
      <p:grpSpPr>
        <a:xfrm>
          <a:off x="0" y="0"/>
          <a:ext cx="0" cy="0"/>
          <a:chOff x="0" y="0"/>
          <a:chExt cx="0" cy="0"/>
        </a:xfrm>
      </p:grpSpPr>
      <p:sp>
        <p:nvSpPr>
          <p:cNvPr id="47" name="PlaceHolder 1"/>
          <p:cNvSpPr>
            <a:spLocks noGrp="1"/>
          </p:cNvSpPr>
          <p:nvPr>
            <p:ph type="title"/>
          </p:nvPr>
        </p:nvSpPr>
        <p:spPr>
          <a:xfrm>
            <a:off x="839880" y="457200"/>
            <a:ext cx="3931920" cy="1599840"/>
          </a:xfrm>
          <a:prstGeom prst="rect">
            <a:avLst/>
          </a:prstGeom>
          <a:noFill/>
          <a:ln w="0">
            <a:noFill/>
          </a:ln>
        </p:spPr>
        <p:txBody>
          <a:bodyPr lIns="91440" rIns="91440" tIns="45720" bIns="45720" anchor="b">
            <a:noAutofit/>
          </a:bodyPr>
          <a:p>
            <a:pPr indent="0" defTabSz="914400">
              <a:lnSpc>
                <a:spcPct val="90000"/>
              </a:lnSpc>
              <a:buNone/>
            </a:pPr>
            <a:r>
              <a:rPr lang="it-IT" sz="3200" b="0" u="none" strike="noStrike">
                <a:solidFill>
                  <a:schemeClr val="dk1"/>
                </a:solidFill>
                <a:effectLst/>
                <a:uFillTx/>
                <a:latin typeface="Calibri Light"/>
              </a:rPr>
              <a:t>Fare clic per modificare lo stile del titolo</a:t>
            </a:r>
            <a:endParaRPr lang="de-DE" sz="3200" b="0" u="none" strike="noStrike">
              <a:solidFill>
                <a:schemeClr val="dk1"/>
              </a:solidFill>
              <a:effectLst/>
              <a:uFillTx/>
              <a:latin typeface="Calibri"/>
            </a:endParaRPr>
          </a:p>
        </p:txBody>
      </p:sp>
      <p:sp>
        <p:nvSpPr>
          <p:cNvPr id="48" name="PlaceHolder 2"/>
          <p:cNvSpPr>
            <a:spLocks noGrp="1"/>
          </p:cNvSpPr>
          <p:nvPr>
            <p:ph type="body"/>
          </p:nvPr>
        </p:nvSpPr>
        <p:spPr>
          <a:xfrm>
            <a:off x="5183280" y="987480"/>
            <a:ext cx="6171840" cy="487332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000000"/>
              </a:buClr>
              <a:buFont typeface="Arial"/>
              <a:buChar char="•"/>
            </a:pPr>
            <a:r>
              <a:rPr lang="it-IT" sz="3200" b="0" u="none" strike="noStrike">
                <a:solidFill>
                  <a:schemeClr val="dk1"/>
                </a:solidFill>
                <a:effectLst/>
                <a:uFillTx/>
                <a:latin typeface="Calibri"/>
              </a:rPr>
              <a:t>Fare clic per modificare stili del testo dello schema</a:t>
            </a:r>
            <a:endParaRPr lang="de-DE" sz="3200" b="0" u="none" strike="noStrike">
              <a:solidFill>
                <a:schemeClr val="dk1"/>
              </a:solidFill>
              <a:effectLst/>
              <a:uFillTx/>
              <a:latin typeface="Calibri"/>
            </a:endParaRPr>
          </a:p>
          <a:p>
            <a:pPr marL="685800" lvl="1" indent="-228600" defTabSz="914400">
              <a:lnSpc>
                <a:spcPct val="90000"/>
              </a:lnSpc>
              <a:spcBef>
                <a:spcPts val="499"/>
              </a:spcBef>
              <a:buClr>
                <a:srgbClr val="000000"/>
              </a:buClr>
              <a:buFont typeface="Arial"/>
              <a:buChar char="•"/>
            </a:pPr>
            <a:r>
              <a:rPr lang="it-IT" sz="2800" b="0" u="none" strike="noStrike">
                <a:solidFill>
                  <a:schemeClr val="dk1"/>
                </a:solidFill>
                <a:effectLst/>
                <a:uFillTx/>
                <a:latin typeface="Calibri"/>
              </a:rPr>
              <a:t>Secondo livello</a:t>
            </a:r>
            <a:endParaRPr lang="de-DE" sz="2800" b="0" u="none" strike="noStrike">
              <a:solidFill>
                <a:schemeClr val="dk1"/>
              </a:solidFill>
              <a:effectLst/>
              <a:uFillTx/>
              <a:latin typeface="Calibri"/>
            </a:endParaRPr>
          </a:p>
          <a:p>
            <a:pPr marL="1143000" lvl="2" indent="-228600" defTabSz="914400">
              <a:lnSpc>
                <a:spcPct val="90000"/>
              </a:lnSpc>
              <a:spcBef>
                <a:spcPts val="499"/>
              </a:spcBef>
              <a:buClr>
                <a:srgbClr val="000000"/>
              </a:buClr>
              <a:buFont typeface="Arial"/>
              <a:buChar char="•"/>
            </a:pPr>
            <a:r>
              <a:rPr lang="it-IT" sz="2400" b="0" u="none" strike="noStrike">
                <a:solidFill>
                  <a:schemeClr val="dk1"/>
                </a:solidFill>
                <a:effectLst/>
                <a:uFillTx/>
                <a:latin typeface="Calibri"/>
              </a:rPr>
              <a:t>Terzo livello</a:t>
            </a:r>
            <a:endParaRPr lang="de-DE" sz="2400" b="0" u="none" strike="noStrike">
              <a:solidFill>
                <a:schemeClr val="dk1"/>
              </a:solidFill>
              <a:effectLst/>
              <a:uFillTx/>
              <a:latin typeface="Calibri"/>
            </a:endParaRPr>
          </a:p>
          <a:p>
            <a:pPr marL="1600200" lvl="3" indent="-228600" defTabSz="914400">
              <a:lnSpc>
                <a:spcPct val="90000"/>
              </a:lnSpc>
              <a:spcBef>
                <a:spcPts val="499"/>
              </a:spcBef>
              <a:buClr>
                <a:srgbClr val="000000"/>
              </a:buClr>
              <a:buFont typeface="Arial"/>
              <a:buChar char="•"/>
            </a:pPr>
            <a:r>
              <a:rPr lang="it-IT" sz="2000" b="0" u="none" strike="noStrike">
                <a:solidFill>
                  <a:schemeClr val="dk1"/>
                </a:solidFill>
                <a:effectLst/>
                <a:uFillTx/>
                <a:latin typeface="Calibri"/>
              </a:rPr>
              <a:t>Quarto livello</a:t>
            </a:r>
            <a:endParaRPr lang="de-DE" sz="2000" b="0" u="none" strike="noStrike">
              <a:solidFill>
                <a:schemeClr val="dk1"/>
              </a:solidFill>
              <a:effectLst/>
              <a:uFillTx/>
              <a:latin typeface="Calibri"/>
            </a:endParaRPr>
          </a:p>
          <a:p>
            <a:pPr marL="2057400" lvl="4" indent="-228600" defTabSz="914400">
              <a:lnSpc>
                <a:spcPct val="90000"/>
              </a:lnSpc>
              <a:spcBef>
                <a:spcPts val="499"/>
              </a:spcBef>
              <a:buClr>
                <a:srgbClr val="000000"/>
              </a:buClr>
              <a:buFont typeface="Arial"/>
              <a:buChar char="•"/>
            </a:pPr>
            <a:r>
              <a:rPr lang="it-IT" sz="2000" b="0" u="none" strike="noStrike">
                <a:solidFill>
                  <a:schemeClr val="dk1"/>
                </a:solidFill>
                <a:effectLst/>
                <a:uFillTx/>
                <a:latin typeface="Calibri"/>
              </a:rPr>
              <a:t>Quinto livello</a:t>
            </a:r>
            <a:endParaRPr lang="de-DE" sz="2000" b="0" u="none" strike="noStrike">
              <a:solidFill>
                <a:schemeClr val="dk1"/>
              </a:solidFill>
              <a:effectLst/>
              <a:uFillTx/>
              <a:latin typeface="Calibri"/>
            </a:endParaRPr>
          </a:p>
        </p:txBody>
      </p:sp>
      <p:sp>
        <p:nvSpPr>
          <p:cNvPr id="49" name="PlaceHolder 3"/>
          <p:cNvSpPr>
            <a:spLocks noGrp="1"/>
          </p:cNvSpPr>
          <p:nvPr>
            <p:ph type="body"/>
          </p:nvPr>
        </p:nvSpPr>
        <p:spPr>
          <a:xfrm>
            <a:off x="839880" y="2057400"/>
            <a:ext cx="3931920" cy="3811320"/>
          </a:xfrm>
          <a:prstGeom prst="rect">
            <a:avLst/>
          </a:prstGeom>
          <a:noFill/>
          <a:ln w="0">
            <a:noFill/>
          </a:ln>
        </p:spPr>
        <p:txBody>
          <a:bodyPr lIns="91440" rIns="91440" tIns="45720" bIns="45720" anchor="t">
            <a:noAutofit/>
          </a:bodyPr>
          <a:p>
            <a:pPr indent="0" defTabSz="914400">
              <a:lnSpc>
                <a:spcPct val="90000"/>
              </a:lnSpc>
              <a:spcBef>
                <a:spcPts val="1001"/>
              </a:spcBef>
              <a:buNone/>
              <a:tabLst>
                <a:tab algn="l" pos="0"/>
              </a:tabLst>
            </a:pPr>
            <a:r>
              <a:rPr lang="it-IT" sz="1600" b="0" u="none" strike="noStrike">
                <a:solidFill>
                  <a:schemeClr val="dk1"/>
                </a:solidFill>
                <a:effectLst/>
                <a:uFillTx/>
                <a:latin typeface="Calibri"/>
              </a:rPr>
              <a:t>Fare clic per modificare stili del testo dello schema</a:t>
            </a:r>
            <a:endParaRPr lang="de-DE" sz="1600" b="0" u="none" strike="noStrike">
              <a:solidFill>
                <a:schemeClr val="dk1"/>
              </a:solidFill>
              <a:effectLst/>
              <a:uFillTx/>
              <a:latin typeface="Calibri"/>
            </a:endParaRPr>
          </a:p>
        </p:txBody>
      </p:sp>
      <p:sp>
        <p:nvSpPr>
          <p:cNvPr id="50" name="PlaceHolder 4"/>
          <p:cNvSpPr>
            <a:spLocks noGrp="1"/>
          </p:cNvSpPr>
          <p:nvPr>
            <p:ph type="dt" idx="28"/>
          </p:nvPr>
        </p:nvSpPr>
        <p:spPr>
          <a:xfrm>
            <a:off x="838080" y="6356520"/>
            <a:ext cx="2742840" cy="364680"/>
          </a:xfrm>
          <a:prstGeom prst="rect">
            <a:avLst/>
          </a:prstGeom>
          <a:noFill/>
          <a:ln w="0">
            <a:noFill/>
          </a:ln>
        </p:spPr>
        <p:txBody>
          <a:bodyPr lIns="91440" rIns="91440" tIns="45720" bIns="45720" anchor="ctr">
            <a:noAutofit/>
          </a:bodyPr>
          <a:lstStyle>
            <a:lvl1pPr indent="0" defTabSz="914400">
              <a:lnSpc>
                <a:spcPct val="100000"/>
              </a:lnSpc>
              <a:buNone/>
              <a:defRPr lang="de-DE" sz="1200" b="0" u="none" strike="noStrike">
                <a:solidFill>
                  <a:schemeClr val="dk1">
                    <a:tint val="75000"/>
                  </a:schemeClr>
                </a:solidFill>
                <a:effectLst/>
                <a:uFillTx/>
                <a:latin typeface="Calibri"/>
              </a:defRPr>
            </a:lvl1pPr>
          </a:lstStyle>
          <a:p>
            <a:pPr indent="0" defTabSz="914400">
              <a:lnSpc>
                <a:spcPct val="100000"/>
              </a:lnSpc>
              <a:buNone/>
            </a:pPr>
            <a:r>
              <a:rPr lang="de-DE" sz="1200" b="0" u="none" strike="noStrike">
                <a:solidFill>
                  <a:schemeClr val="dk1">
                    <a:tint val="75000"/>
                  </a:schemeClr>
                </a:solidFill>
                <a:effectLst/>
                <a:uFillTx/>
                <a:latin typeface="Calibri"/>
              </a:rPr>
              <a:t> </a:t>
            </a:r>
            <a:endParaRPr lang="it-IT" sz="1200" b="0" u="none" strike="noStrike">
              <a:solidFill>
                <a:srgbClr val="000000"/>
              </a:solidFill>
              <a:effectLst/>
              <a:uFillTx/>
              <a:latin typeface="Times New Roman"/>
            </a:endParaRPr>
          </a:p>
        </p:txBody>
      </p:sp>
      <p:sp>
        <p:nvSpPr>
          <p:cNvPr id="51" name="PlaceHolder 5"/>
          <p:cNvSpPr>
            <a:spLocks noGrp="1"/>
          </p:cNvSpPr>
          <p:nvPr>
            <p:ph type="ftr" idx="29"/>
          </p:nvPr>
        </p:nvSpPr>
        <p:spPr>
          <a:xfrm>
            <a:off x="4038480" y="6356520"/>
            <a:ext cx="4114440" cy="364680"/>
          </a:xfrm>
          <a:prstGeom prst="rect">
            <a:avLst/>
          </a:prstGeom>
          <a:noFill/>
          <a:ln w="0">
            <a:noFill/>
          </a:ln>
        </p:spPr>
        <p:txBody>
          <a:bodyPr lIns="91440" rIns="91440" tIns="45720" bIns="45720" anchor="ctr">
            <a:noAutofit/>
          </a:bodyPr>
          <a:lstStyle>
            <a:lvl1pPr indent="0" algn="ctr">
              <a:buNone/>
              <a:defRPr lang="it-IT" sz="1400" b="0" u="none" strike="noStrike">
                <a:solidFill>
                  <a:srgbClr val="000000"/>
                </a:solidFill>
                <a:effectLst/>
                <a:uFillTx/>
                <a:latin typeface="Times New Roman"/>
              </a:defRPr>
            </a:lvl1pPr>
          </a:lstStyle>
          <a:p>
            <a:pPr indent="0" algn="ctr">
              <a:buNone/>
            </a:pPr>
            <a:r>
              <a:rPr lang="it-IT" sz="1400" b="0" u="none" strike="noStrike">
                <a:solidFill>
                  <a:srgbClr val="000000"/>
                </a:solidFill>
                <a:effectLst/>
                <a:uFillTx/>
                <a:latin typeface="Times New Roman"/>
              </a:rPr>
              <a:t> </a:t>
            </a:r>
            <a:endParaRPr lang="it-IT" sz="1400" b="0" u="none" strike="noStrike">
              <a:solidFill>
                <a:srgbClr val="000000"/>
              </a:solidFill>
              <a:effectLst/>
              <a:uFillTx/>
              <a:latin typeface="Times New Roman"/>
            </a:endParaRPr>
          </a:p>
        </p:txBody>
      </p:sp>
      <p:sp>
        <p:nvSpPr>
          <p:cNvPr id="52" name="PlaceHolder 6"/>
          <p:cNvSpPr>
            <a:spLocks noGrp="1"/>
          </p:cNvSpPr>
          <p:nvPr>
            <p:ph type="sldNum" idx="30"/>
          </p:nvPr>
        </p:nvSpPr>
        <p:spPr>
          <a:xfrm>
            <a:off x="8610480" y="6356520"/>
            <a:ext cx="2742840" cy="364680"/>
          </a:xfrm>
          <a:prstGeom prst="rect">
            <a:avLst/>
          </a:prstGeom>
          <a:noFill/>
          <a:ln w="0">
            <a:noFill/>
          </a:ln>
        </p:spPr>
        <p:txBody>
          <a:bodyPr lIns="91440" rIns="91440" tIns="45720" bIns="45720" anchor="ctr">
            <a:noAutofit/>
          </a:bodyPr>
          <a:lstStyle>
            <a:lvl1pPr indent="0" algn="r" defTabSz="914400">
              <a:lnSpc>
                <a:spcPct val="100000"/>
              </a:lnSpc>
              <a:buNone/>
              <a:defRPr lang="de-DE" sz="1200" b="0" u="none" strike="noStrike">
                <a:solidFill>
                  <a:schemeClr val="dk1">
                    <a:tint val="75000"/>
                  </a:schemeClr>
                </a:solidFill>
                <a:effectLst/>
                <a:uFillTx/>
                <a:latin typeface="Calibri"/>
              </a:defRPr>
            </a:lvl1pPr>
          </a:lstStyle>
          <a:p>
            <a:pPr indent="0" algn="r" defTabSz="914400">
              <a:lnSpc>
                <a:spcPct val="100000"/>
              </a:lnSpc>
              <a:buNone/>
            </a:pPr>
            <a:fld id="{9EADC9A8-70F8-4352-B5D7-E7CE30177CB2}" type="slidenum">
              <a:rPr lang="de-DE" sz="1200" b="0" u="none" strike="noStrike">
                <a:solidFill>
                  <a:schemeClr val="dk1">
                    <a:tint val="75000"/>
                  </a:schemeClr>
                </a:solidFill>
                <a:effectLst/>
                <a:uFillTx/>
                <a:latin typeface="Calibri"/>
              </a:rPr>
              <a:t>10</a:t>
            </a:fld>
            <a:endParaRPr lang="it-IT" sz="1200" b="0" u="none" strike="noStrike">
              <a:solidFill>
                <a:srgbClr val="000000"/>
              </a:solidFill>
              <a:effectLst/>
              <a:uFillTx/>
              <a:latin typeface="Times New Roman"/>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Immagine con didascalia">
    <p:bg>
      <p:bgPr>
        <a:solidFill>
          <a:srgbClr val="ffffff"/>
        </a:solidFill>
      </p:bgPr>
    </p:bg>
    <p:spTree>
      <p:nvGrpSpPr>
        <p:cNvPr id="1" name=""/>
        <p:cNvGrpSpPr/>
        <p:nvPr/>
      </p:nvGrpSpPr>
      <p:grpSpPr>
        <a:xfrm>
          <a:off x="0" y="0"/>
          <a:ext cx="0" cy="0"/>
          <a:chOff x="0" y="0"/>
          <a:chExt cx="0" cy="0"/>
        </a:xfrm>
      </p:grpSpPr>
      <p:sp>
        <p:nvSpPr>
          <p:cNvPr id="53" name="PlaceHolder 1"/>
          <p:cNvSpPr>
            <a:spLocks noGrp="1"/>
          </p:cNvSpPr>
          <p:nvPr>
            <p:ph type="title"/>
          </p:nvPr>
        </p:nvSpPr>
        <p:spPr>
          <a:xfrm>
            <a:off x="839880" y="457200"/>
            <a:ext cx="3931920" cy="1599840"/>
          </a:xfrm>
          <a:prstGeom prst="rect">
            <a:avLst/>
          </a:prstGeom>
          <a:noFill/>
          <a:ln w="0">
            <a:noFill/>
          </a:ln>
        </p:spPr>
        <p:txBody>
          <a:bodyPr lIns="91440" rIns="91440" tIns="45720" bIns="45720" anchor="b">
            <a:noAutofit/>
          </a:bodyPr>
          <a:p>
            <a:pPr indent="0" defTabSz="914400">
              <a:lnSpc>
                <a:spcPct val="90000"/>
              </a:lnSpc>
              <a:buNone/>
            </a:pPr>
            <a:r>
              <a:rPr lang="it-IT" sz="3200" b="0" u="none" strike="noStrike">
                <a:solidFill>
                  <a:schemeClr val="dk1"/>
                </a:solidFill>
                <a:effectLst/>
                <a:uFillTx/>
                <a:latin typeface="Calibri Light"/>
              </a:rPr>
              <a:t>Fare clic per modificare lo stile del titolo</a:t>
            </a:r>
            <a:endParaRPr lang="de-DE" sz="3200" b="0" u="none" strike="noStrike">
              <a:solidFill>
                <a:schemeClr val="dk1"/>
              </a:solidFill>
              <a:effectLst/>
              <a:uFillTx/>
              <a:latin typeface="Calibri"/>
            </a:endParaRPr>
          </a:p>
        </p:txBody>
      </p:sp>
      <p:sp>
        <p:nvSpPr>
          <p:cNvPr id="54" name="PlaceHolder 2"/>
          <p:cNvSpPr>
            <a:spLocks noGrp="1"/>
          </p:cNvSpPr>
          <p:nvPr>
            <p:ph type="body"/>
          </p:nvPr>
        </p:nvSpPr>
        <p:spPr>
          <a:xfrm>
            <a:off x="5183280" y="987480"/>
            <a:ext cx="6171840" cy="4873320"/>
          </a:xfrm>
          <a:prstGeom prst="rect">
            <a:avLst/>
          </a:prstGeom>
          <a:noFill/>
          <a:ln w="0">
            <a:noFill/>
          </a:ln>
        </p:spPr>
        <p:txBody>
          <a:bodyPr lIns="90000" rIns="90000" tIns="45000" bIns="45000" anchor="t">
            <a:noAutofit/>
          </a:bodyPr>
          <a:p>
            <a:pPr marL="432000" indent="-324000">
              <a:lnSpc>
                <a:spcPct val="90000"/>
              </a:lnSpc>
              <a:spcBef>
                <a:spcPts val="1417"/>
              </a:spcBef>
              <a:buClr>
                <a:srgbClr val="000000"/>
              </a:buClr>
              <a:buSzPct val="45000"/>
              <a:buFont typeface="Wingdings" charset="2"/>
              <a:buChar char=""/>
            </a:pPr>
            <a:r>
              <a:rPr lang="de-DE" sz="3200" b="0" u="none" strike="noStrike">
                <a:solidFill>
                  <a:schemeClr val="dk1"/>
                </a:solidFill>
                <a:effectLst/>
                <a:uFillTx/>
                <a:latin typeface="Calibri"/>
              </a:rPr>
              <a:t>Fai clic per modificare il formato del testo della struttura</a:t>
            </a:r>
            <a:endParaRPr lang="de-DE" sz="3200" b="0" u="none" strike="noStrike">
              <a:solidFill>
                <a:schemeClr val="dk1"/>
              </a:solidFill>
              <a:effectLst/>
              <a:uFillTx/>
              <a:latin typeface="Calibri"/>
            </a:endParaRPr>
          </a:p>
          <a:p>
            <a:pPr marL="864000" lvl="1" indent="-324000">
              <a:lnSpc>
                <a:spcPct val="90000"/>
              </a:lnSpc>
              <a:spcBef>
                <a:spcPts val="1134"/>
              </a:spcBef>
              <a:buClr>
                <a:srgbClr val="000000"/>
              </a:buClr>
              <a:buSzPct val="75000"/>
              <a:buFont typeface="Symbol" charset="2"/>
              <a:buChar char=""/>
            </a:pPr>
            <a:r>
              <a:rPr lang="de-DE" sz="3200" b="0" u="none" strike="noStrike">
                <a:solidFill>
                  <a:schemeClr val="dk1"/>
                </a:solidFill>
                <a:effectLst/>
                <a:uFillTx/>
                <a:latin typeface="Calibri"/>
              </a:rPr>
              <a:t>Secondo livello struttura</a:t>
            </a:r>
            <a:endParaRPr lang="de-DE" sz="3200" b="0" u="none" strike="noStrike">
              <a:solidFill>
                <a:schemeClr val="dk1"/>
              </a:solidFill>
              <a:effectLst/>
              <a:uFillTx/>
              <a:latin typeface="Calibri"/>
            </a:endParaRPr>
          </a:p>
          <a:p>
            <a:pPr marL="1296000" lvl="2" indent="-288000">
              <a:lnSpc>
                <a:spcPct val="90000"/>
              </a:lnSpc>
              <a:spcBef>
                <a:spcPts val="850"/>
              </a:spcBef>
              <a:buClr>
                <a:srgbClr val="000000"/>
              </a:buClr>
              <a:buSzPct val="45000"/>
              <a:buFont typeface="Wingdings" charset="2"/>
              <a:buChar char=""/>
            </a:pPr>
            <a:r>
              <a:rPr lang="de-DE" sz="3200" b="0" u="none" strike="noStrike">
                <a:solidFill>
                  <a:schemeClr val="dk1"/>
                </a:solidFill>
                <a:effectLst/>
                <a:uFillTx/>
                <a:latin typeface="Calibri"/>
              </a:rPr>
              <a:t>Terzo livello struttura</a:t>
            </a:r>
            <a:endParaRPr lang="de-DE" sz="3200" b="0" u="none" strike="noStrike">
              <a:solidFill>
                <a:schemeClr val="dk1"/>
              </a:solidFill>
              <a:effectLst/>
              <a:uFillTx/>
              <a:latin typeface="Calibri"/>
            </a:endParaRPr>
          </a:p>
          <a:p>
            <a:pPr marL="1728000" lvl="3" indent="-216000">
              <a:lnSpc>
                <a:spcPct val="90000"/>
              </a:lnSpc>
              <a:spcBef>
                <a:spcPts val="567"/>
              </a:spcBef>
              <a:buClr>
                <a:srgbClr val="000000"/>
              </a:buClr>
              <a:buSzPct val="75000"/>
              <a:buFont typeface="Symbol" charset="2"/>
              <a:buChar char=""/>
            </a:pPr>
            <a:r>
              <a:rPr lang="de-DE" sz="3200" b="0" u="none" strike="noStrike">
                <a:solidFill>
                  <a:schemeClr val="dk1"/>
                </a:solidFill>
                <a:effectLst/>
                <a:uFillTx/>
                <a:latin typeface="Calibri"/>
              </a:rPr>
              <a:t>Quarto livello struttura</a:t>
            </a:r>
            <a:endParaRPr lang="de-DE" sz="3200" b="0" u="none" strike="noStrike">
              <a:solidFill>
                <a:schemeClr val="dk1"/>
              </a:solidFill>
              <a:effectLst/>
              <a:uFillTx/>
              <a:latin typeface="Calibri"/>
            </a:endParaRPr>
          </a:p>
          <a:p>
            <a:pPr marL="2160000" lvl="4" indent="-216000">
              <a:lnSpc>
                <a:spcPct val="90000"/>
              </a:lnSpc>
              <a:spcBef>
                <a:spcPts val="283"/>
              </a:spcBef>
              <a:buClr>
                <a:srgbClr val="000000"/>
              </a:buClr>
              <a:buSzPct val="45000"/>
              <a:buFont typeface="Wingdings" charset="2"/>
              <a:buChar char=""/>
            </a:pPr>
            <a:r>
              <a:rPr lang="de-DE" sz="3200" b="0" u="none" strike="noStrike">
                <a:solidFill>
                  <a:schemeClr val="dk1"/>
                </a:solidFill>
                <a:effectLst/>
                <a:uFillTx/>
                <a:latin typeface="Calibri"/>
              </a:rPr>
              <a:t>Quinto livello struttura</a:t>
            </a:r>
            <a:endParaRPr lang="de-DE" sz="3200" b="0" u="none" strike="noStrike">
              <a:solidFill>
                <a:schemeClr val="dk1"/>
              </a:solidFill>
              <a:effectLst/>
              <a:uFillTx/>
              <a:latin typeface="Calibri"/>
            </a:endParaRPr>
          </a:p>
          <a:p>
            <a:pPr marL="2592000" lvl="5" indent="-216000">
              <a:lnSpc>
                <a:spcPct val="90000"/>
              </a:lnSpc>
              <a:spcBef>
                <a:spcPts val="283"/>
              </a:spcBef>
              <a:buClr>
                <a:srgbClr val="000000"/>
              </a:buClr>
              <a:buSzPct val="45000"/>
              <a:buFont typeface="Wingdings" charset="2"/>
              <a:buChar char=""/>
            </a:pPr>
            <a:r>
              <a:rPr lang="de-DE" sz="3200" b="0" u="none" strike="noStrike">
                <a:solidFill>
                  <a:schemeClr val="dk1"/>
                </a:solidFill>
                <a:effectLst/>
                <a:uFillTx/>
                <a:latin typeface="Calibri"/>
              </a:rPr>
              <a:t>Sesto livello struttura</a:t>
            </a:r>
            <a:endParaRPr lang="de-DE" sz="3200" b="0" u="none" strike="noStrike">
              <a:solidFill>
                <a:schemeClr val="dk1"/>
              </a:solidFill>
              <a:effectLst/>
              <a:uFillTx/>
              <a:latin typeface="Calibri"/>
            </a:endParaRPr>
          </a:p>
          <a:p>
            <a:pPr marL="3024000" lvl="6" indent="-216000">
              <a:lnSpc>
                <a:spcPct val="90000"/>
              </a:lnSpc>
              <a:spcBef>
                <a:spcPts val="283"/>
              </a:spcBef>
              <a:buClr>
                <a:srgbClr val="000000"/>
              </a:buClr>
              <a:buSzPct val="45000"/>
              <a:buFont typeface="Wingdings" charset="2"/>
              <a:buChar char=""/>
            </a:pPr>
            <a:r>
              <a:rPr lang="de-DE" sz="3200" b="0" u="none" strike="noStrike">
                <a:solidFill>
                  <a:schemeClr val="dk1"/>
                </a:solidFill>
                <a:effectLst/>
                <a:uFillTx/>
                <a:latin typeface="Calibri"/>
              </a:rPr>
              <a:t>Settimo livello struttura</a:t>
            </a:r>
            <a:endParaRPr lang="de-DE" sz="3200" b="0" u="none" strike="noStrike">
              <a:solidFill>
                <a:schemeClr val="dk1"/>
              </a:solidFill>
              <a:effectLst/>
              <a:uFillTx/>
              <a:latin typeface="Calibri"/>
            </a:endParaRPr>
          </a:p>
        </p:txBody>
      </p:sp>
      <p:sp>
        <p:nvSpPr>
          <p:cNvPr id="55" name="PlaceHolder 3"/>
          <p:cNvSpPr>
            <a:spLocks noGrp="1"/>
          </p:cNvSpPr>
          <p:nvPr>
            <p:ph type="body"/>
          </p:nvPr>
        </p:nvSpPr>
        <p:spPr>
          <a:xfrm>
            <a:off x="839880" y="2057400"/>
            <a:ext cx="3931920" cy="3811320"/>
          </a:xfrm>
          <a:prstGeom prst="rect">
            <a:avLst/>
          </a:prstGeom>
          <a:noFill/>
          <a:ln w="0">
            <a:noFill/>
          </a:ln>
        </p:spPr>
        <p:txBody>
          <a:bodyPr lIns="91440" rIns="91440" tIns="45720" bIns="45720" anchor="t">
            <a:noAutofit/>
          </a:bodyPr>
          <a:p>
            <a:pPr indent="0" defTabSz="914400">
              <a:lnSpc>
                <a:spcPct val="90000"/>
              </a:lnSpc>
              <a:spcBef>
                <a:spcPts val="1001"/>
              </a:spcBef>
              <a:buNone/>
              <a:tabLst>
                <a:tab algn="l" pos="0"/>
              </a:tabLst>
            </a:pPr>
            <a:r>
              <a:rPr lang="it-IT" sz="1600" b="0" u="none" strike="noStrike">
                <a:solidFill>
                  <a:schemeClr val="dk1"/>
                </a:solidFill>
                <a:effectLst/>
                <a:uFillTx/>
                <a:latin typeface="Calibri"/>
              </a:rPr>
              <a:t>Fare clic per modificare stili del testo dello schema</a:t>
            </a:r>
            <a:endParaRPr lang="de-DE" sz="1600" b="0" u="none" strike="noStrike">
              <a:solidFill>
                <a:schemeClr val="dk1"/>
              </a:solidFill>
              <a:effectLst/>
              <a:uFillTx/>
              <a:latin typeface="Calibri"/>
            </a:endParaRPr>
          </a:p>
        </p:txBody>
      </p:sp>
      <p:sp>
        <p:nvSpPr>
          <p:cNvPr id="56" name="PlaceHolder 4"/>
          <p:cNvSpPr>
            <a:spLocks noGrp="1"/>
          </p:cNvSpPr>
          <p:nvPr>
            <p:ph type="dt" idx="31"/>
          </p:nvPr>
        </p:nvSpPr>
        <p:spPr>
          <a:xfrm>
            <a:off x="838080" y="6356520"/>
            <a:ext cx="2742840" cy="364680"/>
          </a:xfrm>
          <a:prstGeom prst="rect">
            <a:avLst/>
          </a:prstGeom>
          <a:noFill/>
          <a:ln w="0">
            <a:noFill/>
          </a:ln>
        </p:spPr>
        <p:txBody>
          <a:bodyPr lIns="91440" rIns="91440" tIns="45720" bIns="45720" anchor="ctr">
            <a:noAutofit/>
          </a:bodyPr>
          <a:lstStyle>
            <a:lvl1pPr indent="0" defTabSz="914400">
              <a:lnSpc>
                <a:spcPct val="100000"/>
              </a:lnSpc>
              <a:buNone/>
              <a:defRPr lang="de-DE" sz="1200" b="0" u="none" strike="noStrike">
                <a:solidFill>
                  <a:schemeClr val="dk1">
                    <a:tint val="75000"/>
                  </a:schemeClr>
                </a:solidFill>
                <a:effectLst/>
                <a:uFillTx/>
                <a:latin typeface="Calibri"/>
              </a:defRPr>
            </a:lvl1pPr>
          </a:lstStyle>
          <a:p>
            <a:pPr indent="0" defTabSz="914400">
              <a:lnSpc>
                <a:spcPct val="100000"/>
              </a:lnSpc>
              <a:buNone/>
            </a:pPr>
            <a:r>
              <a:rPr lang="de-DE" sz="1200" b="0" u="none" strike="noStrike">
                <a:solidFill>
                  <a:schemeClr val="dk1">
                    <a:tint val="75000"/>
                  </a:schemeClr>
                </a:solidFill>
                <a:effectLst/>
                <a:uFillTx/>
                <a:latin typeface="Calibri"/>
              </a:rPr>
              <a:t> </a:t>
            </a:r>
            <a:endParaRPr lang="it-IT" sz="1200" b="0" u="none" strike="noStrike">
              <a:solidFill>
                <a:srgbClr val="000000"/>
              </a:solidFill>
              <a:effectLst/>
              <a:uFillTx/>
              <a:latin typeface="Times New Roman"/>
            </a:endParaRPr>
          </a:p>
        </p:txBody>
      </p:sp>
      <p:sp>
        <p:nvSpPr>
          <p:cNvPr id="57" name="PlaceHolder 5"/>
          <p:cNvSpPr>
            <a:spLocks noGrp="1"/>
          </p:cNvSpPr>
          <p:nvPr>
            <p:ph type="ftr" idx="32"/>
          </p:nvPr>
        </p:nvSpPr>
        <p:spPr>
          <a:xfrm>
            <a:off x="4038480" y="6356520"/>
            <a:ext cx="4114440" cy="364680"/>
          </a:xfrm>
          <a:prstGeom prst="rect">
            <a:avLst/>
          </a:prstGeom>
          <a:noFill/>
          <a:ln w="0">
            <a:noFill/>
          </a:ln>
        </p:spPr>
        <p:txBody>
          <a:bodyPr lIns="91440" rIns="91440" tIns="45720" bIns="45720" anchor="ctr">
            <a:noAutofit/>
          </a:bodyPr>
          <a:lstStyle>
            <a:lvl1pPr indent="0" algn="ctr">
              <a:buNone/>
              <a:defRPr lang="it-IT" sz="1400" b="0" u="none" strike="noStrike">
                <a:solidFill>
                  <a:srgbClr val="000000"/>
                </a:solidFill>
                <a:effectLst/>
                <a:uFillTx/>
                <a:latin typeface="Times New Roman"/>
              </a:defRPr>
            </a:lvl1pPr>
          </a:lstStyle>
          <a:p>
            <a:pPr indent="0" algn="ctr">
              <a:buNone/>
            </a:pPr>
            <a:r>
              <a:rPr lang="it-IT" sz="1400" b="0" u="none" strike="noStrike">
                <a:solidFill>
                  <a:srgbClr val="000000"/>
                </a:solidFill>
                <a:effectLst/>
                <a:uFillTx/>
                <a:latin typeface="Times New Roman"/>
              </a:rPr>
              <a:t> </a:t>
            </a:r>
            <a:endParaRPr lang="it-IT" sz="1400" b="0" u="none" strike="noStrike">
              <a:solidFill>
                <a:srgbClr val="000000"/>
              </a:solidFill>
              <a:effectLst/>
              <a:uFillTx/>
              <a:latin typeface="Times New Roman"/>
            </a:endParaRPr>
          </a:p>
        </p:txBody>
      </p:sp>
      <p:sp>
        <p:nvSpPr>
          <p:cNvPr id="58" name="PlaceHolder 6"/>
          <p:cNvSpPr>
            <a:spLocks noGrp="1"/>
          </p:cNvSpPr>
          <p:nvPr>
            <p:ph type="sldNum" idx="33"/>
          </p:nvPr>
        </p:nvSpPr>
        <p:spPr>
          <a:xfrm>
            <a:off x="8610480" y="6356520"/>
            <a:ext cx="2742840" cy="364680"/>
          </a:xfrm>
          <a:prstGeom prst="rect">
            <a:avLst/>
          </a:prstGeom>
          <a:noFill/>
          <a:ln w="0">
            <a:noFill/>
          </a:ln>
        </p:spPr>
        <p:txBody>
          <a:bodyPr lIns="91440" rIns="91440" tIns="45720" bIns="45720" anchor="ctr">
            <a:noAutofit/>
          </a:bodyPr>
          <a:lstStyle>
            <a:lvl1pPr indent="0" algn="r" defTabSz="914400">
              <a:lnSpc>
                <a:spcPct val="100000"/>
              </a:lnSpc>
              <a:buNone/>
              <a:defRPr lang="de-DE" sz="1200" b="0" u="none" strike="noStrike">
                <a:solidFill>
                  <a:schemeClr val="dk1">
                    <a:tint val="75000"/>
                  </a:schemeClr>
                </a:solidFill>
                <a:effectLst/>
                <a:uFillTx/>
                <a:latin typeface="Calibri"/>
              </a:defRPr>
            </a:lvl1pPr>
          </a:lstStyle>
          <a:p>
            <a:pPr indent="0" algn="r" defTabSz="914400">
              <a:lnSpc>
                <a:spcPct val="100000"/>
              </a:lnSpc>
              <a:buNone/>
            </a:pPr>
            <a:fld id="{689DFD72-D5F5-42CA-9626-4FD72FFBE782}" type="slidenum">
              <a:rPr lang="de-DE" sz="1200" b="0" u="none" strike="noStrike">
                <a:solidFill>
                  <a:schemeClr val="dk1">
                    <a:tint val="75000"/>
                  </a:schemeClr>
                </a:solidFill>
                <a:effectLst/>
                <a:uFillTx/>
                <a:latin typeface="Calibri"/>
              </a:rPr>
              <a:t>10</a:t>
            </a:fld>
            <a:endParaRPr lang="it-IT" sz="1200" b="0" u="none" strike="noStrike">
              <a:solidFill>
                <a:srgbClr val="000000"/>
              </a:solidFill>
              <a:effectLst/>
              <a:uFillTx/>
              <a:latin typeface="Times New Roman"/>
            </a:endParaRP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Predefinito 1">
    <p:bg>
      <p:bgPr>
        <a:solidFill>
          <a:srgbClr val="ffffff"/>
        </a:solidFill>
      </p:bgPr>
    </p:bg>
    <p:spTree>
      <p:nvGrpSpPr>
        <p:cNvPr id="1" name=""/>
        <p:cNvGrpSpPr/>
        <p:nvPr/>
      </p:nvGrpSpPr>
      <p:grpSpPr>
        <a:xfrm>
          <a:off x="0" y="0"/>
          <a:ext cx="0" cy="0"/>
          <a:chOff x="0" y="0"/>
          <a:chExt cx="0" cy="0"/>
        </a:xfrm>
      </p:grpSpPr>
      <p:sp>
        <p:nvSpPr>
          <p:cNvPr id="59" name="PlaceHolder 1"/>
          <p:cNvSpPr>
            <a:spLocks noGrp="1"/>
          </p:cNvSpPr>
          <p:nvPr>
            <p:ph type="title"/>
          </p:nvPr>
        </p:nvSpPr>
        <p:spPr>
          <a:xfrm>
            <a:off x="1523880" y="1122480"/>
            <a:ext cx="9143640" cy="2387160"/>
          </a:xfrm>
          <a:prstGeom prst="rect">
            <a:avLst/>
          </a:prstGeom>
          <a:noFill/>
          <a:ln w="0">
            <a:noFill/>
          </a:ln>
        </p:spPr>
        <p:txBody>
          <a:bodyPr lIns="91440" rIns="91440" tIns="45720" bIns="45720" anchor="b">
            <a:noAutofit/>
          </a:bodyPr>
          <a:p>
            <a:pPr indent="0" algn="ctr" defTabSz="914400">
              <a:lnSpc>
                <a:spcPct val="90000"/>
              </a:lnSpc>
              <a:buNone/>
            </a:pPr>
            <a:r>
              <a:rPr lang="it-IT" sz="6000" b="0" u="none" strike="noStrike">
                <a:solidFill>
                  <a:schemeClr val="dk1"/>
                </a:solidFill>
                <a:effectLst/>
                <a:uFillTx/>
                <a:latin typeface="Calibri Light"/>
              </a:rPr>
              <a:t>Fare clic per modificare lo stile del titolo dello schema</a:t>
            </a:r>
            <a:endParaRPr lang="de-DE" sz="6000" b="0" u="none" strike="noStrike">
              <a:solidFill>
                <a:schemeClr val="dk1"/>
              </a:solidFill>
              <a:effectLst/>
              <a:uFillTx/>
              <a:latin typeface="Calibri"/>
            </a:endParaRPr>
          </a:p>
        </p:txBody>
      </p:sp>
      <p:sp>
        <p:nvSpPr>
          <p:cNvPr id="60" name="PlaceHolder 2"/>
          <p:cNvSpPr>
            <a:spLocks noGrp="1"/>
          </p:cNvSpPr>
          <p:nvPr>
            <p:ph type="dt" idx="34"/>
          </p:nvPr>
        </p:nvSpPr>
        <p:spPr>
          <a:xfrm>
            <a:off x="838080" y="6356520"/>
            <a:ext cx="2742840" cy="364680"/>
          </a:xfrm>
          <a:prstGeom prst="rect">
            <a:avLst/>
          </a:prstGeom>
          <a:noFill/>
          <a:ln w="0">
            <a:noFill/>
          </a:ln>
        </p:spPr>
        <p:txBody>
          <a:bodyPr lIns="91440" rIns="91440" tIns="45720" bIns="45720" anchor="ctr">
            <a:noAutofit/>
          </a:bodyPr>
          <a:lstStyle>
            <a:lvl1pPr indent="0" defTabSz="914400">
              <a:lnSpc>
                <a:spcPct val="100000"/>
              </a:lnSpc>
              <a:buNone/>
              <a:defRPr lang="it-IT" sz="1200" b="0" u="none" strike="noStrike">
                <a:solidFill>
                  <a:schemeClr val="dk1">
                    <a:tint val="75000"/>
                  </a:schemeClr>
                </a:solidFill>
                <a:effectLst/>
                <a:uFillTx/>
                <a:latin typeface="Calibri"/>
              </a:defRPr>
            </a:lvl1pPr>
          </a:lstStyle>
          <a:p>
            <a:pPr indent="0" defTabSz="914400">
              <a:lnSpc>
                <a:spcPct val="100000"/>
              </a:lnSpc>
              <a:buNone/>
            </a:pPr>
            <a:r>
              <a:rPr lang="it-IT" sz="1200" b="0" u="none" strike="noStrike">
                <a:solidFill>
                  <a:schemeClr val="dk1">
                    <a:tint val="75000"/>
                  </a:schemeClr>
                </a:solidFill>
                <a:effectLst/>
                <a:uFillTx/>
                <a:latin typeface="Calibri"/>
              </a:rPr>
              <a:t> </a:t>
            </a:r>
            <a:endParaRPr lang="it-IT" sz="1200" b="0" u="none" strike="noStrike">
              <a:solidFill>
                <a:srgbClr val="000000"/>
              </a:solidFill>
              <a:effectLst/>
              <a:uFillTx/>
              <a:latin typeface="Times New Roman"/>
            </a:endParaRPr>
          </a:p>
        </p:txBody>
      </p:sp>
      <p:sp>
        <p:nvSpPr>
          <p:cNvPr id="61" name="PlaceHolder 3"/>
          <p:cNvSpPr>
            <a:spLocks noGrp="1"/>
          </p:cNvSpPr>
          <p:nvPr>
            <p:ph type="ftr" idx="35"/>
          </p:nvPr>
        </p:nvSpPr>
        <p:spPr>
          <a:xfrm>
            <a:off x="4038480" y="6356520"/>
            <a:ext cx="4114440" cy="364680"/>
          </a:xfrm>
          <a:prstGeom prst="rect">
            <a:avLst/>
          </a:prstGeom>
          <a:noFill/>
          <a:ln w="0">
            <a:noFill/>
          </a:ln>
        </p:spPr>
        <p:txBody>
          <a:bodyPr lIns="91440" rIns="91440" tIns="45720" bIns="45720" anchor="ctr">
            <a:noAutofit/>
          </a:bodyPr>
          <a:lstStyle>
            <a:lvl1pPr indent="0" algn="ctr">
              <a:buNone/>
              <a:defRPr lang="it-IT" sz="1400" b="0" u="none" strike="noStrike">
                <a:solidFill>
                  <a:srgbClr val="000000"/>
                </a:solidFill>
                <a:effectLst/>
                <a:uFillTx/>
                <a:latin typeface="Times New Roman"/>
              </a:defRPr>
            </a:lvl1pPr>
          </a:lstStyle>
          <a:p>
            <a:pPr indent="0" algn="ctr">
              <a:buNone/>
            </a:pPr>
            <a:r>
              <a:rPr lang="it-IT" sz="1400" b="0" u="none" strike="noStrike">
                <a:solidFill>
                  <a:srgbClr val="000000"/>
                </a:solidFill>
                <a:effectLst/>
                <a:uFillTx/>
                <a:latin typeface="Times New Roman"/>
              </a:rPr>
              <a:t> </a:t>
            </a:r>
            <a:endParaRPr lang="it-IT" sz="1400" b="0" u="none" strike="noStrike">
              <a:solidFill>
                <a:srgbClr val="000000"/>
              </a:solidFill>
              <a:effectLst/>
              <a:uFillTx/>
              <a:latin typeface="Times New Roman"/>
            </a:endParaRPr>
          </a:p>
        </p:txBody>
      </p:sp>
      <p:sp>
        <p:nvSpPr>
          <p:cNvPr id="62" name="PlaceHolder 4"/>
          <p:cNvSpPr>
            <a:spLocks noGrp="1"/>
          </p:cNvSpPr>
          <p:nvPr>
            <p:ph type="sldNum" idx="36"/>
          </p:nvPr>
        </p:nvSpPr>
        <p:spPr>
          <a:xfrm>
            <a:off x="8610480" y="6356520"/>
            <a:ext cx="2742840" cy="364680"/>
          </a:xfrm>
          <a:prstGeom prst="rect">
            <a:avLst/>
          </a:prstGeom>
          <a:noFill/>
          <a:ln w="0">
            <a:noFill/>
          </a:ln>
        </p:spPr>
        <p:txBody>
          <a:bodyPr lIns="91440" rIns="91440" tIns="45720" bIns="45720" anchor="ctr">
            <a:noAutofit/>
          </a:bodyPr>
          <a:lstStyle>
            <a:lvl1pPr indent="0" algn="r" defTabSz="914400">
              <a:lnSpc>
                <a:spcPct val="100000"/>
              </a:lnSpc>
              <a:buNone/>
              <a:defRPr lang="it-IT" sz="1200" b="0" u="none" strike="noStrike">
                <a:solidFill>
                  <a:schemeClr val="dk1">
                    <a:tint val="75000"/>
                  </a:schemeClr>
                </a:solidFill>
                <a:effectLst/>
                <a:uFillTx/>
                <a:latin typeface="Calibri"/>
              </a:defRPr>
            </a:lvl1pPr>
          </a:lstStyle>
          <a:p>
            <a:pPr indent="0" algn="r" defTabSz="914400">
              <a:lnSpc>
                <a:spcPct val="100000"/>
              </a:lnSpc>
              <a:buNone/>
            </a:pPr>
            <a:fld id="{72E752D7-E804-41E1-AE7A-402E5720ECC5}" type="slidenum">
              <a:rPr lang="it-IT" sz="1200" b="0" u="none" strike="noStrike">
                <a:solidFill>
                  <a:schemeClr val="dk1">
                    <a:tint val="75000"/>
                  </a:schemeClr>
                </a:solidFill>
                <a:effectLst/>
                <a:uFillTx/>
                <a:latin typeface="Calibri"/>
              </a:rPr>
              <a:t>10</a:t>
            </a:fld>
            <a:endParaRPr lang="it-IT" sz="1200" b="0" u="none" strike="noStrike">
              <a:solidFill>
                <a:srgbClr val="000000"/>
              </a:solidFill>
              <a:effectLst/>
              <a:uFillTx/>
              <a:latin typeface="Times New Roman"/>
            </a:endParaRPr>
          </a:p>
        </p:txBody>
      </p:sp>
      <p:sp>
        <p:nvSpPr>
          <p:cNvPr id="63" name="PlaceHolder 5"/>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lnSpc>
                <a:spcPct val="90000"/>
              </a:lnSpc>
              <a:spcBef>
                <a:spcPts val="1417"/>
              </a:spcBef>
              <a:buClr>
                <a:srgbClr val="000000"/>
              </a:buClr>
              <a:buSzPct val="45000"/>
              <a:buFont typeface="Wingdings" charset="2"/>
              <a:buChar char=""/>
            </a:pPr>
            <a:r>
              <a:rPr lang="de-DE" sz="2800" b="0" u="none" strike="noStrike">
                <a:solidFill>
                  <a:schemeClr val="dk1"/>
                </a:solidFill>
                <a:effectLst/>
                <a:uFillTx/>
                <a:latin typeface="Calibri"/>
              </a:rPr>
              <a:t>Fai clic per modificare il formato del testo della struttura</a:t>
            </a:r>
            <a:endParaRPr lang="de-DE" sz="2800" b="0" u="none" strike="noStrike">
              <a:solidFill>
                <a:schemeClr val="dk1"/>
              </a:solidFill>
              <a:effectLst/>
              <a:uFillTx/>
              <a:latin typeface="Calibri"/>
            </a:endParaRPr>
          </a:p>
          <a:p>
            <a:pPr marL="864000" lvl="1" indent="-324000">
              <a:lnSpc>
                <a:spcPct val="90000"/>
              </a:lnSpc>
              <a:spcBef>
                <a:spcPts val="1134"/>
              </a:spcBef>
              <a:buClr>
                <a:srgbClr val="000000"/>
              </a:buClr>
              <a:buSzPct val="75000"/>
              <a:buFont typeface="Symbol" charset="2"/>
              <a:buChar char=""/>
            </a:pPr>
            <a:r>
              <a:rPr lang="de-DE" sz="2000" b="0" u="none" strike="noStrike">
                <a:solidFill>
                  <a:schemeClr val="dk1"/>
                </a:solidFill>
                <a:effectLst/>
                <a:uFillTx/>
                <a:latin typeface="Calibri"/>
              </a:rPr>
              <a:t>Secondo livello struttura</a:t>
            </a:r>
            <a:endParaRPr lang="de-DE" sz="2000" b="0" u="none" strike="noStrike">
              <a:solidFill>
                <a:schemeClr val="dk1"/>
              </a:solidFill>
              <a:effectLst/>
              <a:uFillTx/>
              <a:latin typeface="Calibri"/>
            </a:endParaRPr>
          </a:p>
          <a:p>
            <a:pPr marL="1296000" lvl="2" indent="-288000">
              <a:lnSpc>
                <a:spcPct val="90000"/>
              </a:lnSpc>
              <a:spcBef>
                <a:spcPts val="850"/>
              </a:spcBef>
              <a:buClr>
                <a:srgbClr val="000000"/>
              </a:buClr>
              <a:buSzPct val="45000"/>
              <a:buFont typeface="Wingdings" charset="2"/>
              <a:buChar char=""/>
            </a:pPr>
            <a:r>
              <a:rPr lang="de-DE" sz="1800" b="0" u="none" strike="noStrike">
                <a:solidFill>
                  <a:schemeClr val="dk1"/>
                </a:solidFill>
                <a:effectLst/>
                <a:uFillTx/>
                <a:latin typeface="Calibri"/>
              </a:rPr>
              <a:t>Terzo livello struttura</a:t>
            </a:r>
            <a:endParaRPr lang="de-DE" sz="1800" b="0" u="none" strike="noStrike">
              <a:solidFill>
                <a:schemeClr val="dk1"/>
              </a:solidFill>
              <a:effectLst/>
              <a:uFillTx/>
              <a:latin typeface="Calibri"/>
            </a:endParaRPr>
          </a:p>
          <a:p>
            <a:pPr marL="1728000" lvl="3" indent="-216000">
              <a:lnSpc>
                <a:spcPct val="90000"/>
              </a:lnSpc>
              <a:spcBef>
                <a:spcPts val="567"/>
              </a:spcBef>
              <a:buClr>
                <a:srgbClr val="000000"/>
              </a:buClr>
              <a:buSzPct val="75000"/>
              <a:buFont typeface="Symbol" charset="2"/>
              <a:buChar char=""/>
            </a:pPr>
            <a:r>
              <a:rPr lang="de-DE" sz="1800" b="0" u="none" strike="noStrike">
                <a:solidFill>
                  <a:schemeClr val="dk1"/>
                </a:solidFill>
                <a:effectLst/>
                <a:uFillTx/>
                <a:latin typeface="Calibri"/>
              </a:rPr>
              <a:t>Quarto livello struttura</a:t>
            </a:r>
            <a:endParaRPr lang="de-DE" sz="1800" b="0" u="none" strike="noStrike">
              <a:solidFill>
                <a:schemeClr val="dk1"/>
              </a:solidFill>
              <a:effectLst/>
              <a:uFillTx/>
              <a:latin typeface="Calibri"/>
            </a:endParaRPr>
          </a:p>
          <a:p>
            <a:pPr marL="2160000" lvl="4" indent="-216000">
              <a:lnSpc>
                <a:spcPct val="90000"/>
              </a:lnSpc>
              <a:spcBef>
                <a:spcPts val="283"/>
              </a:spcBef>
              <a:buClr>
                <a:srgbClr val="000000"/>
              </a:buClr>
              <a:buSzPct val="45000"/>
              <a:buFont typeface="Wingdings" charset="2"/>
              <a:buChar char=""/>
            </a:pPr>
            <a:r>
              <a:rPr lang="de-DE" sz="2000" b="0" u="none" strike="noStrike">
                <a:solidFill>
                  <a:schemeClr val="dk1"/>
                </a:solidFill>
                <a:effectLst/>
                <a:uFillTx/>
                <a:latin typeface="Calibri"/>
              </a:rPr>
              <a:t>Quinto livello struttura</a:t>
            </a:r>
            <a:endParaRPr lang="de-DE" sz="2000" b="0" u="none" strike="noStrike">
              <a:solidFill>
                <a:schemeClr val="dk1"/>
              </a:solidFill>
              <a:effectLst/>
              <a:uFillTx/>
              <a:latin typeface="Calibri"/>
            </a:endParaRPr>
          </a:p>
          <a:p>
            <a:pPr marL="2592000" lvl="5" indent="-216000">
              <a:lnSpc>
                <a:spcPct val="90000"/>
              </a:lnSpc>
              <a:spcBef>
                <a:spcPts val="283"/>
              </a:spcBef>
              <a:buClr>
                <a:srgbClr val="000000"/>
              </a:buClr>
              <a:buSzPct val="45000"/>
              <a:buFont typeface="Wingdings" charset="2"/>
              <a:buChar char=""/>
            </a:pPr>
            <a:r>
              <a:rPr lang="de-DE" sz="2000" b="0" u="none" strike="noStrike">
                <a:solidFill>
                  <a:schemeClr val="dk1"/>
                </a:solidFill>
                <a:effectLst/>
                <a:uFillTx/>
                <a:latin typeface="Calibri"/>
              </a:rPr>
              <a:t>Sesto livello struttura</a:t>
            </a:r>
            <a:endParaRPr lang="de-DE" sz="2000" b="0" u="none" strike="noStrike">
              <a:solidFill>
                <a:schemeClr val="dk1"/>
              </a:solidFill>
              <a:effectLst/>
              <a:uFillTx/>
              <a:latin typeface="Calibri"/>
            </a:endParaRPr>
          </a:p>
          <a:p>
            <a:pPr marL="3024000" lvl="6" indent="-216000">
              <a:lnSpc>
                <a:spcPct val="90000"/>
              </a:lnSpc>
              <a:spcBef>
                <a:spcPts val="283"/>
              </a:spcBef>
              <a:buClr>
                <a:srgbClr val="000000"/>
              </a:buClr>
              <a:buSzPct val="45000"/>
              <a:buFont typeface="Wingdings" charset="2"/>
              <a:buChar char=""/>
            </a:pPr>
            <a:r>
              <a:rPr lang="de-DE" sz="2000" b="0" u="none" strike="noStrike">
                <a:solidFill>
                  <a:schemeClr val="dk1"/>
                </a:solidFill>
                <a:effectLst/>
                <a:uFillTx/>
                <a:latin typeface="Calibri"/>
              </a:rPr>
              <a:t>Settimo livello struttura</a:t>
            </a:r>
            <a:endParaRPr lang="de-DE" sz="2000" b="0" u="none" strike="noStrike">
              <a:solidFill>
                <a:schemeClr val="dk1"/>
              </a:solidFill>
              <a:effectLst/>
              <a:uFillTx/>
              <a:latin typeface="Calibri"/>
            </a:endParaRPr>
          </a:p>
        </p:txBody>
      </p:sp>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x" preserve="1">
  <p:cSld name="Predefinito 2">
    <p:bg>
      <p:bgPr>
        <a:solidFill>
          <a:srgbClr val="ffffff"/>
        </a:solidFill>
      </p:bgPr>
    </p:bg>
    <p:spTree>
      <p:nvGrpSpPr>
        <p:cNvPr id="1" name=""/>
        <p:cNvGrpSpPr/>
        <p:nvPr/>
      </p:nvGrpSpPr>
      <p:grpSpPr>
        <a:xfrm>
          <a:off x="0" y="0"/>
          <a:ext cx="0" cy="0"/>
          <a:chOff x="0" y="0"/>
          <a:chExt cx="0" cy="0"/>
        </a:xfrm>
      </p:grpSpPr>
      <p:sp>
        <p:nvSpPr>
          <p:cNvPr id="64" name="PlaceHolder 1"/>
          <p:cNvSpPr>
            <a:spLocks noGrp="1"/>
          </p:cNvSpPr>
          <p:nvPr>
            <p:ph type="title"/>
          </p:nvPr>
        </p:nvSpPr>
        <p:spPr>
          <a:xfrm>
            <a:off x="838080" y="365040"/>
            <a:ext cx="10515240" cy="1325160"/>
          </a:xfrm>
          <a:prstGeom prst="rect">
            <a:avLst/>
          </a:prstGeom>
          <a:noFill/>
          <a:ln w="0">
            <a:noFill/>
          </a:ln>
        </p:spPr>
        <p:txBody>
          <a:bodyPr lIns="91440" rIns="91440" tIns="45720" bIns="45720" anchor="ctr">
            <a:noAutofit/>
          </a:bodyPr>
          <a:p>
            <a:pPr indent="0" defTabSz="914400">
              <a:lnSpc>
                <a:spcPct val="90000"/>
              </a:lnSpc>
              <a:buNone/>
            </a:pPr>
            <a:r>
              <a:rPr lang="it-IT" sz="4400" b="0" u="none" strike="noStrike">
                <a:solidFill>
                  <a:schemeClr val="dk1"/>
                </a:solidFill>
                <a:effectLst/>
                <a:uFillTx/>
                <a:latin typeface="Calibri Light"/>
              </a:rPr>
              <a:t>Fare clic per modificare lo stile del titolo dello schema</a:t>
            </a:r>
            <a:endParaRPr lang="de-DE" sz="4400" b="0" u="none" strike="noStrike">
              <a:solidFill>
                <a:schemeClr val="dk1"/>
              </a:solidFill>
              <a:effectLst/>
              <a:uFillTx/>
              <a:latin typeface="Calibri"/>
            </a:endParaRPr>
          </a:p>
        </p:txBody>
      </p:sp>
      <p:sp>
        <p:nvSpPr>
          <p:cNvPr id="65" name="PlaceHolder 2"/>
          <p:cNvSpPr>
            <a:spLocks noGrp="1"/>
          </p:cNvSpPr>
          <p:nvPr>
            <p:ph type="body"/>
          </p:nvPr>
        </p:nvSpPr>
        <p:spPr>
          <a:xfrm>
            <a:off x="838080" y="1825560"/>
            <a:ext cx="10515240" cy="4350960"/>
          </a:xfrm>
          <a:prstGeom prst="rect">
            <a:avLst/>
          </a:prstGeom>
          <a:noFill/>
          <a:ln w="0">
            <a:noFill/>
          </a:ln>
        </p:spPr>
        <p:txBody>
          <a:bodyPr lIns="91440" rIns="91440" tIns="45720" bIns="45720" anchor="t" vert="eaVert">
            <a:noAutofit/>
          </a:bodyPr>
          <a:p>
            <a:pPr marL="228600" indent="-228600" defTabSz="914400">
              <a:lnSpc>
                <a:spcPct val="90000"/>
              </a:lnSpc>
              <a:spcBef>
                <a:spcPts val="1001"/>
              </a:spcBef>
              <a:buClr>
                <a:srgbClr val="000000"/>
              </a:buClr>
              <a:buFont typeface="Arial"/>
              <a:buChar char="•"/>
            </a:pPr>
            <a:r>
              <a:rPr lang="it-IT" sz="2800" b="0" u="none" strike="noStrike">
                <a:solidFill>
                  <a:schemeClr val="dk1"/>
                </a:solidFill>
                <a:effectLst/>
                <a:uFillTx/>
                <a:latin typeface="Calibri"/>
              </a:rPr>
              <a:t>Fare clic per modificare gli stili del testo dello schema</a:t>
            </a:r>
            <a:endParaRPr lang="de-DE" sz="2800" b="0" u="none" strike="noStrike">
              <a:solidFill>
                <a:schemeClr val="dk1"/>
              </a:solidFill>
              <a:effectLst/>
              <a:uFillTx/>
              <a:latin typeface="Calibri"/>
            </a:endParaRPr>
          </a:p>
          <a:p>
            <a:pPr marL="685800" lvl="1" indent="-228600" defTabSz="914400">
              <a:lnSpc>
                <a:spcPct val="90000"/>
              </a:lnSpc>
              <a:spcBef>
                <a:spcPts val="499"/>
              </a:spcBef>
              <a:buClr>
                <a:srgbClr val="000000"/>
              </a:buClr>
              <a:buFont typeface="Arial"/>
              <a:buChar char="•"/>
            </a:pPr>
            <a:r>
              <a:rPr lang="it-IT" sz="2400" b="0" u="none" strike="noStrike">
                <a:solidFill>
                  <a:schemeClr val="dk1"/>
                </a:solidFill>
                <a:effectLst/>
                <a:uFillTx/>
                <a:latin typeface="Calibri"/>
              </a:rPr>
              <a:t>Secondo livello</a:t>
            </a:r>
            <a:endParaRPr lang="de-DE" sz="2400" b="0" u="none" strike="noStrike">
              <a:solidFill>
                <a:schemeClr val="dk1"/>
              </a:solidFill>
              <a:effectLst/>
              <a:uFillTx/>
              <a:latin typeface="Calibri"/>
            </a:endParaRPr>
          </a:p>
          <a:p>
            <a:pPr marL="1143000" lvl="2" indent="-228600" defTabSz="914400">
              <a:lnSpc>
                <a:spcPct val="90000"/>
              </a:lnSpc>
              <a:spcBef>
                <a:spcPts val="499"/>
              </a:spcBef>
              <a:buClr>
                <a:srgbClr val="000000"/>
              </a:buClr>
              <a:buFont typeface="Arial"/>
              <a:buChar char="•"/>
            </a:pPr>
            <a:r>
              <a:rPr lang="it-IT" sz="2000" b="0" u="none" strike="noStrike">
                <a:solidFill>
                  <a:schemeClr val="dk1"/>
                </a:solidFill>
                <a:effectLst/>
                <a:uFillTx/>
                <a:latin typeface="Calibri"/>
              </a:rPr>
              <a:t>Terzo livello</a:t>
            </a:r>
            <a:endParaRPr lang="de-DE" sz="2000" b="0" u="none" strike="noStrike">
              <a:solidFill>
                <a:schemeClr val="dk1"/>
              </a:solidFill>
              <a:effectLst/>
              <a:uFillTx/>
              <a:latin typeface="Calibri"/>
            </a:endParaRPr>
          </a:p>
          <a:p>
            <a:pPr marL="1600200" lvl="3" indent="-228600" defTabSz="914400">
              <a:lnSpc>
                <a:spcPct val="90000"/>
              </a:lnSpc>
              <a:spcBef>
                <a:spcPts val="499"/>
              </a:spcBef>
              <a:buClr>
                <a:srgbClr val="000000"/>
              </a:buClr>
              <a:buFont typeface="Arial"/>
              <a:buChar char="•"/>
            </a:pPr>
            <a:r>
              <a:rPr lang="it-IT" sz="1800" b="0" u="none" strike="noStrike">
                <a:solidFill>
                  <a:schemeClr val="dk1"/>
                </a:solidFill>
                <a:effectLst/>
                <a:uFillTx/>
                <a:latin typeface="Calibri"/>
              </a:rPr>
              <a:t>Quarto livello</a:t>
            </a:r>
            <a:endParaRPr lang="de-DE" sz="1800" b="0" u="none" strike="noStrike">
              <a:solidFill>
                <a:schemeClr val="dk1"/>
              </a:solidFill>
              <a:effectLst/>
              <a:uFillTx/>
              <a:latin typeface="Calibri"/>
            </a:endParaRPr>
          </a:p>
          <a:p>
            <a:pPr marL="2057400" lvl="4" indent="-228600" defTabSz="914400">
              <a:lnSpc>
                <a:spcPct val="90000"/>
              </a:lnSpc>
              <a:spcBef>
                <a:spcPts val="499"/>
              </a:spcBef>
              <a:buClr>
                <a:srgbClr val="000000"/>
              </a:buClr>
              <a:buFont typeface="Arial"/>
              <a:buChar char="•"/>
            </a:pPr>
            <a:r>
              <a:rPr lang="it-IT" sz="1800" b="0" u="none" strike="noStrike">
                <a:solidFill>
                  <a:schemeClr val="dk1"/>
                </a:solidFill>
                <a:effectLst/>
                <a:uFillTx/>
                <a:latin typeface="Calibri"/>
              </a:rPr>
              <a:t>Quinto livello</a:t>
            </a:r>
            <a:endParaRPr lang="de-DE" sz="1800" b="0" u="none" strike="noStrike">
              <a:solidFill>
                <a:schemeClr val="dk1"/>
              </a:solidFill>
              <a:effectLst/>
              <a:uFillTx/>
              <a:latin typeface="Calibri"/>
            </a:endParaRPr>
          </a:p>
        </p:txBody>
      </p:sp>
      <p:sp>
        <p:nvSpPr>
          <p:cNvPr id="66" name="PlaceHolder 3"/>
          <p:cNvSpPr>
            <a:spLocks noGrp="1"/>
          </p:cNvSpPr>
          <p:nvPr>
            <p:ph type="dt" idx="37"/>
          </p:nvPr>
        </p:nvSpPr>
        <p:spPr>
          <a:xfrm>
            <a:off x="838080" y="6356520"/>
            <a:ext cx="2742840" cy="364680"/>
          </a:xfrm>
          <a:prstGeom prst="rect">
            <a:avLst/>
          </a:prstGeom>
          <a:noFill/>
          <a:ln w="0">
            <a:noFill/>
          </a:ln>
        </p:spPr>
        <p:txBody>
          <a:bodyPr lIns="91440" rIns="91440" tIns="45720" bIns="45720" anchor="ctr">
            <a:noAutofit/>
          </a:bodyPr>
          <a:lstStyle>
            <a:lvl1pPr indent="0" defTabSz="914400">
              <a:lnSpc>
                <a:spcPct val="100000"/>
              </a:lnSpc>
              <a:buNone/>
              <a:defRPr lang="it-IT" sz="1200" b="0" u="none" strike="noStrike">
                <a:solidFill>
                  <a:schemeClr val="dk1">
                    <a:tint val="75000"/>
                  </a:schemeClr>
                </a:solidFill>
                <a:effectLst/>
                <a:uFillTx/>
                <a:latin typeface="Calibri"/>
              </a:defRPr>
            </a:lvl1pPr>
          </a:lstStyle>
          <a:p>
            <a:pPr indent="0" defTabSz="914400">
              <a:lnSpc>
                <a:spcPct val="100000"/>
              </a:lnSpc>
              <a:buNone/>
            </a:pPr>
            <a:r>
              <a:rPr lang="it-IT" sz="1200" b="0" u="none" strike="noStrike">
                <a:solidFill>
                  <a:schemeClr val="dk1">
                    <a:tint val="75000"/>
                  </a:schemeClr>
                </a:solidFill>
                <a:effectLst/>
                <a:uFillTx/>
                <a:latin typeface="Calibri"/>
              </a:rPr>
              <a:t>&lt;data/ora&gt;</a:t>
            </a:r>
            <a:endParaRPr lang="it-IT" sz="1200" b="0" u="none" strike="noStrike">
              <a:solidFill>
                <a:srgbClr val="000000"/>
              </a:solidFill>
              <a:effectLst/>
              <a:uFillTx/>
              <a:latin typeface="Times New Roman"/>
            </a:endParaRPr>
          </a:p>
        </p:txBody>
      </p:sp>
      <p:sp>
        <p:nvSpPr>
          <p:cNvPr id="67" name="PlaceHolder 4"/>
          <p:cNvSpPr>
            <a:spLocks noGrp="1"/>
          </p:cNvSpPr>
          <p:nvPr>
            <p:ph type="ftr" idx="38"/>
          </p:nvPr>
        </p:nvSpPr>
        <p:spPr>
          <a:xfrm>
            <a:off x="4038480" y="6356520"/>
            <a:ext cx="4114440" cy="364680"/>
          </a:xfrm>
          <a:prstGeom prst="rect">
            <a:avLst/>
          </a:prstGeom>
          <a:noFill/>
          <a:ln w="0">
            <a:noFill/>
          </a:ln>
        </p:spPr>
        <p:txBody>
          <a:bodyPr lIns="91440" rIns="91440" tIns="45720" bIns="45720" anchor="ctr">
            <a:noAutofit/>
          </a:bodyPr>
          <a:lstStyle>
            <a:lvl1pPr indent="0" algn="ctr">
              <a:buNone/>
              <a:defRPr lang="it-IT" sz="1400" b="0" u="none" strike="noStrike">
                <a:solidFill>
                  <a:srgbClr val="000000"/>
                </a:solidFill>
                <a:effectLst/>
                <a:uFillTx/>
                <a:latin typeface="Times New Roman"/>
              </a:defRPr>
            </a:lvl1pPr>
          </a:lstStyle>
          <a:p>
            <a:pPr indent="0" algn="ctr">
              <a:buNone/>
            </a:pPr>
            <a:r>
              <a:rPr lang="it-IT" sz="1400" b="0" u="none" strike="noStrike">
                <a:solidFill>
                  <a:srgbClr val="000000"/>
                </a:solidFill>
                <a:effectLst/>
                <a:uFillTx/>
                <a:latin typeface="Times New Roman"/>
              </a:rPr>
              <a:t>&lt;piè di pagina&gt;</a:t>
            </a:r>
            <a:endParaRPr lang="it-IT" sz="1400" b="0" u="none" strike="noStrike">
              <a:solidFill>
                <a:srgbClr val="000000"/>
              </a:solidFill>
              <a:effectLst/>
              <a:uFillTx/>
              <a:latin typeface="Times New Roman"/>
            </a:endParaRPr>
          </a:p>
        </p:txBody>
      </p:sp>
      <p:sp>
        <p:nvSpPr>
          <p:cNvPr id="68" name="PlaceHolder 5"/>
          <p:cNvSpPr>
            <a:spLocks noGrp="1"/>
          </p:cNvSpPr>
          <p:nvPr>
            <p:ph type="sldNum" idx="39"/>
          </p:nvPr>
        </p:nvSpPr>
        <p:spPr>
          <a:xfrm>
            <a:off x="8610480" y="6356520"/>
            <a:ext cx="2742840" cy="364680"/>
          </a:xfrm>
          <a:prstGeom prst="rect">
            <a:avLst/>
          </a:prstGeom>
          <a:noFill/>
          <a:ln w="0">
            <a:noFill/>
          </a:ln>
        </p:spPr>
        <p:txBody>
          <a:bodyPr lIns="91440" rIns="91440" tIns="45720" bIns="45720" anchor="ctr">
            <a:noAutofit/>
          </a:bodyPr>
          <a:lstStyle>
            <a:lvl1pPr indent="0" algn="r" defTabSz="914400">
              <a:lnSpc>
                <a:spcPct val="100000"/>
              </a:lnSpc>
              <a:buNone/>
              <a:defRPr lang="it-IT" sz="1200" b="0" u="none" strike="noStrike">
                <a:solidFill>
                  <a:schemeClr val="dk1">
                    <a:tint val="75000"/>
                  </a:schemeClr>
                </a:solidFill>
                <a:effectLst/>
                <a:uFillTx/>
                <a:latin typeface="Calibri"/>
              </a:defRPr>
            </a:lvl1pPr>
          </a:lstStyle>
          <a:p>
            <a:pPr indent="0" algn="r" defTabSz="914400">
              <a:lnSpc>
                <a:spcPct val="100000"/>
              </a:lnSpc>
              <a:buNone/>
            </a:pPr>
            <a:fld id="{DFF0E5A6-8095-427C-AFFC-C23A0257408C}" type="slidenum">
              <a:rPr lang="it-IT" sz="1200" b="0" u="none" strike="noStrike">
                <a:solidFill>
                  <a:schemeClr val="dk1">
                    <a:tint val="75000"/>
                  </a:schemeClr>
                </a:solidFill>
                <a:effectLst/>
                <a:uFillTx/>
                <a:latin typeface="Calibri"/>
              </a:rPr>
              <a:t>&lt;numero&gt;</a:t>
            </a:fld>
            <a:endParaRPr lang="it-IT" sz="1200" b="0" u="none" strike="noStrike">
              <a:solidFill>
                <a:srgbClr val="000000"/>
              </a:solidFill>
              <a:effectLst/>
              <a:uFillTx/>
              <a:latin typeface="Times New Roman"/>
            </a:endParaRPr>
          </a:p>
        </p:txBody>
      </p:sp>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itleAndTx" preserve="1">
  <p:cSld name="1_Titolo e testo verticale">
    <p:bg>
      <p:bgPr>
        <a:solidFill>
          <a:srgbClr val="ffffff"/>
        </a:solidFill>
      </p:bgPr>
    </p:bg>
    <p:spTree>
      <p:nvGrpSpPr>
        <p:cNvPr id="1" name=""/>
        <p:cNvGrpSpPr/>
        <p:nvPr/>
      </p:nvGrpSpPr>
      <p:grpSpPr>
        <a:xfrm>
          <a:off x="0" y="0"/>
          <a:ext cx="0" cy="0"/>
          <a:chOff x="0" y="0"/>
          <a:chExt cx="0" cy="0"/>
        </a:xfrm>
      </p:grpSpPr>
      <p:sp>
        <p:nvSpPr>
          <p:cNvPr id="69" name="PlaceHolder 1"/>
          <p:cNvSpPr>
            <a:spLocks noGrp="1"/>
          </p:cNvSpPr>
          <p:nvPr>
            <p:ph type="title"/>
          </p:nvPr>
        </p:nvSpPr>
        <p:spPr>
          <a:xfrm>
            <a:off x="8724960" y="365040"/>
            <a:ext cx="2628720" cy="5811480"/>
          </a:xfrm>
          <a:prstGeom prst="rect">
            <a:avLst/>
          </a:prstGeom>
          <a:noFill/>
          <a:ln w="0">
            <a:noFill/>
          </a:ln>
        </p:spPr>
        <p:txBody>
          <a:bodyPr lIns="91440" rIns="91440" tIns="45720" bIns="45720" anchor="ctr" vert="eaVert">
            <a:noAutofit/>
          </a:bodyPr>
          <a:p>
            <a:pPr indent="0" defTabSz="914400">
              <a:lnSpc>
                <a:spcPct val="90000"/>
              </a:lnSpc>
              <a:buNone/>
            </a:pPr>
            <a:r>
              <a:rPr lang="it-IT" sz="4400" b="0" u="none" strike="noStrike">
                <a:solidFill>
                  <a:schemeClr val="dk1"/>
                </a:solidFill>
                <a:effectLst/>
                <a:uFillTx/>
                <a:latin typeface="Calibri Light"/>
              </a:rPr>
              <a:t>Fare clic per modificare lo stile del titolo dello schema</a:t>
            </a:r>
            <a:endParaRPr lang="de-DE" sz="4400" b="0" u="none" strike="noStrike">
              <a:solidFill>
                <a:schemeClr val="dk1"/>
              </a:solidFill>
              <a:effectLst/>
              <a:uFillTx/>
              <a:latin typeface="Calibri"/>
            </a:endParaRPr>
          </a:p>
        </p:txBody>
      </p:sp>
      <p:sp>
        <p:nvSpPr>
          <p:cNvPr id="70" name="PlaceHolder 2"/>
          <p:cNvSpPr>
            <a:spLocks noGrp="1"/>
          </p:cNvSpPr>
          <p:nvPr>
            <p:ph type="body"/>
          </p:nvPr>
        </p:nvSpPr>
        <p:spPr>
          <a:xfrm>
            <a:off x="838080" y="365040"/>
            <a:ext cx="7733880" cy="5811480"/>
          </a:xfrm>
          <a:prstGeom prst="rect">
            <a:avLst/>
          </a:prstGeom>
          <a:noFill/>
          <a:ln w="0">
            <a:noFill/>
          </a:ln>
        </p:spPr>
        <p:txBody>
          <a:bodyPr lIns="91440" rIns="91440" tIns="45720" bIns="45720" anchor="t" vert="eaVert">
            <a:noAutofit/>
          </a:bodyPr>
          <a:p>
            <a:pPr marL="228600" indent="-228600" defTabSz="914400">
              <a:lnSpc>
                <a:spcPct val="90000"/>
              </a:lnSpc>
              <a:spcBef>
                <a:spcPts val="1001"/>
              </a:spcBef>
              <a:buClr>
                <a:srgbClr val="000000"/>
              </a:buClr>
              <a:buFont typeface="Arial"/>
              <a:buChar char="•"/>
            </a:pPr>
            <a:r>
              <a:rPr lang="it-IT" sz="2800" b="0" u="none" strike="noStrike">
                <a:solidFill>
                  <a:schemeClr val="dk1"/>
                </a:solidFill>
                <a:effectLst/>
                <a:uFillTx/>
                <a:latin typeface="Calibri"/>
              </a:rPr>
              <a:t>Fare clic per modificare gli stili del testo dello schema</a:t>
            </a:r>
            <a:endParaRPr lang="de-DE" sz="2800" b="0" u="none" strike="noStrike">
              <a:solidFill>
                <a:schemeClr val="dk1"/>
              </a:solidFill>
              <a:effectLst/>
              <a:uFillTx/>
              <a:latin typeface="Calibri"/>
            </a:endParaRPr>
          </a:p>
          <a:p>
            <a:pPr marL="685800" lvl="1" indent="-228600" defTabSz="914400">
              <a:lnSpc>
                <a:spcPct val="90000"/>
              </a:lnSpc>
              <a:spcBef>
                <a:spcPts val="499"/>
              </a:spcBef>
              <a:buClr>
                <a:srgbClr val="000000"/>
              </a:buClr>
              <a:buFont typeface="Arial"/>
              <a:buChar char="•"/>
            </a:pPr>
            <a:r>
              <a:rPr lang="it-IT" sz="2400" b="0" u="none" strike="noStrike">
                <a:solidFill>
                  <a:schemeClr val="dk1"/>
                </a:solidFill>
                <a:effectLst/>
                <a:uFillTx/>
                <a:latin typeface="Calibri"/>
              </a:rPr>
              <a:t>Secondo livello</a:t>
            </a:r>
            <a:endParaRPr lang="de-DE" sz="2400" b="0" u="none" strike="noStrike">
              <a:solidFill>
                <a:schemeClr val="dk1"/>
              </a:solidFill>
              <a:effectLst/>
              <a:uFillTx/>
              <a:latin typeface="Calibri"/>
            </a:endParaRPr>
          </a:p>
          <a:p>
            <a:pPr marL="1143000" lvl="2" indent="-228600" defTabSz="914400">
              <a:lnSpc>
                <a:spcPct val="90000"/>
              </a:lnSpc>
              <a:spcBef>
                <a:spcPts val="499"/>
              </a:spcBef>
              <a:buClr>
                <a:srgbClr val="000000"/>
              </a:buClr>
              <a:buFont typeface="Arial"/>
              <a:buChar char="•"/>
            </a:pPr>
            <a:r>
              <a:rPr lang="it-IT" sz="2000" b="0" u="none" strike="noStrike">
                <a:solidFill>
                  <a:schemeClr val="dk1"/>
                </a:solidFill>
                <a:effectLst/>
                <a:uFillTx/>
                <a:latin typeface="Calibri"/>
              </a:rPr>
              <a:t>Terzo livello</a:t>
            </a:r>
            <a:endParaRPr lang="de-DE" sz="2000" b="0" u="none" strike="noStrike">
              <a:solidFill>
                <a:schemeClr val="dk1"/>
              </a:solidFill>
              <a:effectLst/>
              <a:uFillTx/>
              <a:latin typeface="Calibri"/>
            </a:endParaRPr>
          </a:p>
          <a:p>
            <a:pPr marL="1600200" lvl="3" indent="-228600" defTabSz="914400">
              <a:lnSpc>
                <a:spcPct val="90000"/>
              </a:lnSpc>
              <a:spcBef>
                <a:spcPts val="499"/>
              </a:spcBef>
              <a:buClr>
                <a:srgbClr val="000000"/>
              </a:buClr>
              <a:buFont typeface="Arial"/>
              <a:buChar char="•"/>
            </a:pPr>
            <a:r>
              <a:rPr lang="it-IT" sz="1800" b="0" u="none" strike="noStrike">
                <a:solidFill>
                  <a:schemeClr val="dk1"/>
                </a:solidFill>
                <a:effectLst/>
                <a:uFillTx/>
                <a:latin typeface="Calibri"/>
              </a:rPr>
              <a:t>Quarto livello</a:t>
            </a:r>
            <a:endParaRPr lang="de-DE" sz="1800" b="0" u="none" strike="noStrike">
              <a:solidFill>
                <a:schemeClr val="dk1"/>
              </a:solidFill>
              <a:effectLst/>
              <a:uFillTx/>
              <a:latin typeface="Calibri"/>
            </a:endParaRPr>
          </a:p>
          <a:p>
            <a:pPr marL="2057400" lvl="4" indent="-228600" defTabSz="914400">
              <a:lnSpc>
                <a:spcPct val="90000"/>
              </a:lnSpc>
              <a:spcBef>
                <a:spcPts val="499"/>
              </a:spcBef>
              <a:buClr>
                <a:srgbClr val="000000"/>
              </a:buClr>
              <a:buFont typeface="Arial"/>
              <a:buChar char="•"/>
            </a:pPr>
            <a:r>
              <a:rPr lang="it-IT" sz="1800" b="0" u="none" strike="noStrike">
                <a:solidFill>
                  <a:schemeClr val="dk1"/>
                </a:solidFill>
                <a:effectLst/>
                <a:uFillTx/>
                <a:latin typeface="Calibri"/>
              </a:rPr>
              <a:t>Quinto livello</a:t>
            </a:r>
            <a:endParaRPr lang="de-DE" sz="1800" b="0" u="none" strike="noStrike">
              <a:solidFill>
                <a:schemeClr val="dk1"/>
              </a:solidFill>
              <a:effectLst/>
              <a:uFillTx/>
              <a:latin typeface="Calibri"/>
            </a:endParaRPr>
          </a:p>
        </p:txBody>
      </p:sp>
      <p:sp>
        <p:nvSpPr>
          <p:cNvPr id="71" name="PlaceHolder 3"/>
          <p:cNvSpPr>
            <a:spLocks noGrp="1"/>
          </p:cNvSpPr>
          <p:nvPr>
            <p:ph type="dt" idx="40"/>
          </p:nvPr>
        </p:nvSpPr>
        <p:spPr>
          <a:xfrm>
            <a:off x="838080" y="6356520"/>
            <a:ext cx="2742840" cy="364680"/>
          </a:xfrm>
          <a:prstGeom prst="rect">
            <a:avLst/>
          </a:prstGeom>
          <a:noFill/>
          <a:ln w="0">
            <a:noFill/>
          </a:ln>
        </p:spPr>
        <p:txBody>
          <a:bodyPr lIns="91440" rIns="91440" tIns="45720" bIns="45720" anchor="ctr">
            <a:noAutofit/>
          </a:bodyPr>
          <a:lstStyle>
            <a:lvl1pPr indent="0" defTabSz="914400">
              <a:lnSpc>
                <a:spcPct val="100000"/>
              </a:lnSpc>
              <a:buNone/>
              <a:defRPr lang="it-IT" sz="1200" b="0" u="none" strike="noStrike">
                <a:solidFill>
                  <a:schemeClr val="dk1">
                    <a:tint val="75000"/>
                  </a:schemeClr>
                </a:solidFill>
                <a:effectLst/>
                <a:uFillTx/>
                <a:latin typeface="Calibri"/>
              </a:defRPr>
            </a:lvl1pPr>
          </a:lstStyle>
          <a:p>
            <a:pPr indent="0" defTabSz="914400">
              <a:lnSpc>
                <a:spcPct val="100000"/>
              </a:lnSpc>
              <a:buNone/>
            </a:pPr>
            <a:r>
              <a:rPr lang="it-IT" sz="1200" b="0" u="none" strike="noStrike">
                <a:solidFill>
                  <a:schemeClr val="dk1">
                    <a:tint val="75000"/>
                  </a:schemeClr>
                </a:solidFill>
                <a:effectLst/>
                <a:uFillTx/>
                <a:latin typeface="Calibri"/>
              </a:rPr>
              <a:t>&lt;data/ora&gt;</a:t>
            </a:r>
            <a:endParaRPr lang="it-IT" sz="1200" b="0" u="none" strike="noStrike">
              <a:solidFill>
                <a:srgbClr val="000000"/>
              </a:solidFill>
              <a:effectLst/>
              <a:uFillTx/>
              <a:latin typeface="Times New Roman"/>
            </a:endParaRPr>
          </a:p>
        </p:txBody>
      </p:sp>
      <p:sp>
        <p:nvSpPr>
          <p:cNvPr id="72" name="PlaceHolder 4"/>
          <p:cNvSpPr>
            <a:spLocks noGrp="1"/>
          </p:cNvSpPr>
          <p:nvPr>
            <p:ph type="ftr" idx="41"/>
          </p:nvPr>
        </p:nvSpPr>
        <p:spPr>
          <a:xfrm>
            <a:off x="4038480" y="6356520"/>
            <a:ext cx="4114440" cy="364680"/>
          </a:xfrm>
          <a:prstGeom prst="rect">
            <a:avLst/>
          </a:prstGeom>
          <a:noFill/>
          <a:ln w="0">
            <a:noFill/>
          </a:ln>
        </p:spPr>
        <p:txBody>
          <a:bodyPr lIns="91440" rIns="91440" tIns="45720" bIns="45720" anchor="ctr">
            <a:noAutofit/>
          </a:bodyPr>
          <a:lstStyle>
            <a:lvl1pPr indent="0" algn="ctr">
              <a:buNone/>
              <a:defRPr lang="it-IT" sz="1400" b="0" u="none" strike="noStrike">
                <a:solidFill>
                  <a:srgbClr val="000000"/>
                </a:solidFill>
                <a:effectLst/>
                <a:uFillTx/>
                <a:latin typeface="Times New Roman"/>
              </a:defRPr>
            </a:lvl1pPr>
          </a:lstStyle>
          <a:p>
            <a:pPr indent="0" algn="ctr">
              <a:buNone/>
            </a:pPr>
            <a:r>
              <a:rPr lang="it-IT" sz="1400" b="0" u="none" strike="noStrike">
                <a:solidFill>
                  <a:srgbClr val="000000"/>
                </a:solidFill>
                <a:effectLst/>
                <a:uFillTx/>
                <a:latin typeface="Times New Roman"/>
              </a:rPr>
              <a:t>&lt;piè di pagina&gt;</a:t>
            </a:r>
            <a:endParaRPr lang="it-IT" sz="1400" b="0" u="none" strike="noStrike">
              <a:solidFill>
                <a:srgbClr val="000000"/>
              </a:solidFill>
              <a:effectLst/>
              <a:uFillTx/>
              <a:latin typeface="Times New Roman"/>
            </a:endParaRPr>
          </a:p>
        </p:txBody>
      </p:sp>
      <p:sp>
        <p:nvSpPr>
          <p:cNvPr id="73" name="PlaceHolder 5"/>
          <p:cNvSpPr>
            <a:spLocks noGrp="1"/>
          </p:cNvSpPr>
          <p:nvPr>
            <p:ph type="sldNum" idx="42"/>
          </p:nvPr>
        </p:nvSpPr>
        <p:spPr>
          <a:xfrm>
            <a:off x="8610480" y="6356520"/>
            <a:ext cx="2742840" cy="364680"/>
          </a:xfrm>
          <a:prstGeom prst="rect">
            <a:avLst/>
          </a:prstGeom>
          <a:noFill/>
          <a:ln w="0">
            <a:noFill/>
          </a:ln>
        </p:spPr>
        <p:txBody>
          <a:bodyPr lIns="91440" rIns="91440" tIns="45720" bIns="45720" anchor="ctr">
            <a:noAutofit/>
          </a:bodyPr>
          <a:lstStyle>
            <a:lvl1pPr indent="0" algn="r" defTabSz="914400">
              <a:lnSpc>
                <a:spcPct val="100000"/>
              </a:lnSpc>
              <a:buNone/>
              <a:defRPr lang="it-IT" sz="1200" b="0" u="none" strike="noStrike">
                <a:solidFill>
                  <a:schemeClr val="dk1">
                    <a:tint val="75000"/>
                  </a:schemeClr>
                </a:solidFill>
                <a:effectLst/>
                <a:uFillTx/>
                <a:latin typeface="Calibri"/>
              </a:defRPr>
            </a:lvl1pPr>
          </a:lstStyle>
          <a:p>
            <a:pPr indent="0" algn="r" defTabSz="914400">
              <a:lnSpc>
                <a:spcPct val="100000"/>
              </a:lnSpc>
              <a:buNone/>
            </a:pPr>
            <a:fld id="{97F577AB-2E99-420B-810D-40B003E89ACE}" type="slidenum">
              <a:rPr lang="it-IT" sz="1200" b="0" u="none" strike="noStrike">
                <a:solidFill>
                  <a:schemeClr val="dk1">
                    <a:tint val="75000"/>
                  </a:schemeClr>
                </a:solidFill>
                <a:effectLst/>
                <a:uFillTx/>
                <a:latin typeface="Calibri"/>
              </a:rPr>
              <a:t>&lt;numero&gt;</a:t>
            </a:fld>
            <a:endParaRPr lang="it-IT" sz="1200" b="0" u="none" strike="noStrike">
              <a:solidFill>
                <a:srgbClr val="000000"/>
              </a:solidFill>
              <a:effectLst/>
              <a:uFillTx/>
              <a:latin typeface="Times New Roman"/>
            </a:endParaRPr>
          </a:p>
        </p:txBody>
      </p:sp>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Predefinito 3">
    <p:bg>
      <p:bgPr>
        <a:solidFill>
          <a:srgbClr val="ffffff"/>
        </a:solidFill>
      </p:bgPr>
    </p:bg>
    <p:spTree>
      <p:nvGrpSpPr>
        <p:cNvPr id="1" name=""/>
        <p:cNvGrpSpPr/>
        <p:nvPr/>
      </p:nvGrpSpPr>
      <p:grpSpPr>
        <a:xfrm>
          <a:off x="0" y="0"/>
          <a:ext cx="0" cy="0"/>
          <a:chOff x="0" y="0"/>
          <a:chExt cx="0" cy="0"/>
        </a:xfrm>
      </p:grpSpPr>
      <p:sp>
        <p:nvSpPr>
          <p:cNvPr id="74" name="PlaceHolder 1"/>
          <p:cNvSpPr>
            <a:spLocks noGrp="1"/>
          </p:cNvSpPr>
          <p:nvPr>
            <p:ph type="title"/>
          </p:nvPr>
        </p:nvSpPr>
        <p:spPr>
          <a:xfrm>
            <a:off x="838080" y="365040"/>
            <a:ext cx="10515240" cy="1325160"/>
          </a:xfrm>
          <a:prstGeom prst="rect">
            <a:avLst/>
          </a:prstGeom>
          <a:noFill/>
          <a:ln w="0">
            <a:noFill/>
          </a:ln>
        </p:spPr>
        <p:txBody>
          <a:bodyPr lIns="91440" rIns="91440" tIns="45720" bIns="45720" anchor="ctr">
            <a:noAutofit/>
          </a:bodyPr>
          <a:p>
            <a:pPr indent="0" defTabSz="914400">
              <a:lnSpc>
                <a:spcPct val="90000"/>
              </a:lnSpc>
              <a:buNone/>
            </a:pPr>
            <a:r>
              <a:rPr lang="it-IT" sz="4400" b="0" u="none" strike="noStrike">
                <a:solidFill>
                  <a:schemeClr val="dk1"/>
                </a:solidFill>
                <a:effectLst/>
                <a:uFillTx/>
                <a:latin typeface="Calibri Light"/>
              </a:rPr>
              <a:t>Fare clic per modificare lo stile del titolo dello schema</a:t>
            </a:r>
            <a:endParaRPr lang="de-DE" sz="4400" b="0" u="none" strike="noStrike">
              <a:solidFill>
                <a:schemeClr val="dk1"/>
              </a:solidFill>
              <a:effectLst/>
              <a:uFillTx/>
              <a:latin typeface="Calibri"/>
            </a:endParaRPr>
          </a:p>
        </p:txBody>
      </p:sp>
      <p:sp>
        <p:nvSpPr>
          <p:cNvPr id="75" name="PlaceHolder 2"/>
          <p:cNvSpPr>
            <a:spLocks noGrp="1"/>
          </p:cNvSpPr>
          <p:nvPr>
            <p:ph type="body"/>
          </p:nvPr>
        </p:nvSpPr>
        <p:spPr>
          <a:xfrm>
            <a:off x="838080" y="1825560"/>
            <a:ext cx="10515240" cy="435096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000000"/>
              </a:buClr>
              <a:buFont typeface="Arial"/>
              <a:buChar char="•"/>
            </a:pPr>
            <a:r>
              <a:rPr lang="it-IT" sz="2800" b="0" u="none" strike="noStrike">
                <a:solidFill>
                  <a:schemeClr val="dk1"/>
                </a:solidFill>
                <a:effectLst/>
                <a:uFillTx/>
                <a:latin typeface="Calibri"/>
              </a:rPr>
              <a:t>Fare clic per modificare gli stili del testo dello schema</a:t>
            </a:r>
            <a:endParaRPr lang="de-DE" sz="2800" b="0" u="none" strike="noStrike">
              <a:solidFill>
                <a:schemeClr val="dk1"/>
              </a:solidFill>
              <a:effectLst/>
              <a:uFillTx/>
              <a:latin typeface="Calibri"/>
            </a:endParaRPr>
          </a:p>
          <a:p>
            <a:pPr marL="685800" lvl="1" indent="-228600" defTabSz="914400">
              <a:lnSpc>
                <a:spcPct val="90000"/>
              </a:lnSpc>
              <a:spcBef>
                <a:spcPts val="499"/>
              </a:spcBef>
              <a:buClr>
                <a:srgbClr val="000000"/>
              </a:buClr>
              <a:buFont typeface="Arial"/>
              <a:buChar char="•"/>
            </a:pPr>
            <a:r>
              <a:rPr lang="it-IT" sz="2400" b="0" u="none" strike="noStrike">
                <a:solidFill>
                  <a:schemeClr val="dk1"/>
                </a:solidFill>
                <a:effectLst/>
                <a:uFillTx/>
                <a:latin typeface="Calibri"/>
              </a:rPr>
              <a:t>Secondo livello</a:t>
            </a:r>
            <a:endParaRPr lang="de-DE" sz="2400" b="0" u="none" strike="noStrike">
              <a:solidFill>
                <a:schemeClr val="dk1"/>
              </a:solidFill>
              <a:effectLst/>
              <a:uFillTx/>
              <a:latin typeface="Calibri"/>
            </a:endParaRPr>
          </a:p>
          <a:p>
            <a:pPr marL="1143000" lvl="2" indent="-228600" defTabSz="914400">
              <a:lnSpc>
                <a:spcPct val="90000"/>
              </a:lnSpc>
              <a:spcBef>
                <a:spcPts val="499"/>
              </a:spcBef>
              <a:buClr>
                <a:srgbClr val="000000"/>
              </a:buClr>
              <a:buFont typeface="Arial"/>
              <a:buChar char="•"/>
            </a:pPr>
            <a:r>
              <a:rPr lang="it-IT" sz="2000" b="0" u="none" strike="noStrike">
                <a:solidFill>
                  <a:schemeClr val="dk1"/>
                </a:solidFill>
                <a:effectLst/>
                <a:uFillTx/>
                <a:latin typeface="Calibri"/>
              </a:rPr>
              <a:t>Terzo livello</a:t>
            </a:r>
            <a:endParaRPr lang="de-DE" sz="2000" b="0" u="none" strike="noStrike">
              <a:solidFill>
                <a:schemeClr val="dk1"/>
              </a:solidFill>
              <a:effectLst/>
              <a:uFillTx/>
              <a:latin typeface="Calibri"/>
            </a:endParaRPr>
          </a:p>
          <a:p>
            <a:pPr marL="1600200" lvl="3" indent="-228600" defTabSz="914400">
              <a:lnSpc>
                <a:spcPct val="90000"/>
              </a:lnSpc>
              <a:spcBef>
                <a:spcPts val="499"/>
              </a:spcBef>
              <a:buClr>
                <a:srgbClr val="000000"/>
              </a:buClr>
              <a:buFont typeface="Arial"/>
              <a:buChar char="•"/>
            </a:pPr>
            <a:r>
              <a:rPr lang="it-IT" sz="1800" b="0" u="none" strike="noStrike">
                <a:solidFill>
                  <a:schemeClr val="dk1"/>
                </a:solidFill>
                <a:effectLst/>
                <a:uFillTx/>
                <a:latin typeface="Calibri"/>
              </a:rPr>
              <a:t>Quarto livello</a:t>
            </a:r>
            <a:endParaRPr lang="de-DE" sz="1800" b="0" u="none" strike="noStrike">
              <a:solidFill>
                <a:schemeClr val="dk1"/>
              </a:solidFill>
              <a:effectLst/>
              <a:uFillTx/>
              <a:latin typeface="Calibri"/>
            </a:endParaRPr>
          </a:p>
          <a:p>
            <a:pPr marL="2057400" lvl="4" indent="-228600" defTabSz="914400">
              <a:lnSpc>
                <a:spcPct val="90000"/>
              </a:lnSpc>
              <a:spcBef>
                <a:spcPts val="499"/>
              </a:spcBef>
              <a:buClr>
                <a:srgbClr val="000000"/>
              </a:buClr>
              <a:buFont typeface="Arial"/>
              <a:buChar char="•"/>
            </a:pPr>
            <a:r>
              <a:rPr lang="it-IT" sz="1800" b="0" u="none" strike="noStrike">
                <a:solidFill>
                  <a:schemeClr val="dk1"/>
                </a:solidFill>
                <a:effectLst/>
                <a:uFillTx/>
                <a:latin typeface="Calibri"/>
              </a:rPr>
              <a:t>Quinto livello</a:t>
            </a:r>
            <a:endParaRPr lang="de-DE" sz="1800" b="0" u="none" strike="noStrike">
              <a:solidFill>
                <a:schemeClr val="dk1"/>
              </a:solidFill>
              <a:effectLst/>
              <a:uFillTx/>
              <a:latin typeface="Calibri"/>
            </a:endParaRPr>
          </a:p>
        </p:txBody>
      </p:sp>
      <p:sp>
        <p:nvSpPr>
          <p:cNvPr id="76" name="PlaceHolder 3"/>
          <p:cNvSpPr>
            <a:spLocks noGrp="1"/>
          </p:cNvSpPr>
          <p:nvPr>
            <p:ph type="dt" idx="43"/>
          </p:nvPr>
        </p:nvSpPr>
        <p:spPr>
          <a:xfrm>
            <a:off x="838080" y="6356520"/>
            <a:ext cx="2742840" cy="364680"/>
          </a:xfrm>
          <a:prstGeom prst="rect">
            <a:avLst/>
          </a:prstGeom>
          <a:noFill/>
          <a:ln w="0">
            <a:noFill/>
          </a:ln>
        </p:spPr>
        <p:txBody>
          <a:bodyPr lIns="91440" rIns="91440" tIns="45720" bIns="45720" anchor="ctr">
            <a:noAutofit/>
          </a:bodyPr>
          <a:lstStyle>
            <a:lvl1pPr indent="0" defTabSz="914400">
              <a:lnSpc>
                <a:spcPct val="100000"/>
              </a:lnSpc>
              <a:buNone/>
              <a:defRPr lang="it-IT" sz="1200" b="0" u="none" strike="noStrike">
                <a:solidFill>
                  <a:schemeClr val="dk1">
                    <a:tint val="75000"/>
                  </a:schemeClr>
                </a:solidFill>
                <a:effectLst/>
                <a:uFillTx/>
                <a:latin typeface="Calibri"/>
              </a:defRPr>
            </a:lvl1pPr>
          </a:lstStyle>
          <a:p>
            <a:pPr indent="0" defTabSz="914400">
              <a:lnSpc>
                <a:spcPct val="100000"/>
              </a:lnSpc>
              <a:buNone/>
            </a:pPr>
            <a:r>
              <a:rPr lang="it-IT" sz="1200" b="0" u="none" strike="noStrike">
                <a:solidFill>
                  <a:schemeClr val="dk1">
                    <a:tint val="75000"/>
                  </a:schemeClr>
                </a:solidFill>
                <a:effectLst/>
                <a:uFillTx/>
                <a:latin typeface="Calibri"/>
              </a:rPr>
              <a:t>&lt;data/ora&gt;</a:t>
            </a:r>
            <a:endParaRPr lang="it-IT" sz="1200" b="0" u="none" strike="noStrike">
              <a:solidFill>
                <a:srgbClr val="000000"/>
              </a:solidFill>
              <a:effectLst/>
              <a:uFillTx/>
              <a:latin typeface="Times New Roman"/>
            </a:endParaRPr>
          </a:p>
        </p:txBody>
      </p:sp>
      <p:sp>
        <p:nvSpPr>
          <p:cNvPr id="77" name="PlaceHolder 4"/>
          <p:cNvSpPr>
            <a:spLocks noGrp="1"/>
          </p:cNvSpPr>
          <p:nvPr>
            <p:ph type="ftr" idx="44"/>
          </p:nvPr>
        </p:nvSpPr>
        <p:spPr>
          <a:xfrm>
            <a:off x="4038480" y="6356520"/>
            <a:ext cx="4114440" cy="364680"/>
          </a:xfrm>
          <a:prstGeom prst="rect">
            <a:avLst/>
          </a:prstGeom>
          <a:noFill/>
          <a:ln w="0">
            <a:noFill/>
          </a:ln>
        </p:spPr>
        <p:txBody>
          <a:bodyPr lIns="91440" rIns="91440" tIns="45720" bIns="45720" anchor="ctr">
            <a:noAutofit/>
          </a:bodyPr>
          <a:lstStyle>
            <a:lvl1pPr indent="0" algn="ctr">
              <a:buNone/>
              <a:defRPr lang="it-IT" sz="1400" b="0" u="none" strike="noStrike">
                <a:solidFill>
                  <a:srgbClr val="000000"/>
                </a:solidFill>
                <a:effectLst/>
                <a:uFillTx/>
                <a:latin typeface="Times New Roman"/>
              </a:defRPr>
            </a:lvl1pPr>
          </a:lstStyle>
          <a:p>
            <a:pPr indent="0" algn="ctr">
              <a:buNone/>
            </a:pPr>
            <a:r>
              <a:rPr lang="it-IT" sz="1400" b="0" u="none" strike="noStrike">
                <a:solidFill>
                  <a:srgbClr val="000000"/>
                </a:solidFill>
                <a:effectLst/>
                <a:uFillTx/>
                <a:latin typeface="Times New Roman"/>
              </a:rPr>
              <a:t>&lt;piè di pagina&gt;</a:t>
            </a:r>
            <a:endParaRPr lang="it-IT" sz="1400" b="0" u="none" strike="noStrike">
              <a:solidFill>
                <a:srgbClr val="000000"/>
              </a:solidFill>
              <a:effectLst/>
              <a:uFillTx/>
              <a:latin typeface="Times New Roman"/>
            </a:endParaRPr>
          </a:p>
        </p:txBody>
      </p:sp>
      <p:sp>
        <p:nvSpPr>
          <p:cNvPr id="78" name="PlaceHolder 5"/>
          <p:cNvSpPr>
            <a:spLocks noGrp="1"/>
          </p:cNvSpPr>
          <p:nvPr>
            <p:ph type="sldNum" idx="45"/>
          </p:nvPr>
        </p:nvSpPr>
        <p:spPr>
          <a:xfrm>
            <a:off x="8610480" y="6356520"/>
            <a:ext cx="2742840" cy="364680"/>
          </a:xfrm>
          <a:prstGeom prst="rect">
            <a:avLst/>
          </a:prstGeom>
          <a:noFill/>
          <a:ln w="0">
            <a:noFill/>
          </a:ln>
        </p:spPr>
        <p:txBody>
          <a:bodyPr lIns="91440" rIns="91440" tIns="45720" bIns="45720" anchor="ctr">
            <a:noAutofit/>
          </a:bodyPr>
          <a:lstStyle>
            <a:lvl1pPr indent="0" algn="r" defTabSz="914400">
              <a:lnSpc>
                <a:spcPct val="100000"/>
              </a:lnSpc>
              <a:buNone/>
              <a:defRPr lang="it-IT" sz="1200" b="0" u="none" strike="noStrike">
                <a:solidFill>
                  <a:schemeClr val="dk1">
                    <a:tint val="75000"/>
                  </a:schemeClr>
                </a:solidFill>
                <a:effectLst/>
                <a:uFillTx/>
                <a:latin typeface="Calibri"/>
              </a:defRPr>
            </a:lvl1pPr>
          </a:lstStyle>
          <a:p>
            <a:pPr indent="0" algn="r" defTabSz="914400">
              <a:lnSpc>
                <a:spcPct val="100000"/>
              </a:lnSpc>
              <a:buNone/>
            </a:pPr>
            <a:fld id="{8AEE86EE-EC76-438B-B593-C767747D4172}" type="slidenum">
              <a:rPr lang="it-IT" sz="1200" b="0" u="none" strike="noStrike">
                <a:solidFill>
                  <a:schemeClr val="dk1">
                    <a:tint val="75000"/>
                  </a:schemeClr>
                </a:solidFill>
                <a:effectLst/>
                <a:uFillTx/>
                <a:latin typeface="Calibri"/>
              </a:rPr>
              <a:t>&lt;numero&gt;</a:t>
            </a:fld>
            <a:endParaRPr lang="it-IT" sz="1200" b="0" u="none" strike="noStrike">
              <a:solidFill>
                <a:srgbClr val="000000"/>
              </a:solidFill>
              <a:effectLst/>
              <a:uFillTx/>
              <a:latin typeface="Times New Roman"/>
            </a:endParaRPr>
          </a:p>
        </p:txBody>
      </p:sp>
    </p:spTree>
  </p:cSld>
</p:sldLayout>
</file>

<file path=ppt/slideLayouts/slideLayout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Predefinito 4">
    <p:bg>
      <p:bgPr>
        <a:solidFill>
          <a:srgbClr val="ffffff"/>
        </a:solidFill>
      </p:bgPr>
    </p:bg>
    <p:spTree>
      <p:nvGrpSpPr>
        <p:cNvPr id="1" name=""/>
        <p:cNvGrpSpPr/>
        <p:nvPr/>
      </p:nvGrpSpPr>
      <p:grpSpPr>
        <a:xfrm>
          <a:off x="0" y="0"/>
          <a:ext cx="0" cy="0"/>
          <a:chOff x="0" y="0"/>
          <a:chExt cx="0" cy="0"/>
        </a:xfrm>
      </p:grpSpPr>
      <p:sp>
        <p:nvSpPr>
          <p:cNvPr id="79" name="PlaceHolder 1"/>
          <p:cNvSpPr>
            <a:spLocks noGrp="1"/>
          </p:cNvSpPr>
          <p:nvPr>
            <p:ph type="title"/>
          </p:nvPr>
        </p:nvSpPr>
        <p:spPr>
          <a:xfrm>
            <a:off x="831960" y="1709640"/>
            <a:ext cx="10515240" cy="2852280"/>
          </a:xfrm>
          <a:prstGeom prst="rect">
            <a:avLst/>
          </a:prstGeom>
          <a:noFill/>
          <a:ln w="0">
            <a:noFill/>
          </a:ln>
        </p:spPr>
        <p:txBody>
          <a:bodyPr lIns="91440" rIns="91440" tIns="45720" bIns="45720" anchor="b">
            <a:noAutofit/>
          </a:bodyPr>
          <a:p>
            <a:pPr indent="0" defTabSz="914400">
              <a:lnSpc>
                <a:spcPct val="90000"/>
              </a:lnSpc>
              <a:buNone/>
            </a:pPr>
            <a:r>
              <a:rPr lang="it-IT" sz="6000" b="0" u="none" strike="noStrike">
                <a:solidFill>
                  <a:schemeClr val="dk1"/>
                </a:solidFill>
                <a:effectLst/>
                <a:uFillTx/>
                <a:latin typeface="Calibri Light"/>
              </a:rPr>
              <a:t>Fare clic per modificare lo stile del titolo dello schema</a:t>
            </a:r>
            <a:endParaRPr lang="de-DE" sz="6000" b="0" u="none" strike="noStrike">
              <a:solidFill>
                <a:schemeClr val="dk1"/>
              </a:solidFill>
              <a:effectLst/>
              <a:uFillTx/>
              <a:latin typeface="Calibri"/>
            </a:endParaRPr>
          </a:p>
        </p:txBody>
      </p:sp>
      <p:sp>
        <p:nvSpPr>
          <p:cNvPr id="80" name="PlaceHolder 2"/>
          <p:cNvSpPr>
            <a:spLocks noGrp="1"/>
          </p:cNvSpPr>
          <p:nvPr>
            <p:ph type="body"/>
          </p:nvPr>
        </p:nvSpPr>
        <p:spPr>
          <a:xfrm>
            <a:off x="831960" y="4589640"/>
            <a:ext cx="10515240" cy="1499760"/>
          </a:xfrm>
          <a:prstGeom prst="rect">
            <a:avLst/>
          </a:prstGeom>
          <a:noFill/>
          <a:ln w="0">
            <a:noFill/>
          </a:ln>
        </p:spPr>
        <p:txBody>
          <a:bodyPr lIns="91440" rIns="91440" tIns="45720" bIns="45720" anchor="t">
            <a:noAutofit/>
          </a:bodyPr>
          <a:p>
            <a:pPr indent="0" defTabSz="914400">
              <a:lnSpc>
                <a:spcPct val="90000"/>
              </a:lnSpc>
              <a:spcBef>
                <a:spcPts val="1001"/>
              </a:spcBef>
              <a:buNone/>
              <a:tabLst>
                <a:tab algn="l" pos="0"/>
              </a:tabLst>
            </a:pPr>
            <a:r>
              <a:rPr lang="it-IT" sz="2400" b="0" u="none" strike="noStrike">
                <a:solidFill>
                  <a:schemeClr val="dk1">
                    <a:tint val="75000"/>
                  </a:schemeClr>
                </a:solidFill>
                <a:effectLst/>
                <a:uFillTx/>
                <a:latin typeface="Calibri"/>
              </a:rPr>
              <a:t>Fare clic per modificare gli stili del testo dello schema</a:t>
            </a:r>
            <a:endParaRPr lang="de-DE" sz="2400" b="0" u="none" strike="noStrike">
              <a:solidFill>
                <a:schemeClr val="dk1"/>
              </a:solidFill>
              <a:effectLst/>
              <a:uFillTx/>
              <a:latin typeface="Calibri"/>
            </a:endParaRPr>
          </a:p>
        </p:txBody>
      </p:sp>
      <p:sp>
        <p:nvSpPr>
          <p:cNvPr id="81" name="PlaceHolder 3"/>
          <p:cNvSpPr>
            <a:spLocks noGrp="1"/>
          </p:cNvSpPr>
          <p:nvPr>
            <p:ph type="dt" idx="46"/>
          </p:nvPr>
        </p:nvSpPr>
        <p:spPr>
          <a:xfrm>
            <a:off x="838080" y="6356520"/>
            <a:ext cx="2742840" cy="364680"/>
          </a:xfrm>
          <a:prstGeom prst="rect">
            <a:avLst/>
          </a:prstGeom>
          <a:noFill/>
          <a:ln w="0">
            <a:noFill/>
          </a:ln>
        </p:spPr>
        <p:txBody>
          <a:bodyPr lIns="91440" rIns="91440" tIns="45720" bIns="45720" anchor="ctr">
            <a:noAutofit/>
          </a:bodyPr>
          <a:lstStyle>
            <a:lvl1pPr indent="0" defTabSz="914400">
              <a:lnSpc>
                <a:spcPct val="100000"/>
              </a:lnSpc>
              <a:buNone/>
              <a:defRPr lang="it-IT" sz="1200" b="0" u="none" strike="noStrike">
                <a:solidFill>
                  <a:schemeClr val="dk1">
                    <a:tint val="75000"/>
                  </a:schemeClr>
                </a:solidFill>
                <a:effectLst/>
                <a:uFillTx/>
                <a:latin typeface="Calibri"/>
              </a:defRPr>
            </a:lvl1pPr>
          </a:lstStyle>
          <a:p>
            <a:pPr indent="0" defTabSz="914400">
              <a:lnSpc>
                <a:spcPct val="100000"/>
              </a:lnSpc>
              <a:buNone/>
            </a:pPr>
            <a:r>
              <a:rPr lang="it-IT" sz="1200" b="0" u="none" strike="noStrike">
                <a:solidFill>
                  <a:schemeClr val="dk1">
                    <a:tint val="75000"/>
                  </a:schemeClr>
                </a:solidFill>
                <a:effectLst/>
                <a:uFillTx/>
                <a:latin typeface="Calibri"/>
              </a:rPr>
              <a:t>&lt;data/ora&gt;</a:t>
            </a:r>
            <a:endParaRPr lang="it-IT" sz="1200" b="0" u="none" strike="noStrike">
              <a:solidFill>
                <a:srgbClr val="000000"/>
              </a:solidFill>
              <a:effectLst/>
              <a:uFillTx/>
              <a:latin typeface="Times New Roman"/>
            </a:endParaRPr>
          </a:p>
        </p:txBody>
      </p:sp>
      <p:sp>
        <p:nvSpPr>
          <p:cNvPr id="82" name="PlaceHolder 4"/>
          <p:cNvSpPr>
            <a:spLocks noGrp="1"/>
          </p:cNvSpPr>
          <p:nvPr>
            <p:ph type="ftr" idx="47"/>
          </p:nvPr>
        </p:nvSpPr>
        <p:spPr>
          <a:xfrm>
            <a:off x="4038480" y="6356520"/>
            <a:ext cx="4114440" cy="364680"/>
          </a:xfrm>
          <a:prstGeom prst="rect">
            <a:avLst/>
          </a:prstGeom>
          <a:noFill/>
          <a:ln w="0">
            <a:noFill/>
          </a:ln>
        </p:spPr>
        <p:txBody>
          <a:bodyPr lIns="91440" rIns="91440" tIns="45720" bIns="45720" anchor="ctr">
            <a:noAutofit/>
          </a:bodyPr>
          <a:lstStyle>
            <a:lvl1pPr indent="0" algn="ctr">
              <a:buNone/>
              <a:defRPr lang="it-IT" sz="1400" b="0" u="none" strike="noStrike">
                <a:solidFill>
                  <a:srgbClr val="000000"/>
                </a:solidFill>
                <a:effectLst/>
                <a:uFillTx/>
                <a:latin typeface="Times New Roman"/>
              </a:defRPr>
            </a:lvl1pPr>
          </a:lstStyle>
          <a:p>
            <a:pPr indent="0" algn="ctr">
              <a:buNone/>
            </a:pPr>
            <a:r>
              <a:rPr lang="it-IT" sz="1400" b="0" u="none" strike="noStrike">
                <a:solidFill>
                  <a:srgbClr val="000000"/>
                </a:solidFill>
                <a:effectLst/>
                <a:uFillTx/>
                <a:latin typeface="Times New Roman"/>
              </a:rPr>
              <a:t>&lt;piè di pagina&gt;</a:t>
            </a:r>
            <a:endParaRPr lang="it-IT" sz="1400" b="0" u="none" strike="noStrike">
              <a:solidFill>
                <a:srgbClr val="000000"/>
              </a:solidFill>
              <a:effectLst/>
              <a:uFillTx/>
              <a:latin typeface="Times New Roman"/>
            </a:endParaRPr>
          </a:p>
        </p:txBody>
      </p:sp>
      <p:sp>
        <p:nvSpPr>
          <p:cNvPr id="83" name="PlaceHolder 5"/>
          <p:cNvSpPr>
            <a:spLocks noGrp="1"/>
          </p:cNvSpPr>
          <p:nvPr>
            <p:ph type="sldNum" idx="48"/>
          </p:nvPr>
        </p:nvSpPr>
        <p:spPr>
          <a:xfrm>
            <a:off x="8610480" y="6356520"/>
            <a:ext cx="2742840" cy="364680"/>
          </a:xfrm>
          <a:prstGeom prst="rect">
            <a:avLst/>
          </a:prstGeom>
          <a:noFill/>
          <a:ln w="0">
            <a:noFill/>
          </a:ln>
        </p:spPr>
        <p:txBody>
          <a:bodyPr lIns="91440" rIns="91440" tIns="45720" bIns="45720" anchor="ctr">
            <a:noAutofit/>
          </a:bodyPr>
          <a:lstStyle>
            <a:lvl1pPr indent="0" algn="r" defTabSz="914400">
              <a:lnSpc>
                <a:spcPct val="100000"/>
              </a:lnSpc>
              <a:buNone/>
              <a:defRPr lang="it-IT" sz="1200" b="0" u="none" strike="noStrike">
                <a:solidFill>
                  <a:schemeClr val="dk1">
                    <a:tint val="75000"/>
                  </a:schemeClr>
                </a:solidFill>
                <a:effectLst/>
                <a:uFillTx/>
                <a:latin typeface="Calibri"/>
              </a:defRPr>
            </a:lvl1pPr>
          </a:lstStyle>
          <a:p>
            <a:pPr indent="0" algn="r" defTabSz="914400">
              <a:lnSpc>
                <a:spcPct val="100000"/>
              </a:lnSpc>
              <a:buNone/>
            </a:pPr>
            <a:fld id="{D6D454A4-F52F-4B91-A103-2F465EFF7999}" type="slidenum">
              <a:rPr lang="it-IT" sz="1200" b="0" u="none" strike="noStrike">
                <a:solidFill>
                  <a:schemeClr val="dk1">
                    <a:tint val="75000"/>
                  </a:schemeClr>
                </a:solidFill>
                <a:effectLst/>
                <a:uFillTx/>
                <a:latin typeface="Calibri"/>
              </a:rPr>
              <a:t>&lt;numero&gt;</a:t>
            </a:fld>
            <a:endParaRPr lang="it-IT" sz="1200" b="0" u="none" strike="noStrike">
              <a:solidFill>
                <a:srgbClr val="000000"/>
              </a:solidFill>
              <a:effectLst/>
              <a:uFillTx/>
              <a:latin typeface="Times New Roman"/>
            </a:endParaRPr>
          </a:p>
        </p:txBody>
      </p:sp>
    </p:spTree>
  </p:cSld>
</p:sldLayout>
</file>

<file path=ppt/slideLayouts/slideLayout1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Predefinito 5">
    <p:bg>
      <p:bgPr>
        <a:solidFill>
          <a:srgbClr val="ffffff"/>
        </a:solidFill>
      </p:bgPr>
    </p:bg>
    <p:spTree>
      <p:nvGrpSpPr>
        <p:cNvPr id="1" name=""/>
        <p:cNvGrpSpPr/>
        <p:nvPr/>
      </p:nvGrpSpPr>
      <p:grpSpPr>
        <a:xfrm>
          <a:off x="0" y="0"/>
          <a:ext cx="0" cy="0"/>
          <a:chOff x="0" y="0"/>
          <a:chExt cx="0" cy="0"/>
        </a:xfrm>
      </p:grpSpPr>
      <p:sp>
        <p:nvSpPr>
          <p:cNvPr id="84" name="PlaceHolder 1"/>
          <p:cNvSpPr>
            <a:spLocks noGrp="1"/>
          </p:cNvSpPr>
          <p:nvPr>
            <p:ph type="title"/>
          </p:nvPr>
        </p:nvSpPr>
        <p:spPr>
          <a:xfrm>
            <a:off x="838080" y="365040"/>
            <a:ext cx="10515240" cy="1325160"/>
          </a:xfrm>
          <a:prstGeom prst="rect">
            <a:avLst/>
          </a:prstGeom>
          <a:noFill/>
          <a:ln w="0">
            <a:noFill/>
          </a:ln>
        </p:spPr>
        <p:txBody>
          <a:bodyPr lIns="91440" rIns="91440" tIns="45720" bIns="45720" anchor="ctr">
            <a:noAutofit/>
          </a:bodyPr>
          <a:p>
            <a:pPr indent="0" defTabSz="914400">
              <a:lnSpc>
                <a:spcPct val="90000"/>
              </a:lnSpc>
              <a:buNone/>
            </a:pPr>
            <a:r>
              <a:rPr lang="it-IT" sz="4400" b="0" u="none" strike="noStrike">
                <a:solidFill>
                  <a:schemeClr val="dk1"/>
                </a:solidFill>
                <a:effectLst/>
                <a:uFillTx/>
                <a:latin typeface="Calibri Light"/>
              </a:rPr>
              <a:t>Fare clic per modificare lo stile del titolo dello schema</a:t>
            </a:r>
            <a:endParaRPr lang="de-DE" sz="4400" b="0" u="none" strike="noStrike">
              <a:solidFill>
                <a:schemeClr val="dk1"/>
              </a:solidFill>
              <a:effectLst/>
              <a:uFillTx/>
              <a:latin typeface="Calibri"/>
            </a:endParaRPr>
          </a:p>
        </p:txBody>
      </p:sp>
      <p:sp>
        <p:nvSpPr>
          <p:cNvPr id="85" name="PlaceHolder 2"/>
          <p:cNvSpPr>
            <a:spLocks noGrp="1"/>
          </p:cNvSpPr>
          <p:nvPr>
            <p:ph type="body"/>
          </p:nvPr>
        </p:nvSpPr>
        <p:spPr>
          <a:xfrm>
            <a:off x="838080" y="1825560"/>
            <a:ext cx="5181120" cy="435096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000000"/>
              </a:buClr>
              <a:buFont typeface="Arial"/>
              <a:buChar char="•"/>
            </a:pPr>
            <a:r>
              <a:rPr lang="it-IT" sz="2800" b="0" u="none" strike="noStrike">
                <a:solidFill>
                  <a:schemeClr val="dk1"/>
                </a:solidFill>
                <a:effectLst/>
                <a:uFillTx/>
                <a:latin typeface="Calibri"/>
              </a:rPr>
              <a:t>Fare clic per modificare gli stili del testo dello schema</a:t>
            </a:r>
            <a:endParaRPr lang="de-DE" sz="2800" b="0" u="none" strike="noStrike">
              <a:solidFill>
                <a:schemeClr val="dk1"/>
              </a:solidFill>
              <a:effectLst/>
              <a:uFillTx/>
              <a:latin typeface="Calibri"/>
            </a:endParaRPr>
          </a:p>
          <a:p>
            <a:pPr marL="685800" lvl="1" indent="-228600" defTabSz="914400">
              <a:lnSpc>
                <a:spcPct val="90000"/>
              </a:lnSpc>
              <a:spcBef>
                <a:spcPts val="499"/>
              </a:spcBef>
              <a:buClr>
                <a:srgbClr val="000000"/>
              </a:buClr>
              <a:buFont typeface="Arial"/>
              <a:buChar char="•"/>
            </a:pPr>
            <a:r>
              <a:rPr lang="it-IT" sz="2400" b="0" u="none" strike="noStrike">
                <a:solidFill>
                  <a:schemeClr val="dk1"/>
                </a:solidFill>
                <a:effectLst/>
                <a:uFillTx/>
                <a:latin typeface="Calibri"/>
              </a:rPr>
              <a:t>Secondo livello</a:t>
            </a:r>
            <a:endParaRPr lang="de-DE" sz="2400" b="0" u="none" strike="noStrike">
              <a:solidFill>
                <a:schemeClr val="dk1"/>
              </a:solidFill>
              <a:effectLst/>
              <a:uFillTx/>
              <a:latin typeface="Calibri"/>
            </a:endParaRPr>
          </a:p>
          <a:p>
            <a:pPr marL="1143000" lvl="2" indent="-228600" defTabSz="914400">
              <a:lnSpc>
                <a:spcPct val="90000"/>
              </a:lnSpc>
              <a:spcBef>
                <a:spcPts val="499"/>
              </a:spcBef>
              <a:buClr>
                <a:srgbClr val="000000"/>
              </a:buClr>
              <a:buFont typeface="Arial"/>
              <a:buChar char="•"/>
            </a:pPr>
            <a:r>
              <a:rPr lang="it-IT" sz="2000" b="0" u="none" strike="noStrike">
                <a:solidFill>
                  <a:schemeClr val="dk1"/>
                </a:solidFill>
                <a:effectLst/>
                <a:uFillTx/>
                <a:latin typeface="Calibri"/>
              </a:rPr>
              <a:t>Terzo livello</a:t>
            </a:r>
            <a:endParaRPr lang="de-DE" sz="2000" b="0" u="none" strike="noStrike">
              <a:solidFill>
                <a:schemeClr val="dk1"/>
              </a:solidFill>
              <a:effectLst/>
              <a:uFillTx/>
              <a:latin typeface="Calibri"/>
            </a:endParaRPr>
          </a:p>
          <a:p>
            <a:pPr marL="1600200" lvl="3" indent="-228600" defTabSz="914400">
              <a:lnSpc>
                <a:spcPct val="90000"/>
              </a:lnSpc>
              <a:spcBef>
                <a:spcPts val="499"/>
              </a:spcBef>
              <a:buClr>
                <a:srgbClr val="000000"/>
              </a:buClr>
              <a:buFont typeface="Arial"/>
              <a:buChar char="•"/>
            </a:pPr>
            <a:r>
              <a:rPr lang="it-IT" sz="1800" b="0" u="none" strike="noStrike">
                <a:solidFill>
                  <a:schemeClr val="dk1"/>
                </a:solidFill>
                <a:effectLst/>
                <a:uFillTx/>
                <a:latin typeface="Calibri"/>
              </a:rPr>
              <a:t>Quarto livello</a:t>
            </a:r>
            <a:endParaRPr lang="de-DE" sz="1800" b="0" u="none" strike="noStrike">
              <a:solidFill>
                <a:schemeClr val="dk1"/>
              </a:solidFill>
              <a:effectLst/>
              <a:uFillTx/>
              <a:latin typeface="Calibri"/>
            </a:endParaRPr>
          </a:p>
          <a:p>
            <a:pPr marL="2057400" lvl="4" indent="-228600" defTabSz="914400">
              <a:lnSpc>
                <a:spcPct val="90000"/>
              </a:lnSpc>
              <a:spcBef>
                <a:spcPts val="499"/>
              </a:spcBef>
              <a:buClr>
                <a:srgbClr val="000000"/>
              </a:buClr>
              <a:buFont typeface="Arial"/>
              <a:buChar char="•"/>
            </a:pPr>
            <a:r>
              <a:rPr lang="it-IT" sz="1800" b="0" u="none" strike="noStrike">
                <a:solidFill>
                  <a:schemeClr val="dk1"/>
                </a:solidFill>
                <a:effectLst/>
                <a:uFillTx/>
                <a:latin typeface="Calibri"/>
              </a:rPr>
              <a:t>Quinto livello</a:t>
            </a:r>
            <a:endParaRPr lang="de-DE" sz="1800" b="0" u="none" strike="noStrike">
              <a:solidFill>
                <a:schemeClr val="dk1"/>
              </a:solidFill>
              <a:effectLst/>
              <a:uFillTx/>
              <a:latin typeface="Calibri"/>
            </a:endParaRPr>
          </a:p>
        </p:txBody>
      </p:sp>
      <p:sp>
        <p:nvSpPr>
          <p:cNvPr id="86" name="PlaceHolder 3"/>
          <p:cNvSpPr>
            <a:spLocks noGrp="1"/>
          </p:cNvSpPr>
          <p:nvPr>
            <p:ph type="body"/>
          </p:nvPr>
        </p:nvSpPr>
        <p:spPr>
          <a:xfrm>
            <a:off x="6172200" y="1825560"/>
            <a:ext cx="5181120" cy="435096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000000"/>
              </a:buClr>
              <a:buFont typeface="Arial"/>
              <a:buChar char="•"/>
            </a:pPr>
            <a:r>
              <a:rPr lang="it-IT" sz="2800" b="0" u="none" strike="noStrike">
                <a:solidFill>
                  <a:schemeClr val="dk1"/>
                </a:solidFill>
                <a:effectLst/>
                <a:uFillTx/>
                <a:latin typeface="Calibri"/>
              </a:rPr>
              <a:t>Fare clic per modificare gli stili del testo dello schema</a:t>
            </a:r>
            <a:endParaRPr lang="de-DE" sz="2800" b="0" u="none" strike="noStrike">
              <a:solidFill>
                <a:schemeClr val="dk1"/>
              </a:solidFill>
              <a:effectLst/>
              <a:uFillTx/>
              <a:latin typeface="Calibri"/>
            </a:endParaRPr>
          </a:p>
          <a:p>
            <a:pPr marL="685800" lvl="1" indent="-228600" defTabSz="914400">
              <a:lnSpc>
                <a:spcPct val="90000"/>
              </a:lnSpc>
              <a:spcBef>
                <a:spcPts val="499"/>
              </a:spcBef>
              <a:buClr>
                <a:srgbClr val="000000"/>
              </a:buClr>
              <a:buFont typeface="Arial"/>
              <a:buChar char="•"/>
            </a:pPr>
            <a:r>
              <a:rPr lang="it-IT" sz="2400" b="0" u="none" strike="noStrike">
                <a:solidFill>
                  <a:schemeClr val="dk1"/>
                </a:solidFill>
                <a:effectLst/>
                <a:uFillTx/>
                <a:latin typeface="Calibri"/>
              </a:rPr>
              <a:t>Secondo livello</a:t>
            </a:r>
            <a:endParaRPr lang="de-DE" sz="2400" b="0" u="none" strike="noStrike">
              <a:solidFill>
                <a:schemeClr val="dk1"/>
              </a:solidFill>
              <a:effectLst/>
              <a:uFillTx/>
              <a:latin typeface="Calibri"/>
            </a:endParaRPr>
          </a:p>
          <a:p>
            <a:pPr marL="1143000" lvl="2" indent="-228600" defTabSz="914400">
              <a:lnSpc>
                <a:spcPct val="90000"/>
              </a:lnSpc>
              <a:spcBef>
                <a:spcPts val="499"/>
              </a:spcBef>
              <a:buClr>
                <a:srgbClr val="000000"/>
              </a:buClr>
              <a:buFont typeface="Arial"/>
              <a:buChar char="•"/>
            </a:pPr>
            <a:r>
              <a:rPr lang="it-IT" sz="2000" b="0" u="none" strike="noStrike">
                <a:solidFill>
                  <a:schemeClr val="dk1"/>
                </a:solidFill>
                <a:effectLst/>
                <a:uFillTx/>
                <a:latin typeface="Calibri"/>
              </a:rPr>
              <a:t>Terzo livello</a:t>
            </a:r>
            <a:endParaRPr lang="de-DE" sz="2000" b="0" u="none" strike="noStrike">
              <a:solidFill>
                <a:schemeClr val="dk1"/>
              </a:solidFill>
              <a:effectLst/>
              <a:uFillTx/>
              <a:latin typeface="Calibri"/>
            </a:endParaRPr>
          </a:p>
          <a:p>
            <a:pPr marL="1600200" lvl="3" indent="-228600" defTabSz="914400">
              <a:lnSpc>
                <a:spcPct val="90000"/>
              </a:lnSpc>
              <a:spcBef>
                <a:spcPts val="499"/>
              </a:spcBef>
              <a:buClr>
                <a:srgbClr val="000000"/>
              </a:buClr>
              <a:buFont typeface="Arial"/>
              <a:buChar char="•"/>
            </a:pPr>
            <a:r>
              <a:rPr lang="it-IT" sz="1800" b="0" u="none" strike="noStrike">
                <a:solidFill>
                  <a:schemeClr val="dk1"/>
                </a:solidFill>
                <a:effectLst/>
                <a:uFillTx/>
                <a:latin typeface="Calibri"/>
              </a:rPr>
              <a:t>Quarto livello</a:t>
            </a:r>
            <a:endParaRPr lang="de-DE" sz="1800" b="0" u="none" strike="noStrike">
              <a:solidFill>
                <a:schemeClr val="dk1"/>
              </a:solidFill>
              <a:effectLst/>
              <a:uFillTx/>
              <a:latin typeface="Calibri"/>
            </a:endParaRPr>
          </a:p>
          <a:p>
            <a:pPr marL="2057400" lvl="4" indent="-228600" defTabSz="914400">
              <a:lnSpc>
                <a:spcPct val="90000"/>
              </a:lnSpc>
              <a:spcBef>
                <a:spcPts val="499"/>
              </a:spcBef>
              <a:buClr>
                <a:srgbClr val="000000"/>
              </a:buClr>
              <a:buFont typeface="Arial"/>
              <a:buChar char="•"/>
            </a:pPr>
            <a:r>
              <a:rPr lang="it-IT" sz="1800" b="0" u="none" strike="noStrike">
                <a:solidFill>
                  <a:schemeClr val="dk1"/>
                </a:solidFill>
                <a:effectLst/>
                <a:uFillTx/>
                <a:latin typeface="Calibri"/>
              </a:rPr>
              <a:t>Quinto livello</a:t>
            </a:r>
            <a:endParaRPr lang="de-DE" sz="1800" b="0" u="none" strike="noStrike">
              <a:solidFill>
                <a:schemeClr val="dk1"/>
              </a:solidFill>
              <a:effectLst/>
              <a:uFillTx/>
              <a:latin typeface="Calibri"/>
            </a:endParaRPr>
          </a:p>
        </p:txBody>
      </p:sp>
      <p:sp>
        <p:nvSpPr>
          <p:cNvPr id="87" name="PlaceHolder 4"/>
          <p:cNvSpPr>
            <a:spLocks noGrp="1"/>
          </p:cNvSpPr>
          <p:nvPr>
            <p:ph type="dt" idx="49"/>
          </p:nvPr>
        </p:nvSpPr>
        <p:spPr>
          <a:xfrm>
            <a:off x="838080" y="6356520"/>
            <a:ext cx="2742840" cy="364680"/>
          </a:xfrm>
          <a:prstGeom prst="rect">
            <a:avLst/>
          </a:prstGeom>
          <a:noFill/>
          <a:ln w="0">
            <a:noFill/>
          </a:ln>
        </p:spPr>
        <p:txBody>
          <a:bodyPr lIns="91440" rIns="91440" tIns="45720" bIns="45720" anchor="ctr">
            <a:noAutofit/>
          </a:bodyPr>
          <a:lstStyle>
            <a:lvl1pPr indent="0" defTabSz="914400">
              <a:lnSpc>
                <a:spcPct val="100000"/>
              </a:lnSpc>
              <a:buNone/>
              <a:defRPr lang="it-IT" sz="1200" b="0" u="none" strike="noStrike">
                <a:solidFill>
                  <a:schemeClr val="dk1">
                    <a:tint val="75000"/>
                  </a:schemeClr>
                </a:solidFill>
                <a:effectLst/>
                <a:uFillTx/>
                <a:latin typeface="Calibri"/>
              </a:defRPr>
            </a:lvl1pPr>
          </a:lstStyle>
          <a:p>
            <a:pPr indent="0" defTabSz="914400">
              <a:lnSpc>
                <a:spcPct val="100000"/>
              </a:lnSpc>
              <a:buNone/>
            </a:pPr>
            <a:r>
              <a:rPr lang="it-IT" sz="1200" b="0" u="none" strike="noStrike">
                <a:solidFill>
                  <a:schemeClr val="dk1">
                    <a:tint val="75000"/>
                  </a:schemeClr>
                </a:solidFill>
                <a:effectLst/>
                <a:uFillTx/>
                <a:latin typeface="Calibri"/>
              </a:rPr>
              <a:t>&lt;data/ora&gt;</a:t>
            </a:r>
            <a:endParaRPr lang="it-IT" sz="1200" b="0" u="none" strike="noStrike">
              <a:solidFill>
                <a:srgbClr val="000000"/>
              </a:solidFill>
              <a:effectLst/>
              <a:uFillTx/>
              <a:latin typeface="Times New Roman"/>
            </a:endParaRPr>
          </a:p>
        </p:txBody>
      </p:sp>
      <p:sp>
        <p:nvSpPr>
          <p:cNvPr id="88" name="PlaceHolder 5"/>
          <p:cNvSpPr>
            <a:spLocks noGrp="1"/>
          </p:cNvSpPr>
          <p:nvPr>
            <p:ph type="ftr" idx="50"/>
          </p:nvPr>
        </p:nvSpPr>
        <p:spPr>
          <a:xfrm>
            <a:off x="4038480" y="6356520"/>
            <a:ext cx="4114440" cy="364680"/>
          </a:xfrm>
          <a:prstGeom prst="rect">
            <a:avLst/>
          </a:prstGeom>
          <a:noFill/>
          <a:ln w="0">
            <a:noFill/>
          </a:ln>
        </p:spPr>
        <p:txBody>
          <a:bodyPr lIns="91440" rIns="91440" tIns="45720" bIns="45720" anchor="ctr">
            <a:noAutofit/>
          </a:bodyPr>
          <a:lstStyle>
            <a:lvl1pPr indent="0" algn="ctr">
              <a:buNone/>
              <a:defRPr lang="it-IT" sz="1400" b="0" u="none" strike="noStrike">
                <a:solidFill>
                  <a:srgbClr val="000000"/>
                </a:solidFill>
                <a:effectLst/>
                <a:uFillTx/>
                <a:latin typeface="Times New Roman"/>
              </a:defRPr>
            </a:lvl1pPr>
          </a:lstStyle>
          <a:p>
            <a:pPr indent="0" algn="ctr">
              <a:buNone/>
            </a:pPr>
            <a:r>
              <a:rPr lang="it-IT" sz="1400" b="0" u="none" strike="noStrike">
                <a:solidFill>
                  <a:srgbClr val="000000"/>
                </a:solidFill>
                <a:effectLst/>
                <a:uFillTx/>
                <a:latin typeface="Times New Roman"/>
              </a:rPr>
              <a:t>&lt;piè di pagina&gt;</a:t>
            </a:r>
            <a:endParaRPr lang="it-IT" sz="1400" b="0" u="none" strike="noStrike">
              <a:solidFill>
                <a:srgbClr val="000000"/>
              </a:solidFill>
              <a:effectLst/>
              <a:uFillTx/>
              <a:latin typeface="Times New Roman"/>
            </a:endParaRPr>
          </a:p>
        </p:txBody>
      </p:sp>
      <p:sp>
        <p:nvSpPr>
          <p:cNvPr id="89" name="PlaceHolder 6"/>
          <p:cNvSpPr>
            <a:spLocks noGrp="1"/>
          </p:cNvSpPr>
          <p:nvPr>
            <p:ph type="sldNum" idx="51"/>
          </p:nvPr>
        </p:nvSpPr>
        <p:spPr>
          <a:xfrm>
            <a:off x="8610480" y="6356520"/>
            <a:ext cx="2742840" cy="364680"/>
          </a:xfrm>
          <a:prstGeom prst="rect">
            <a:avLst/>
          </a:prstGeom>
          <a:noFill/>
          <a:ln w="0">
            <a:noFill/>
          </a:ln>
        </p:spPr>
        <p:txBody>
          <a:bodyPr lIns="91440" rIns="91440" tIns="45720" bIns="45720" anchor="ctr">
            <a:noAutofit/>
          </a:bodyPr>
          <a:lstStyle>
            <a:lvl1pPr indent="0" algn="r" defTabSz="914400">
              <a:lnSpc>
                <a:spcPct val="100000"/>
              </a:lnSpc>
              <a:buNone/>
              <a:defRPr lang="it-IT" sz="1200" b="0" u="none" strike="noStrike">
                <a:solidFill>
                  <a:schemeClr val="dk1">
                    <a:tint val="75000"/>
                  </a:schemeClr>
                </a:solidFill>
                <a:effectLst/>
                <a:uFillTx/>
                <a:latin typeface="Calibri"/>
              </a:defRPr>
            </a:lvl1pPr>
          </a:lstStyle>
          <a:p>
            <a:pPr indent="0" algn="r" defTabSz="914400">
              <a:lnSpc>
                <a:spcPct val="100000"/>
              </a:lnSpc>
              <a:buNone/>
            </a:pPr>
            <a:fld id="{6E2FF24C-7950-4B14-BCAB-9BCAD579D989}" type="slidenum">
              <a:rPr lang="it-IT" sz="1200" b="0" u="none" strike="noStrike">
                <a:solidFill>
                  <a:schemeClr val="dk1">
                    <a:tint val="75000"/>
                  </a:schemeClr>
                </a:solidFill>
                <a:effectLst/>
                <a:uFillTx/>
                <a:latin typeface="Calibri"/>
              </a:rPr>
              <a:t>&lt;numero&gt;</a:t>
            </a:fld>
            <a:endParaRPr lang="it-IT" sz="1200" b="0" u="none" strike="noStrike">
              <a:solidFill>
                <a:srgbClr val="000000"/>
              </a:solidFill>
              <a:effectLst/>
              <a:uFillTx/>
              <a:latin typeface="Times New Roman"/>
            </a:endParaRPr>
          </a:p>
        </p:txBody>
      </p:sp>
    </p:spTree>
  </p:cSld>
</p:sldLayout>
</file>

<file path=ppt/slideLayouts/slideLayout1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Predefinito 6">
    <p:bg>
      <p:bgPr>
        <a:solidFill>
          <a:srgbClr val="ffffff"/>
        </a:solidFill>
      </p:bgPr>
    </p:bg>
    <p:spTree>
      <p:nvGrpSpPr>
        <p:cNvPr id="1" name=""/>
        <p:cNvGrpSpPr/>
        <p:nvPr/>
      </p:nvGrpSpPr>
      <p:grpSpPr>
        <a:xfrm>
          <a:off x="0" y="0"/>
          <a:ext cx="0" cy="0"/>
          <a:chOff x="0" y="0"/>
          <a:chExt cx="0" cy="0"/>
        </a:xfrm>
      </p:grpSpPr>
      <p:sp>
        <p:nvSpPr>
          <p:cNvPr id="90" name="PlaceHolder 1"/>
          <p:cNvSpPr>
            <a:spLocks noGrp="1"/>
          </p:cNvSpPr>
          <p:nvPr>
            <p:ph type="title"/>
          </p:nvPr>
        </p:nvSpPr>
        <p:spPr>
          <a:xfrm>
            <a:off x="839880" y="365040"/>
            <a:ext cx="10515240" cy="1325160"/>
          </a:xfrm>
          <a:prstGeom prst="rect">
            <a:avLst/>
          </a:prstGeom>
          <a:noFill/>
          <a:ln w="0">
            <a:noFill/>
          </a:ln>
        </p:spPr>
        <p:txBody>
          <a:bodyPr lIns="91440" rIns="91440" tIns="45720" bIns="45720" anchor="ctr">
            <a:noAutofit/>
          </a:bodyPr>
          <a:p>
            <a:pPr indent="0" defTabSz="914400">
              <a:lnSpc>
                <a:spcPct val="90000"/>
              </a:lnSpc>
              <a:buNone/>
            </a:pPr>
            <a:r>
              <a:rPr lang="it-IT" sz="4400" b="0" u="none" strike="noStrike">
                <a:solidFill>
                  <a:schemeClr val="dk1"/>
                </a:solidFill>
                <a:effectLst/>
                <a:uFillTx/>
                <a:latin typeface="Calibri Light"/>
              </a:rPr>
              <a:t>Fare clic per modificare lo stile del titolo dello schema</a:t>
            </a:r>
            <a:endParaRPr lang="de-DE" sz="4400" b="0" u="none" strike="noStrike">
              <a:solidFill>
                <a:schemeClr val="dk1"/>
              </a:solidFill>
              <a:effectLst/>
              <a:uFillTx/>
              <a:latin typeface="Calibri"/>
            </a:endParaRPr>
          </a:p>
        </p:txBody>
      </p:sp>
      <p:sp>
        <p:nvSpPr>
          <p:cNvPr id="91" name="PlaceHolder 2"/>
          <p:cNvSpPr>
            <a:spLocks noGrp="1"/>
          </p:cNvSpPr>
          <p:nvPr>
            <p:ph type="body"/>
          </p:nvPr>
        </p:nvSpPr>
        <p:spPr>
          <a:xfrm>
            <a:off x="839880" y="1681200"/>
            <a:ext cx="5157360" cy="823680"/>
          </a:xfrm>
          <a:prstGeom prst="rect">
            <a:avLst/>
          </a:prstGeom>
          <a:noFill/>
          <a:ln w="0">
            <a:noFill/>
          </a:ln>
        </p:spPr>
        <p:txBody>
          <a:bodyPr lIns="91440" rIns="91440" tIns="45720" bIns="45720" anchor="b">
            <a:noAutofit/>
          </a:bodyPr>
          <a:p>
            <a:pPr indent="0" defTabSz="914400">
              <a:lnSpc>
                <a:spcPct val="90000"/>
              </a:lnSpc>
              <a:spcBef>
                <a:spcPts val="1001"/>
              </a:spcBef>
              <a:buNone/>
              <a:tabLst>
                <a:tab algn="l" pos="0"/>
              </a:tabLst>
            </a:pPr>
            <a:r>
              <a:rPr lang="it-IT" sz="2400" b="1" u="none" strike="noStrike">
                <a:solidFill>
                  <a:schemeClr val="dk1"/>
                </a:solidFill>
                <a:effectLst/>
                <a:uFillTx/>
                <a:latin typeface="Calibri"/>
              </a:rPr>
              <a:t>Fare clic per modificare gli stili del testo dello schema</a:t>
            </a:r>
            <a:endParaRPr lang="de-DE" sz="2400" b="0" u="none" strike="noStrike">
              <a:solidFill>
                <a:schemeClr val="dk1"/>
              </a:solidFill>
              <a:effectLst/>
              <a:uFillTx/>
              <a:latin typeface="Calibri"/>
            </a:endParaRPr>
          </a:p>
        </p:txBody>
      </p:sp>
      <p:sp>
        <p:nvSpPr>
          <p:cNvPr id="92" name="PlaceHolder 3"/>
          <p:cNvSpPr>
            <a:spLocks noGrp="1"/>
          </p:cNvSpPr>
          <p:nvPr>
            <p:ph type="body"/>
          </p:nvPr>
        </p:nvSpPr>
        <p:spPr>
          <a:xfrm>
            <a:off x="839880" y="2505240"/>
            <a:ext cx="5157360" cy="368424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000000"/>
              </a:buClr>
              <a:buFont typeface="Arial"/>
              <a:buChar char="•"/>
            </a:pPr>
            <a:r>
              <a:rPr lang="it-IT" sz="2800" b="0" u="none" strike="noStrike">
                <a:solidFill>
                  <a:schemeClr val="dk1"/>
                </a:solidFill>
                <a:effectLst/>
                <a:uFillTx/>
                <a:latin typeface="Calibri"/>
              </a:rPr>
              <a:t>Fare clic per modificare gli stili del testo dello schema</a:t>
            </a:r>
            <a:endParaRPr lang="de-DE" sz="2800" b="0" u="none" strike="noStrike">
              <a:solidFill>
                <a:schemeClr val="dk1"/>
              </a:solidFill>
              <a:effectLst/>
              <a:uFillTx/>
              <a:latin typeface="Calibri"/>
            </a:endParaRPr>
          </a:p>
          <a:p>
            <a:pPr marL="685800" lvl="1" indent="-228600" defTabSz="914400">
              <a:lnSpc>
                <a:spcPct val="90000"/>
              </a:lnSpc>
              <a:spcBef>
                <a:spcPts val="499"/>
              </a:spcBef>
              <a:buClr>
                <a:srgbClr val="000000"/>
              </a:buClr>
              <a:buFont typeface="Arial"/>
              <a:buChar char="•"/>
            </a:pPr>
            <a:r>
              <a:rPr lang="it-IT" sz="2400" b="0" u="none" strike="noStrike">
                <a:solidFill>
                  <a:schemeClr val="dk1"/>
                </a:solidFill>
                <a:effectLst/>
                <a:uFillTx/>
                <a:latin typeface="Calibri"/>
              </a:rPr>
              <a:t>Secondo livello</a:t>
            </a:r>
            <a:endParaRPr lang="de-DE" sz="2400" b="0" u="none" strike="noStrike">
              <a:solidFill>
                <a:schemeClr val="dk1"/>
              </a:solidFill>
              <a:effectLst/>
              <a:uFillTx/>
              <a:latin typeface="Calibri"/>
            </a:endParaRPr>
          </a:p>
          <a:p>
            <a:pPr marL="1143000" lvl="2" indent="-228600" defTabSz="914400">
              <a:lnSpc>
                <a:spcPct val="90000"/>
              </a:lnSpc>
              <a:spcBef>
                <a:spcPts val="499"/>
              </a:spcBef>
              <a:buClr>
                <a:srgbClr val="000000"/>
              </a:buClr>
              <a:buFont typeface="Arial"/>
              <a:buChar char="•"/>
            </a:pPr>
            <a:r>
              <a:rPr lang="it-IT" sz="2000" b="0" u="none" strike="noStrike">
                <a:solidFill>
                  <a:schemeClr val="dk1"/>
                </a:solidFill>
                <a:effectLst/>
                <a:uFillTx/>
                <a:latin typeface="Calibri"/>
              </a:rPr>
              <a:t>Terzo livello</a:t>
            </a:r>
            <a:endParaRPr lang="de-DE" sz="2000" b="0" u="none" strike="noStrike">
              <a:solidFill>
                <a:schemeClr val="dk1"/>
              </a:solidFill>
              <a:effectLst/>
              <a:uFillTx/>
              <a:latin typeface="Calibri"/>
            </a:endParaRPr>
          </a:p>
          <a:p>
            <a:pPr marL="1600200" lvl="3" indent="-228600" defTabSz="914400">
              <a:lnSpc>
                <a:spcPct val="90000"/>
              </a:lnSpc>
              <a:spcBef>
                <a:spcPts val="499"/>
              </a:spcBef>
              <a:buClr>
                <a:srgbClr val="000000"/>
              </a:buClr>
              <a:buFont typeface="Arial"/>
              <a:buChar char="•"/>
            </a:pPr>
            <a:r>
              <a:rPr lang="it-IT" sz="1800" b="0" u="none" strike="noStrike">
                <a:solidFill>
                  <a:schemeClr val="dk1"/>
                </a:solidFill>
                <a:effectLst/>
                <a:uFillTx/>
                <a:latin typeface="Calibri"/>
              </a:rPr>
              <a:t>Quarto livello</a:t>
            </a:r>
            <a:endParaRPr lang="de-DE" sz="1800" b="0" u="none" strike="noStrike">
              <a:solidFill>
                <a:schemeClr val="dk1"/>
              </a:solidFill>
              <a:effectLst/>
              <a:uFillTx/>
              <a:latin typeface="Calibri"/>
            </a:endParaRPr>
          </a:p>
          <a:p>
            <a:pPr marL="2057400" lvl="4" indent="-228600" defTabSz="914400">
              <a:lnSpc>
                <a:spcPct val="90000"/>
              </a:lnSpc>
              <a:spcBef>
                <a:spcPts val="499"/>
              </a:spcBef>
              <a:buClr>
                <a:srgbClr val="000000"/>
              </a:buClr>
              <a:buFont typeface="Arial"/>
              <a:buChar char="•"/>
            </a:pPr>
            <a:r>
              <a:rPr lang="it-IT" sz="1800" b="0" u="none" strike="noStrike">
                <a:solidFill>
                  <a:schemeClr val="dk1"/>
                </a:solidFill>
                <a:effectLst/>
                <a:uFillTx/>
                <a:latin typeface="Calibri"/>
              </a:rPr>
              <a:t>Quinto livello</a:t>
            </a:r>
            <a:endParaRPr lang="de-DE" sz="1800" b="0" u="none" strike="noStrike">
              <a:solidFill>
                <a:schemeClr val="dk1"/>
              </a:solidFill>
              <a:effectLst/>
              <a:uFillTx/>
              <a:latin typeface="Calibri"/>
            </a:endParaRPr>
          </a:p>
        </p:txBody>
      </p:sp>
      <p:sp>
        <p:nvSpPr>
          <p:cNvPr id="93" name="PlaceHolder 4"/>
          <p:cNvSpPr>
            <a:spLocks noGrp="1"/>
          </p:cNvSpPr>
          <p:nvPr>
            <p:ph type="body"/>
          </p:nvPr>
        </p:nvSpPr>
        <p:spPr>
          <a:xfrm>
            <a:off x="6172200" y="1681200"/>
            <a:ext cx="5182920" cy="823680"/>
          </a:xfrm>
          <a:prstGeom prst="rect">
            <a:avLst/>
          </a:prstGeom>
          <a:noFill/>
          <a:ln w="0">
            <a:noFill/>
          </a:ln>
        </p:spPr>
        <p:txBody>
          <a:bodyPr lIns="91440" rIns="91440" tIns="45720" bIns="45720" anchor="b">
            <a:noAutofit/>
          </a:bodyPr>
          <a:p>
            <a:pPr indent="0" defTabSz="914400">
              <a:lnSpc>
                <a:spcPct val="90000"/>
              </a:lnSpc>
              <a:spcBef>
                <a:spcPts val="1001"/>
              </a:spcBef>
              <a:buNone/>
              <a:tabLst>
                <a:tab algn="l" pos="0"/>
              </a:tabLst>
            </a:pPr>
            <a:r>
              <a:rPr lang="it-IT" sz="2400" b="1" u="none" strike="noStrike">
                <a:solidFill>
                  <a:schemeClr val="dk1"/>
                </a:solidFill>
                <a:effectLst/>
                <a:uFillTx/>
                <a:latin typeface="Calibri"/>
              </a:rPr>
              <a:t>Fare clic per modificare gli stili del testo dello schema</a:t>
            </a:r>
            <a:endParaRPr lang="de-DE" sz="2400" b="0" u="none" strike="noStrike">
              <a:solidFill>
                <a:schemeClr val="dk1"/>
              </a:solidFill>
              <a:effectLst/>
              <a:uFillTx/>
              <a:latin typeface="Calibri"/>
            </a:endParaRPr>
          </a:p>
        </p:txBody>
      </p:sp>
      <p:sp>
        <p:nvSpPr>
          <p:cNvPr id="94" name="PlaceHolder 5"/>
          <p:cNvSpPr>
            <a:spLocks noGrp="1"/>
          </p:cNvSpPr>
          <p:nvPr>
            <p:ph type="body"/>
          </p:nvPr>
        </p:nvSpPr>
        <p:spPr>
          <a:xfrm>
            <a:off x="6172200" y="2505240"/>
            <a:ext cx="5182920" cy="368424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000000"/>
              </a:buClr>
              <a:buFont typeface="Arial"/>
              <a:buChar char="•"/>
            </a:pPr>
            <a:r>
              <a:rPr lang="it-IT" sz="2800" b="0" u="none" strike="noStrike">
                <a:solidFill>
                  <a:schemeClr val="dk1"/>
                </a:solidFill>
                <a:effectLst/>
                <a:uFillTx/>
                <a:latin typeface="Calibri"/>
              </a:rPr>
              <a:t>Fare clic per modificare gli stili del testo dello schema</a:t>
            </a:r>
            <a:endParaRPr lang="de-DE" sz="2800" b="0" u="none" strike="noStrike">
              <a:solidFill>
                <a:schemeClr val="dk1"/>
              </a:solidFill>
              <a:effectLst/>
              <a:uFillTx/>
              <a:latin typeface="Calibri"/>
            </a:endParaRPr>
          </a:p>
          <a:p>
            <a:pPr marL="685800" lvl="1" indent="-228600" defTabSz="914400">
              <a:lnSpc>
                <a:spcPct val="90000"/>
              </a:lnSpc>
              <a:spcBef>
                <a:spcPts val="499"/>
              </a:spcBef>
              <a:buClr>
                <a:srgbClr val="000000"/>
              </a:buClr>
              <a:buFont typeface="Arial"/>
              <a:buChar char="•"/>
            </a:pPr>
            <a:r>
              <a:rPr lang="it-IT" sz="2400" b="0" u="none" strike="noStrike">
                <a:solidFill>
                  <a:schemeClr val="dk1"/>
                </a:solidFill>
                <a:effectLst/>
                <a:uFillTx/>
                <a:latin typeface="Calibri"/>
              </a:rPr>
              <a:t>Secondo livello</a:t>
            </a:r>
            <a:endParaRPr lang="de-DE" sz="2400" b="0" u="none" strike="noStrike">
              <a:solidFill>
                <a:schemeClr val="dk1"/>
              </a:solidFill>
              <a:effectLst/>
              <a:uFillTx/>
              <a:latin typeface="Calibri"/>
            </a:endParaRPr>
          </a:p>
          <a:p>
            <a:pPr marL="1143000" lvl="2" indent="-228600" defTabSz="914400">
              <a:lnSpc>
                <a:spcPct val="90000"/>
              </a:lnSpc>
              <a:spcBef>
                <a:spcPts val="499"/>
              </a:spcBef>
              <a:buClr>
                <a:srgbClr val="000000"/>
              </a:buClr>
              <a:buFont typeface="Arial"/>
              <a:buChar char="•"/>
            </a:pPr>
            <a:r>
              <a:rPr lang="it-IT" sz="2000" b="0" u="none" strike="noStrike">
                <a:solidFill>
                  <a:schemeClr val="dk1"/>
                </a:solidFill>
                <a:effectLst/>
                <a:uFillTx/>
                <a:latin typeface="Calibri"/>
              </a:rPr>
              <a:t>Terzo livello</a:t>
            </a:r>
            <a:endParaRPr lang="de-DE" sz="2000" b="0" u="none" strike="noStrike">
              <a:solidFill>
                <a:schemeClr val="dk1"/>
              </a:solidFill>
              <a:effectLst/>
              <a:uFillTx/>
              <a:latin typeface="Calibri"/>
            </a:endParaRPr>
          </a:p>
          <a:p>
            <a:pPr marL="1600200" lvl="3" indent="-228600" defTabSz="914400">
              <a:lnSpc>
                <a:spcPct val="90000"/>
              </a:lnSpc>
              <a:spcBef>
                <a:spcPts val="499"/>
              </a:spcBef>
              <a:buClr>
                <a:srgbClr val="000000"/>
              </a:buClr>
              <a:buFont typeface="Arial"/>
              <a:buChar char="•"/>
            </a:pPr>
            <a:r>
              <a:rPr lang="it-IT" sz="1800" b="0" u="none" strike="noStrike">
                <a:solidFill>
                  <a:schemeClr val="dk1"/>
                </a:solidFill>
                <a:effectLst/>
                <a:uFillTx/>
                <a:latin typeface="Calibri"/>
              </a:rPr>
              <a:t>Quarto livello</a:t>
            </a:r>
            <a:endParaRPr lang="de-DE" sz="1800" b="0" u="none" strike="noStrike">
              <a:solidFill>
                <a:schemeClr val="dk1"/>
              </a:solidFill>
              <a:effectLst/>
              <a:uFillTx/>
              <a:latin typeface="Calibri"/>
            </a:endParaRPr>
          </a:p>
          <a:p>
            <a:pPr marL="2057400" lvl="4" indent="-228600" defTabSz="914400">
              <a:lnSpc>
                <a:spcPct val="90000"/>
              </a:lnSpc>
              <a:spcBef>
                <a:spcPts val="499"/>
              </a:spcBef>
              <a:buClr>
                <a:srgbClr val="000000"/>
              </a:buClr>
              <a:buFont typeface="Arial"/>
              <a:buChar char="•"/>
            </a:pPr>
            <a:r>
              <a:rPr lang="it-IT" sz="1800" b="0" u="none" strike="noStrike">
                <a:solidFill>
                  <a:schemeClr val="dk1"/>
                </a:solidFill>
                <a:effectLst/>
                <a:uFillTx/>
                <a:latin typeface="Calibri"/>
              </a:rPr>
              <a:t>Quinto livello</a:t>
            </a:r>
            <a:endParaRPr lang="de-DE" sz="1800" b="0" u="none" strike="noStrike">
              <a:solidFill>
                <a:schemeClr val="dk1"/>
              </a:solidFill>
              <a:effectLst/>
              <a:uFillTx/>
              <a:latin typeface="Calibri"/>
            </a:endParaRPr>
          </a:p>
        </p:txBody>
      </p:sp>
      <p:sp>
        <p:nvSpPr>
          <p:cNvPr id="95" name="PlaceHolder 6"/>
          <p:cNvSpPr>
            <a:spLocks noGrp="1"/>
          </p:cNvSpPr>
          <p:nvPr>
            <p:ph type="dt" idx="52"/>
          </p:nvPr>
        </p:nvSpPr>
        <p:spPr>
          <a:xfrm>
            <a:off x="838080" y="6356520"/>
            <a:ext cx="2742840" cy="364680"/>
          </a:xfrm>
          <a:prstGeom prst="rect">
            <a:avLst/>
          </a:prstGeom>
          <a:noFill/>
          <a:ln w="0">
            <a:noFill/>
          </a:ln>
        </p:spPr>
        <p:txBody>
          <a:bodyPr lIns="91440" rIns="91440" tIns="45720" bIns="45720" anchor="ctr">
            <a:noAutofit/>
          </a:bodyPr>
          <a:lstStyle>
            <a:lvl1pPr indent="0" defTabSz="914400">
              <a:lnSpc>
                <a:spcPct val="100000"/>
              </a:lnSpc>
              <a:buNone/>
              <a:defRPr lang="it-IT" sz="1200" b="0" u="none" strike="noStrike">
                <a:solidFill>
                  <a:schemeClr val="dk1">
                    <a:tint val="75000"/>
                  </a:schemeClr>
                </a:solidFill>
                <a:effectLst/>
                <a:uFillTx/>
                <a:latin typeface="Calibri"/>
              </a:defRPr>
            </a:lvl1pPr>
          </a:lstStyle>
          <a:p>
            <a:pPr indent="0" defTabSz="914400">
              <a:lnSpc>
                <a:spcPct val="100000"/>
              </a:lnSpc>
              <a:buNone/>
            </a:pPr>
            <a:r>
              <a:rPr lang="it-IT" sz="1200" b="0" u="none" strike="noStrike">
                <a:solidFill>
                  <a:schemeClr val="dk1">
                    <a:tint val="75000"/>
                  </a:schemeClr>
                </a:solidFill>
                <a:effectLst/>
                <a:uFillTx/>
                <a:latin typeface="Calibri"/>
              </a:rPr>
              <a:t>&lt;data/ora&gt;</a:t>
            </a:r>
            <a:endParaRPr lang="it-IT" sz="1200" b="0" u="none" strike="noStrike">
              <a:solidFill>
                <a:srgbClr val="000000"/>
              </a:solidFill>
              <a:effectLst/>
              <a:uFillTx/>
              <a:latin typeface="Times New Roman"/>
            </a:endParaRPr>
          </a:p>
        </p:txBody>
      </p:sp>
      <p:sp>
        <p:nvSpPr>
          <p:cNvPr id="96" name="PlaceHolder 7"/>
          <p:cNvSpPr>
            <a:spLocks noGrp="1"/>
          </p:cNvSpPr>
          <p:nvPr>
            <p:ph type="ftr" idx="53"/>
          </p:nvPr>
        </p:nvSpPr>
        <p:spPr>
          <a:xfrm>
            <a:off x="4038480" y="6356520"/>
            <a:ext cx="4114440" cy="364680"/>
          </a:xfrm>
          <a:prstGeom prst="rect">
            <a:avLst/>
          </a:prstGeom>
          <a:noFill/>
          <a:ln w="0">
            <a:noFill/>
          </a:ln>
        </p:spPr>
        <p:txBody>
          <a:bodyPr lIns="91440" rIns="91440" tIns="45720" bIns="45720" anchor="ctr">
            <a:noAutofit/>
          </a:bodyPr>
          <a:lstStyle>
            <a:lvl1pPr indent="0" algn="ctr">
              <a:buNone/>
              <a:defRPr lang="it-IT" sz="1400" b="0" u="none" strike="noStrike">
                <a:solidFill>
                  <a:srgbClr val="000000"/>
                </a:solidFill>
                <a:effectLst/>
                <a:uFillTx/>
                <a:latin typeface="Times New Roman"/>
              </a:defRPr>
            </a:lvl1pPr>
          </a:lstStyle>
          <a:p>
            <a:pPr indent="0" algn="ctr">
              <a:buNone/>
            </a:pPr>
            <a:r>
              <a:rPr lang="it-IT" sz="1400" b="0" u="none" strike="noStrike">
                <a:solidFill>
                  <a:srgbClr val="000000"/>
                </a:solidFill>
                <a:effectLst/>
                <a:uFillTx/>
                <a:latin typeface="Times New Roman"/>
              </a:rPr>
              <a:t>&lt;piè di pagina&gt;</a:t>
            </a:r>
            <a:endParaRPr lang="it-IT" sz="1400" b="0" u="none" strike="noStrike">
              <a:solidFill>
                <a:srgbClr val="000000"/>
              </a:solidFill>
              <a:effectLst/>
              <a:uFillTx/>
              <a:latin typeface="Times New Roman"/>
            </a:endParaRPr>
          </a:p>
        </p:txBody>
      </p:sp>
      <p:sp>
        <p:nvSpPr>
          <p:cNvPr id="97" name="PlaceHolder 8"/>
          <p:cNvSpPr>
            <a:spLocks noGrp="1"/>
          </p:cNvSpPr>
          <p:nvPr>
            <p:ph type="sldNum" idx="54"/>
          </p:nvPr>
        </p:nvSpPr>
        <p:spPr>
          <a:xfrm>
            <a:off x="8610480" y="6356520"/>
            <a:ext cx="2742840" cy="364680"/>
          </a:xfrm>
          <a:prstGeom prst="rect">
            <a:avLst/>
          </a:prstGeom>
          <a:noFill/>
          <a:ln w="0">
            <a:noFill/>
          </a:ln>
        </p:spPr>
        <p:txBody>
          <a:bodyPr lIns="91440" rIns="91440" tIns="45720" bIns="45720" anchor="ctr">
            <a:noAutofit/>
          </a:bodyPr>
          <a:lstStyle>
            <a:lvl1pPr indent="0" algn="r" defTabSz="914400">
              <a:lnSpc>
                <a:spcPct val="100000"/>
              </a:lnSpc>
              <a:buNone/>
              <a:defRPr lang="it-IT" sz="1200" b="0" u="none" strike="noStrike">
                <a:solidFill>
                  <a:schemeClr val="dk1">
                    <a:tint val="75000"/>
                  </a:schemeClr>
                </a:solidFill>
                <a:effectLst/>
                <a:uFillTx/>
                <a:latin typeface="Calibri"/>
              </a:defRPr>
            </a:lvl1pPr>
          </a:lstStyle>
          <a:p>
            <a:pPr indent="0" algn="r" defTabSz="914400">
              <a:lnSpc>
                <a:spcPct val="100000"/>
              </a:lnSpc>
              <a:buNone/>
            </a:pPr>
            <a:fld id="{DC4564AD-D57B-48C3-907A-11A398F29476}" type="slidenum">
              <a:rPr lang="it-IT" sz="1200" b="0" u="none" strike="noStrike">
                <a:solidFill>
                  <a:schemeClr val="dk1">
                    <a:tint val="75000"/>
                  </a:schemeClr>
                </a:solidFill>
                <a:effectLst/>
                <a:uFillTx/>
                <a:latin typeface="Calibri"/>
              </a:rPr>
              <a:t>&lt;numero&gt;</a:t>
            </a:fld>
            <a:endParaRPr lang="it-IT" sz="1200" b="0" u="none" strike="noStrike">
              <a:solidFill>
                <a:srgbClr val="000000"/>
              </a:solidFill>
              <a:effectLst/>
              <a:uFillTx/>
              <a:latin typeface="Times New Roman"/>
            </a:endParaRPr>
          </a:p>
        </p:txBody>
      </p:sp>
    </p:spTree>
  </p:cSld>
</p:sldLayout>
</file>

<file path=ppt/slideLayouts/slideLayout1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Predefinito 7">
    <p:bg>
      <p:bgPr>
        <a:solidFill>
          <a:srgbClr val="ffffff"/>
        </a:solidFill>
      </p:bgPr>
    </p:bg>
    <p:spTree>
      <p:nvGrpSpPr>
        <p:cNvPr id="1" name=""/>
        <p:cNvGrpSpPr/>
        <p:nvPr/>
      </p:nvGrpSpPr>
      <p:grpSpPr>
        <a:xfrm>
          <a:off x="0" y="0"/>
          <a:ext cx="0" cy="0"/>
          <a:chOff x="0" y="0"/>
          <a:chExt cx="0" cy="0"/>
        </a:xfrm>
      </p:grpSpPr>
      <p:sp>
        <p:nvSpPr>
          <p:cNvPr id="98" name="PlaceHolder 1"/>
          <p:cNvSpPr>
            <a:spLocks noGrp="1"/>
          </p:cNvSpPr>
          <p:nvPr>
            <p:ph type="title"/>
          </p:nvPr>
        </p:nvSpPr>
        <p:spPr>
          <a:xfrm>
            <a:off x="838080" y="365040"/>
            <a:ext cx="10515240" cy="1325160"/>
          </a:xfrm>
          <a:prstGeom prst="rect">
            <a:avLst/>
          </a:prstGeom>
          <a:noFill/>
          <a:ln w="0">
            <a:noFill/>
          </a:ln>
        </p:spPr>
        <p:txBody>
          <a:bodyPr lIns="91440" rIns="91440" tIns="45720" bIns="45720" anchor="ctr">
            <a:noAutofit/>
          </a:bodyPr>
          <a:p>
            <a:pPr indent="0" defTabSz="914400">
              <a:lnSpc>
                <a:spcPct val="90000"/>
              </a:lnSpc>
              <a:buNone/>
            </a:pPr>
            <a:r>
              <a:rPr lang="it-IT" sz="4400" b="0" u="none" strike="noStrike">
                <a:solidFill>
                  <a:schemeClr val="dk1"/>
                </a:solidFill>
                <a:effectLst/>
                <a:uFillTx/>
                <a:latin typeface="Calibri Light"/>
              </a:rPr>
              <a:t>Fare clic per modificare lo stile del titolo dello schema</a:t>
            </a:r>
            <a:endParaRPr lang="de-DE" sz="4400" b="0" u="none" strike="noStrike">
              <a:solidFill>
                <a:schemeClr val="dk1"/>
              </a:solidFill>
              <a:effectLst/>
              <a:uFillTx/>
              <a:latin typeface="Calibri"/>
            </a:endParaRPr>
          </a:p>
        </p:txBody>
      </p:sp>
      <p:sp>
        <p:nvSpPr>
          <p:cNvPr id="99" name="PlaceHolder 2"/>
          <p:cNvSpPr>
            <a:spLocks noGrp="1"/>
          </p:cNvSpPr>
          <p:nvPr>
            <p:ph type="dt" idx="55"/>
          </p:nvPr>
        </p:nvSpPr>
        <p:spPr>
          <a:xfrm>
            <a:off x="838080" y="6356520"/>
            <a:ext cx="2742840" cy="364680"/>
          </a:xfrm>
          <a:prstGeom prst="rect">
            <a:avLst/>
          </a:prstGeom>
          <a:noFill/>
          <a:ln w="0">
            <a:noFill/>
          </a:ln>
        </p:spPr>
        <p:txBody>
          <a:bodyPr lIns="91440" rIns="91440" tIns="45720" bIns="45720" anchor="ctr">
            <a:noAutofit/>
          </a:bodyPr>
          <a:lstStyle>
            <a:lvl1pPr indent="0" defTabSz="914400">
              <a:lnSpc>
                <a:spcPct val="100000"/>
              </a:lnSpc>
              <a:buNone/>
              <a:defRPr lang="it-IT" sz="1200" b="0" u="none" strike="noStrike">
                <a:solidFill>
                  <a:schemeClr val="dk1">
                    <a:tint val="75000"/>
                  </a:schemeClr>
                </a:solidFill>
                <a:effectLst/>
                <a:uFillTx/>
                <a:latin typeface="Calibri"/>
              </a:defRPr>
            </a:lvl1pPr>
          </a:lstStyle>
          <a:p>
            <a:pPr indent="0" defTabSz="914400">
              <a:lnSpc>
                <a:spcPct val="100000"/>
              </a:lnSpc>
              <a:buNone/>
            </a:pPr>
            <a:r>
              <a:rPr lang="it-IT" sz="1200" b="0" u="none" strike="noStrike">
                <a:solidFill>
                  <a:schemeClr val="dk1">
                    <a:tint val="75000"/>
                  </a:schemeClr>
                </a:solidFill>
                <a:effectLst/>
                <a:uFillTx/>
                <a:latin typeface="Calibri"/>
              </a:rPr>
              <a:t>&lt;data/ora&gt;</a:t>
            </a:r>
            <a:endParaRPr lang="it-IT" sz="1200" b="0" u="none" strike="noStrike">
              <a:solidFill>
                <a:srgbClr val="000000"/>
              </a:solidFill>
              <a:effectLst/>
              <a:uFillTx/>
              <a:latin typeface="Times New Roman"/>
            </a:endParaRPr>
          </a:p>
        </p:txBody>
      </p:sp>
      <p:sp>
        <p:nvSpPr>
          <p:cNvPr id="100" name="PlaceHolder 3"/>
          <p:cNvSpPr>
            <a:spLocks noGrp="1"/>
          </p:cNvSpPr>
          <p:nvPr>
            <p:ph type="ftr" idx="56"/>
          </p:nvPr>
        </p:nvSpPr>
        <p:spPr>
          <a:xfrm>
            <a:off x="4038480" y="6356520"/>
            <a:ext cx="4114440" cy="364680"/>
          </a:xfrm>
          <a:prstGeom prst="rect">
            <a:avLst/>
          </a:prstGeom>
          <a:noFill/>
          <a:ln w="0">
            <a:noFill/>
          </a:ln>
        </p:spPr>
        <p:txBody>
          <a:bodyPr lIns="91440" rIns="91440" tIns="45720" bIns="45720" anchor="ctr">
            <a:noAutofit/>
          </a:bodyPr>
          <a:lstStyle>
            <a:lvl1pPr indent="0" algn="ctr">
              <a:buNone/>
              <a:defRPr lang="it-IT" sz="1400" b="0" u="none" strike="noStrike">
                <a:solidFill>
                  <a:srgbClr val="000000"/>
                </a:solidFill>
                <a:effectLst/>
                <a:uFillTx/>
                <a:latin typeface="Times New Roman"/>
              </a:defRPr>
            </a:lvl1pPr>
          </a:lstStyle>
          <a:p>
            <a:pPr indent="0" algn="ctr">
              <a:buNone/>
            </a:pPr>
            <a:r>
              <a:rPr lang="it-IT" sz="1400" b="0" u="none" strike="noStrike">
                <a:solidFill>
                  <a:srgbClr val="000000"/>
                </a:solidFill>
                <a:effectLst/>
                <a:uFillTx/>
                <a:latin typeface="Times New Roman"/>
              </a:rPr>
              <a:t>&lt;piè di pagina&gt;</a:t>
            </a:r>
            <a:endParaRPr lang="it-IT" sz="1400" b="0" u="none" strike="noStrike">
              <a:solidFill>
                <a:srgbClr val="000000"/>
              </a:solidFill>
              <a:effectLst/>
              <a:uFillTx/>
              <a:latin typeface="Times New Roman"/>
            </a:endParaRPr>
          </a:p>
        </p:txBody>
      </p:sp>
      <p:sp>
        <p:nvSpPr>
          <p:cNvPr id="101" name="PlaceHolder 4"/>
          <p:cNvSpPr>
            <a:spLocks noGrp="1"/>
          </p:cNvSpPr>
          <p:nvPr>
            <p:ph type="sldNum" idx="57"/>
          </p:nvPr>
        </p:nvSpPr>
        <p:spPr>
          <a:xfrm>
            <a:off x="8610480" y="6356520"/>
            <a:ext cx="2742840" cy="364680"/>
          </a:xfrm>
          <a:prstGeom prst="rect">
            <a:avLst/>
          </a:prstGeom>
          <a:noFill/>
          <a:ln w="0">
            <a:noFill/>
          </a:ln>
        </p:spPr>
        <p:txBody>
          <a:bodyPr lIns="91440" rIns="91440" tIns="45720" bIns="45720" anchor="ctr">
            <a:noAutofit/>
          </a:bodyPr>
          <a:lstStyle>
            <a:lvl1pPr indent="0" algn="r" defTabSz="914400">
              <a:lnSpc>
                <a:spcPct val="100000"/>
              </a:lnSpc>
              <a:buNone/>
              <a:defRPr lang="it-IT" sz="1200" b="0" u="none" strike="noStrike">
                <a:solidFill>
                  <a:schemeClr val="dk1">
                    <a:tint val="75000"/>
                  </a:schemeClr>
                </a:solidFill>
                <a:effectLst/>
                <a:uFillTx/>
                <a:latin typeface="Calibri"/>
              </a:defRPr>
            </a:lvl1pPr>
          </a:lstStyle>
          <a:p>
            <a:pPr indent="0" algn="r" defTabSz="914400">
              <a:lnSpc>
                <a:spcPct val="100000"/>
              </a:lnSpc>
              <a:buNone/>
            </a:pPr>
            <a:fld id="{A02920C4-4D78-4214-A964-8866ACE51D16}" type="slidenum">
              <a:rPr lang="it-IT" sz="1200" b="0" u="none" strike="noStrike">
                <a:solidFill>
                  <a:schemeClr val="dk1">
                    <a:tint val="75000"/>
                  </a:schemeClr>
                </a:solidFill>
                <a:effectLst/>
                <a:uFillTx/>
                <a:latin typeface="Calibri"/>
              </a:rPr>
              <a:t>&lt;numero&gt;</a:t>
            </a:fld>
            <a:endParaRPr lang="it-IT" sz="1200" b="0" u="none" strike="noStrike">
              <a:solidFill>
                <a:srgbClr val="000000"/>
              </a:solidFill>
              <a:effectLst/>
              <a:uFillTx/>
              <a:latin typeface="Times New Roman"/>
            </a:endParaRPr>
          </a:p>
        </p:txBody>
      </p:sp>
    </p:spTree>
  </p:cSld>
</p:sldLayout>
</file>

<file path=ppt/slideLayouts/slideLayout2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Predefinito 8">
    <p:bg>
      <p:bgPr>
        <a:solidFill>
          <a:srgbClr val="ffffff"/>
        </a:solidFill>
      </p:bgPr>
    </p:bg>
    <p:spTree>
      <p:nvGrpSpPr>
        <p:cNvPr id="1" name=""/>
        <p:cNvGrpSpPr/>
        <p:nvPr/>
      </p:nvGrpSpPr>
      <p:grpSpPr>
        <a:xfrm>
          <a:off x="0" y="0"/>
          <a:ext cx="0" cy="0"/>
          <a:chOff x="0" y="0"/>
          <a:chExt cx="0" cy="0"/>
        </a:xfrm>
      </p:grpSpPr>
      <p:sp>
        <p:nvSpPr>
          <p:cNvPr id="102" name="PlaceHolder 1"/>
          <p:cNvSpPr>
            <a:spLocks noGrp="1"/>
          </p:cNvSpPr>
          <p:nvPr>
            <p:ph type="dt" idx="58"/>
          </p:nvPr>
        </p:nvSpPr>
        <p:spPr>
          <a:xfrm>
            <a:off x="838080" y="6356520"/>
            <a:ext cx="2742840" cy="364680"/>
          </a:xfrm>
          <a:prstGeom prst="rect">
            <a:avLst/>
          </a:prstGeom>
          <a:noFill/>
          <a:ln w="0">
            <a:noFill/>
          </a:ln>
        </p:spPr>
        <p:txBody>
          <a:bodyPr lIns="91440" rIns="91440" tIns="45720" bIns="45720" anchor="ctr">
            <a:noAutofit/>
          </a:bodyPr>
          <a:lstStyle>
            <a:lvl1pPr indent="0" defTabSz="914400">
              <a:lnSpc>
                <a:spcPct val="100000"/>
              </a:lnSpc>
              <a:buNone/>
              <a:defRPr lang="it-IT" sz="1200" b="0" u="none" strike="noStrike">
                <a:solidFill>
                  <a:schemeClr val="dk1">
                    <a:tint val="75000"/>
                  </a:schemeClr>
                </a:solidFill>
                <a:effectLst/>
                <a:uFillTx/>
                <a:latin typeface="Calibri"/>
              </a:defRPr>
            </a:lvl1pPr>
          </a:lstStyle>
          <a:p>
            <a:pPr indent="0" defTabSz="914400">
              <a:lnSpc>
                <a:spcPct val="100000"/>
              </a:lnSpc>
              <a:buNone/>
            </a:pPr>
            <a:r>
              <a:rPr lang="it-IT" sz="1200" b="0" u="none" strike="noStrike">
                <a:solidFill>
                  <a:schemeClr val="dk1">
                    <a:tint val="75000"/>
                  </a:schemeClr>
                </a:solidFill>
                <a:effectLst/>
                <a:uFillTx/>
                <a:latin typeface="Calibri"/>
              </a:rPr>
              <a:t>&lt;data/ora&gt;</a:t>
            </a:r>
            <a:endParaRPr lang="it-IT" sz="1200" b="0" u="none" strike="noStrike">
              <a:solidFill>
                <a:srgbClr val="000000"/>
              </a:solidFill>
              <a:effectLst/>
              <a:uFillTx/>
              <a:latin typeface="Times New Roman"/>
            </a:endParaRPr>
          </a:p>
        </p:txBody>
      </p:sp>
      <p:sp>
        <p:nvSpPr>
          <p:cNvPr id="103" name="PlaceHolder 2"/>
          <p:cNvSpPr>
            <a:spLocks noGrp="1"/>
          </p:cNvSpPr>
          <p:nvPr>
            <p:ph type="ftr" idx="59"/>
          </p:nvPr>
        </p:nvSpPr>
        <p:spPr>
          <a:xfrm>
            <a:off x="4038480" y="6356520"/>
            <a:ext cx="4114440" cy="364680"/>
          </a:xfrm>
          <a:prstGeom prst="rect">
            <a:avLst/>
          </a:prstGeom>
          <a:noFill/>
          <a:ln w="0">
            <a:noFill/>
          </a:ln>
        </p:spPr>
        <p:txBody>
          <a:bodyPr lIns="91440" rIns="91440" tIns="45720" bIns="45720" anchor="ctr">
            <a:noAutofit/>
          </a:bodyPr>
          <a:lstStyle>
            <a:lvl1pPr indent="0" algn="ctr">
              <a:buNone/>
              <a:defRPr lang="it-IT" sz="1400" b="0" u="none" strike="noStrike">
                <a:solidFill>
                  <a:srgbClr val="000000"/>
                </a:solidFill>
                <a:effectLst/>
                <a:uFillTx/>
                <a:latin typeface="Times New Roman"/>
              </a:defRPr>
            </a:lvl1pPr>
          </a:lstStyle>
          <a:p>
            <a:pPr indent="0" algn="ctr">
              <a:buNone/>
            </a:pPr>
            <a:r>
              <a:rPr lang="it-IT" sz="1400" b="0" u="none" strike="noStrike">
                <a:solidFill>
                  <a:srgbClr val="000000"/>
                </a:solidFill>
                <a:effectLst/>
                <a:uFillTx/>
                <a:latin typeface="Times New Roman"/>
              </a:rPr>
              <a:t>&lt;piè di pagina&gt;</a:t>
            </a:r>
            <a:endParaRPr lang="it-IT" sz="1400" b="0" u="none" strike="noStrike">
              <a:solidFill>
                <a:srgbClr val="000000"/>
              </a:solidFill>
              <a:effectLst/>
              <a:uFillTx/>
              <a:latin typeface="Times New Roman"/>
            </a:endParaRPr>
          </a:p>
        </p:txBody>
      </p:sp>
      <p:sp>
        <p:nvSpPr>
          <p:cNvPr id="104" name="PlaceHolder 3"/>
          <p:cNvSpPr>
            <a:spLocks noGrp="1"/>
          </p:cNvSpPr>
          <p:nvPr>
            <p:ph type="sldNum" idx="60"/>
          </p:nvPr>
        </p:nvSpPr>
        <p:spPr>
          <a:xfrm>
            <a:off x="8610480" y="6356520"/>
            <a:ext cx="2742840" cy="364680"/>
          </a:xfrm>
          <a:prstGeom prst="rect">
            <a:avLst/>
          </a:prstGeom>
          <a:noFill/>
          <a:ln w="0">
            <a:noFill/>
          </a:ln>
        </p:spPr>
        <p:txBody>
          <a:bodyPr lIns="91440" rIns="91440" tIns="45720" bIns="45720" anchor="ctr">
            <a:noAutofit/>
          </a:bodyPr>
          <a:lstStyle>
            <a:lvl1pPr indent="0" algn="r" defTabSz="914400">
              <a:lnSpc>
                <a:spcPct val="100000"/>
              </a:lnSpc>
              <a:buNone/>
              <a:defRPr lang="it-IT" sz="1200" b="0" u="none" strike="noStrike">
                <a:solidFill>
                  <a:schemeClr val="dk1">
                    <a:tint val="75000"/>
                  </a:schemeClr>
                </a:solidFill>
                <a:effectLst/>
                <a:uFillTx/>
                <a:latin typeface="Calibri"/>
              </a:defRPr>
            </a:lvl1pPr>
          </a:lstStyle>
          <a:p>
            <a:pPr indent="0" algn="r" defTabSz="914400">
              <a:lnSpc>
                <a:spcPct val="100000"/>
              </a:lnSpc>
              <a:buNone/>
            </a:pPr>
            <a:fld id="{756FA8E7-6CB1-459F-A4C5-501BCB97A962}" type="slidenum">
              <a:rPr lang="it-IT" sz="1200" b="0" u="none" strike="noStrike">
                <a:solidFill>
                  <a:schemeClr val="dk1">
                    <a:tint val="75000"/>
                  </a:schemeClr>
                </a:solidFill>
                <a:effectLst/>
                <a:uFillTx/>
                <a:latin typeface="Calibri"/>
              </a:rPr>
              <a:t>&lt;numero&gt;</a:t>
            </a:fld>
            <a:endParaRPr lang="it-IT" sz="1200" b="0" u="none" strike="noStrike">
              <a:solidFill>
                <a:srgbClr val="000000"/>
              </a:solidFill>
              <a:effectLst/>
              <a:uFillTx/>
              <a:latin typeface="Times New Roman"/>
            </a:endParaRPr>
          </a:p>
        </p:txBody>
      </p:sp>
    </p:spTree>
  </p:cSld>
</p:sldLayout>
</file>

<file path=ppt/slideLayouts/slideLayout2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Predefinito 9">
    <p:bg>
      <p:bgPr>
        <a:solidFill>
          <a:srgbClr val="ffffff"/>
        </a:solidFill>
      </p:bgPr>
    </p:bg>
    <p:spTree>
      <p:nvGrpSpPr>
        <p:cNvPr id="1" name=""/>
        <p:cNvGrpSpPr/>
        <p:nvPr/>
      </p:nvGrpSpPr>
      <p:grpSpPr>
        <a:xfrm>
          <a:off x="0" y="0"/>
          <a:ext cx="0" cy="0"/>
          <a:chOff x="0" y="0"/>
          <a:chExt cx="0" cy="0"/>
        </a:xfrm>
      </p:grpSpPr>
      <p:sp>
        <p:nvSpPr>
          <p:cNvPr id="105" name="PlaceHolder 1"/>
          <p:cNvSpPr>
            <a:spLocks noGrp="1"/>
          </p:cNvSpPr>
          <p:nvPr>
            <p:ph type="title"/>
          </p:nvPr>
        </p:nvSpPr>
        <p:spPr>
          <a:xfrm>
            <a:off x="839880" y="457200"/>
            <a:ext cx="3931920" cy="1599840"/>
          </a:xfrm>
          <a:prstGeom prst="rect">
            <a:avLst/>
          </a:prstGeom>
          <a:noFill/>
          <a:ln w="0">
            <a:noFill/>
          </a:ln>
        </p:spPr>
        <p:txBody>
          <a:bodyPr lIns="91440" rIns="91440" tIns="45720" bIns="45720" anchor="b">
            <a:noAutofit/>
          </a:bodyPr>
          <a:p>
            <a:pPr indent="0" defTabSz="914400">
              <a:lnSpc>
                <a:spcPct val="90000"/>
              </a:lnSpc>
              <a:buNone/>
            </a:pPr>
            <a:r>
              <a:rPr lang="it-IT" sz="3200" b="0" u="none" strike="noStrike">
                <a:solidFill>
                  <a:schemeClr val="dk1"/>
                </a:solidFill>
                <a:effectLst/>
                <a:uFillTx/>
                <a:latin typeface="Calibri Light"/>
              </a:rPr>
              <a:t>Fare clic per modificare lo stile del titolo dello schema</a:t>
            </a:r>
            <a:endParaRPr lang="de-DE" sz="3200" b="0" u="none" strike="noStrike">
              <a:solidFill>
                <a:schemeClr val="dk1"/>
              </a:solidFill>
              <a:effectLst/>
              <a:uFillTx/>
              <a:latin typeface="Calibri"/>
            </a:endParaRPr>
          </a:p>
        </p:txBody>
      </p:sp>
      <p:sp>
        <p:nvSpPr>
          <p:cNvPr id="106" name="PlaceHolder 2"/>
          <p:cNvSpPr>
            <a:spLocks noGrp="1"/>
          </p:cNvSpPr>
          <p:nvPr>
            <p:ph type="body"/>
          </p:nvPr>
        </p:nvSpPr>
        <p:spPr>
          <a:xfrm>
            <a:off x="5183280" y="987480"/>
            <a:ext cx="6171840" cy="487332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000000"/>
              </a:buClr>
              <a:buFont typeface="Arial"/>
              <a:buChar char="•"/>
            </a:pPr>
            <a:r>
              <a:rPr lang="it-IT" sz="3200" b="0" u="none" strike="noStrike">
                <a:solidFill>
                  <a:schemeClr val="dk1"/>
                </a:solidFill>
                <a:effectLst/>
                <a:uFillTx/>
                <a:latin typeface="Calibri"/>
              </a:rPr>
              <a:t>Fare clic per modificare gli stili del testo dello schema</a:t>
            </a:r>
            <a:endParaRPr lang="de-DE" sz="3200" b="0" u="none" strike="noStrike">
              <a:solidFill>
                <a:schemeClr val="dk1"/>
              </a:solidFill>
              <a:effectLst/>
              <a:uFillTx/>
              <a:latin typeface="Calibri"/>
            </a:endParaRPr>
          </a:p>
          <a:p>
            <a:pPr marL="685800" lvl="1" indent="-228600" defTabSz="914400">
              <a:lnSpc>
                <a:spcPct val="90000"/>
              </a:lnSpc>
              <a:spcBef>
                <a:spcPts val="499"/>
              </a:spcBef>
              <a:buClr>
                <a:srgbClr val="000000"/>
              </a:buClr>
              <a:buFont typeface="Arial"/>
              <a:buChar char="•"/>
            </a:pPr>
            <a:r>
              <a:rPr lang="it-IT" sz="2800" b="0" u="none" strike="noStrike">
                <a:solidFill>
                  <a:schemeClr val="dk1"/>
                </a:solidFill>
                <a:effectLst/>
                <a:uFillTx/>
                <a:latin typeface="Calibri"/>
              </a:rPr>
              <a:t>Secondo livello</a:t>
            </a:r>
            <a:endParaRPr lang="de-DE" sz="2800" b="0" u="none" strike="noStrike">
              <a:solidFill>
                <a:schemeClr val="dk1"/>
              </a:solidFill>
              <a:effectLst/>
              <a:uFillTx/>
              <a:latin typeface="Calibri"/>
            </a:endParaRPr>
          </a:p>
          <a:p>
            <a:pPr marL="1143000" lvl="2" indent="-228600" defTabSz="914400">
              <a:lnSpc>
                <a:spcPct val="90000"/>
              </a:lnSpc>
              <a:spcBef>
                <a:spcPts val="499"/>
              </a:spcBef>
              <a:buClr>
                <a:srgbClr val="000000"/>
              </a:buClr>
              <a:buFont typeface="Arial"/>
              <a:buChar char="•"/>
            </a:pPr>
            <a:r>
              <a:rPr lang="it-IT" sz="2400" b="0" u="none" strike="noStrike">
                <a:solidFill>
                  <a:schemeClr val="dk1"/>
                </a:solidFill>
                <a:effectLst/>
                <a:uFillTx/>
                <a:latin typeface="Calibri"/>
              </a:rPr>
              <a:t>Terzo livello</a:t>
            </a:r>
            <a:endParaRPr lang="de-DE" sz="2400" b="0" u="none" strike="noStrike">
              <a:solidFill>
                <a:schemeClr val="dk1"/>
              </a:solidFill>
              <a:effectLst/>
              <a:uFillTx/>
              <a:latin typeface="Calibri"/>
            </a:endParaRPr>
          </a:p>
          <a:p>
            <a:pPr marL="1600200" lvl="3" indent="-228600" defTabSz="914400">
              <a:lnSpc>
                <a:spcPct val="90000"/>
              </a:lnSpc>
              <a:spcBef>
                <a:spcPts val="499"/>
              </a:spcBef>
              <a:buClr>
                <a:srgbClr val="000000"/>
              </a:buClr>
              <a:buFont typeface="Arial"/>
              <a:buChar char="•"/>
            </a:pPr>
            <a:r>
              <a:rPr lang="it-IT" sz="2000" b="0" u="none" strike="noStrike">
                <a:solidFill>
                  <a:schemeClr val="dk1"/>
                </a:solidFill>
                <a:effectLst/>
                <a:uFillTx/>
                <a:latin typeface="Calibri"/>
              </a:rPr>
              <a:t>Quarto livello</a:t>
            </a:r>
            <a:endParaRPr lang="de-DE" sz="2000" b="0" u="none" strike="noStrike">
              <a:solidFill>
                <a:schemeClr val="dk1"/>
              </a:solidFill>
              <a:effectLst/>
              <a:uFillTx/>
              <a:latin typeface="Calibri"/>
            </a:endParaRPr>
          </a:p>
          <a:p>
            <a:pPr marL="2057400" lvl="4" indent="-228600" defTabSz="914400">
              <a:lnSpc>
                <a:spcPct val="90000"/>
              </a:lnSpc>
              <a:spcBef>
                <a:spcPts val="499"/>
              </a:spcBef>
              <a:buClr>
                <a:srgbClr val="000000"/>
              </a:buClr>
              <a:buFont typeface="Arial"/>
              <a:buChar char="•"/>
            </a:pPr>
            <a:r>
              <a:rPr lang="it-IT" sz="2000" b="0" u="none" strike="noStrike">
                <a:solidFill>
                  <a:schemeClr val="dk1"/>
                </a:solidFill>
                <a:effectLst/>
                <a:uFillTx/>
                <a:latin typeface="Calibri"/>
              </a:rPr>
              <a:t>Quinto livello</a:t>
            </a:r>
            <a:endParaRPr lang="de-DE" sz="2000" b="0" u="none" strike="noStrike">
              <a:solidFill>
                <a:schemeClr val="dk1"/>
              </a:solidFill>
              <a:effectLst/>
              <a:uFillTx/>
              <a:latin typeface="Calibri"/>
            </a:endParaRPr>
          </a:p>
        </p:txBody>
      </p:sp>
      <p:sp>
        <p:nvSpPr>
          <p:cNvPr id="107" name="PlaceHolder 3"/>
          <p:cNvSpPr>
            <a:spLocks noGrp="1"/>
          </p:cNvSpPr>
          <p:nvPr>
            <p:ph type="body"/>
          </p:nvPr>
        </p:nvSpPr>
        <p:spPr>
          <a:xfrm>
            <a:off x="839880" y="2057400"/>
            <a:ext cx="3931920" cy="3811320"/>
          </a:xfrm>
          <a:prstGeom prst="rect">
            <a:avLst/>
          </a:prstGeom>
          <a:noFill/>
          <a:ln w="0">
            <a:noFill/>
          </a:ln>
        </p:spPr>
        <p:txBody>
          <a:bodyPr lIns="91440" rIns="91440" tIns="45720" bIns="45720" anchor="t">
            <a:noAutofit/>
          </a:bodyPr>
          <a:p>
            <a:pPr indent="0" defTabSz="914400">
              <a:lnSpc>
                <a:spcPct val="90000"/>
              </a:lnSpc>
              <a:spcBef>
                <a:spcPts val="1001"/>
              </a:spcBef>
              <a:buNone/>
              <a:tabLst>
                <a:tab algn="l" pos="0"/>
              </a:tabLst>
            </a:pPr>
            <a:r>
              <a:rPr lang="it-IT" sz="1600" b="0" u="none" strike="noStrike">
                <a:solidFill>
                  <a:schemeClr val="dk1"/>
                </a:solidFill>
                <a:effectLst/>
                <a:uFillTx/>
                <a:latin typeface="Calibri"/>
              </a:rPr>
              <a:t>Fare clic per modificare gli stili del testo dello schema</a:t>
            </a:r>
            <a:endParaRPr lang="de-DE" sz="1600" b="0" u="none" strike="noStrike">
              <a:solidFill>
                <a:schemeClr val="dk1"/>
              </a:solidFill>
              <a:effectLst/>
              <a:uFillTx/>
              <a:latin typeface="Calibri"/>
            </a:endParaRPr>
          </a:p>
        </p:txBody>
      </p:sp>
      <p:sp>
        <p:nvSpPr>
          <p:cNvPr id="108" name="PlaceHolder 4"/>
          <p:cNvSpPr>
            <a:spLocks noGrp="1"/>
          </p:cNvSpPr>
          <p:nvPr>
            <p:ph type="dt" idx="61"/>
          </p:nvPr>
        </p:nvSpPr>
        <p:spPr>
          <a:xfrm>
            <a:off x="838080" y="6356520"/>
            <a:ext cx="2742840" cy="364680"/>
          </a:xfrm>
          <a:prstGeom prst="rect">
            <a:avLst/>
          </a:prstGeom>
          <a:noFill/>
          <a:ln w="0">
            <a:noFill/>
          </a:ln>
        </p:spPr>
        <p:txBody>
          <a:bodyPr lIns="91440" rIns="91440" tIns="45720" bIns="45720" anchor="ctr">
            <a:noAutofit/>
          </a:bodyPr>
          <a:lstStyle>
            <a:lvl1pPr indent="0" defTabSz="914400">
              <a:lnSpc>
                <a:spcPct val="100000"/>
              </a:lnSpc>
              <a:buNone/>
              <a:defRPr lang="it-IT" sz="1200" b="0" u="none" strike="noStrike">
                <a:solidFill>
                  <a:schemeClr val="dk1">
                    <a:tint val="75000"/>
                  </a:schemeClr>
                </a:solidFill>
                <a:effectLst/>
                <a:uFillTx/>
                <a:latin typeface="Calibri"/>
              </a:defRPr>
            </a:lvl1pPr>
          </a:lstStyle>
          <a:p>
            <a:pPr indent="0" defTabSz="914400">
              <a:lnSpc>
                <a:spcPct val="100000"/>
              </a:lnSpc>
              <a:buNone/>
            </a:pPr>
            <a:r>
              <a:rPr lang="it-IT" sz="1200" b="0" u="none" strike="noStrike">
                <a:solidFill>
                  <a:schemeClr val="dk1">
                    <a:tint val="75000"/>
                  </a:schemeClr>
                </a:solidFill>
                <a:effectLst/>
                <a:uFillTx/>
                <a:latin typeface="Calibri"/>
              </a:rPr>
              <a:t>&lt;data/ora&gt;</a:t>
            </a:r>
            <a:endParaRPr lang="it-IT" sz="1200" b="0" u="none" strike="noStrike">
              <a:solidFill>
                <a:srgbClr val="000000"/>
              </a:solidFill>
              <a:effectLst/>
              <a:uFillTx/>
              <a:latin typeface="Times New Roman"/>
            </a:endParaRPr>
          </a:p>
        </p:txBody>
      </p:sp>
      <p:sp>
        <p:nvSpPr>
          <p:cNvPr id="109" name="PlaceHolder 5"/>
          <p:cNvSpPr>
            <a:spLocks noGrp="1"/>
          </p:cNvSpPr>
          <p:nvPr>
            <p:ph type="ftr" idx="62"/>
          </p:nvPr>
        </p:nvSpPr>
        <p:spPr>
          <a:xfrm>
            <a:off x="4038480" y="6356520"/>
            <a:ext cx="4114440" cy="364680"/>
          </a:xfrm>
          <a:prstGeom prst="rect">
            <a:avLst/>
          </a:prstGeom>
          <a:noFill/>
          <a:ln w="0">
            <a:noFill/>
          </a:ln>
        </p:spPr>
        <p:txBody>
          <a:bodyPr lIns="91440" rIns="91440" tIns="45720" bIns="45720" anchor="ctr">
            <a:noAutofit/>
          </a:bodyPr>
          <a:lstStyle>
            <a:lvl1pPr indent="0" algn="ctr">
              <a:buNone/>
              <a:defRPr lang="it-IT" sz="1400" b="0" u="none" strike="noStrike">
                <a:solidFill>
                  <a:srgbClr val="000000"/>
                </a:solidFill>
                <a:effectLst/>
                <a:uFillTx/>
                <a:latin typeface="Times New Roman"/>
              </a:defRPr>
            </a:lvl1pPr>
          </a:lstStyle>
          <a:p>
            <a:pPr indent="0" algn="ctr">
              <a:buNone/>
            </a:pPr>
            <a:r>
              <a:rPr lang="it-IT" sz="1400" b="0" u="none" strike="noStrike">
                <a:solidFill>
                  <a:srgbClr val="000000"/>
                </a:solidFill>
                <a:effectLst/>
                <a:uFillTx/>
                <a:latin typeface="Times New Roman"/>
              </a:rPr>
              <a:t>&lt;piè di pagina&gt;</a:t>
            </a:r>
            <a:endParaRPr lang="it-IT" sz="1400" b="0" u="none" strike="noStrike">
              <a:solidFill>
                <a:srgbClr val="000000"/>
              </a:solidFill>
              <a:effectLst/>
              <a:uFillTx/>
              <a:latin typeface="Times New Roman"/>
            </a:endParaRPr>
          </a:p>
        </p:txBody>
      </p:sp>
      <p:sp>
        <p:nvSpPr>
          <p:cNvPr id="110" name="PlaceHolder 6"/>
          <p:cNvSpPr>
            <a:spLocks noGrp="1"/>
          </p:cNvSpPr>
          <p:nvPr>
            <p:ph type="sldNum" idx="63"/>
          </p:nvPr>
        </p:nvSpPr>
        <p:spPr>
          <a:xfrm>
            <a:off x="8610480" y="6356520"/>
            <a:ext cx="2742840" cy="364680"/>
          </a:xfrm>
          <a:prstGeom prst="rect">
            <a:avLst/>
          </a:prstGeom>
          <a:noFill/>
          <a:ln w="0">
            <a:noFill/>
          </a:ln>
        </p:spPr>
        <p:txBody>
          <a:bodyPr lIns="91440" rIns="91440" tIns="45720" bIns="45720" anchor="ctr">
            <a:noAutofit/>
          </a:bodyPr>
          <a:lstStyle>
            <a:lvl1pPr indent="0" algn="r" defTabSz="914400">
              <a:lnSpc>
                <a:spcPct val="100000"/>
              </a:lnSpc>
              <a:buNone/>
              <a:defRPr lang="it-IT" sz="1200" b="0" u="none" strike="noStrike">
                <a:solidFill>
                  <a:schemeClr val="dk1">
                    <a:tint val="75000"/>
                  </a:schemeClr>
                </a:solidFill>
                <a:effectLst/>
                <a:uFillTx/>
                <a:latin typeface="Calibri"/>
              </a:defRPr>
            </a:lvl1pPr>
          </a:lstStyle>
          <a:p>
            <a:pPr indent="0" algn="r" defTabSz="914400">
              <a:lnSpc>
                <a:spcPct val="100000"/>
              </a:lnSpc>
              <a:buNone/>
            </a:pPr>
            <a:fld id="{458CD999-FF33-4A54-AC98-4B946F532D7D}" type="slidenum">
              <a:rPr lang="it-IT" sz="1200" b="0" u="none" strike="noStrike">
                <a:solidFill>
                  <a:schemeClr val="dk1">
                    <a:tint val="75000"/>
                  </a:schemeClr>
                </a:solidFill>
                <a:effectLst/>
                <a:uFillTx/>
                <a:latin typeface="Calibri"/>
              </a:rPr>
              <a:t>&lt;numero&gt;</a:t>
            </a:fld>
            <a:endParaRPr lang="it-IT" sz="1200" b="0" u="none" strike="noStrike">
              <a:solidFill>
                <a:srgbClr val="000000"/>
              </a:solidFill>
              <a:effectLst/>
              <a:uFillTx/>
              <a:latin typeface="Times New Roman"/>
            </a:endParaRPr>
          </a:p>
        </p:txBody>
      </p:sp>
    </p:spTree>
  </p:cSld>
</p:sldLayout>
</file>

<file path=ppt/slideLayouts/slideLayout2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Predefinito 10">
    <p:bg>
      <p:bgPr>
        <a:solidFill>
          <a:srgbClr val="ffffff"/>
        </a:solidFill>
      </p:bgPr>
    </p:bg>
    <p:spTree>
      <p:nvGrpSpPr>
        <p:cNvPr id="1" name=""/>
        <p:cNvGrpSpPr/>
        <p:nvPr/>
      </p:nvGrpSpPr>
      <p:grpSpPr>
        <a:xfrm>
          <a:off x="0" y="0"/>
          <a:ext cx="0" cy="0"/>
          <a:chOff x="0" y="0"/>
          <a:chExt cx="0" cy="0"/>
        </a:xfrm>
      </p:grpSpPr>
      <p:sp>
        <p:nvSpPr>
          <p:cNvPr id="111" name="PlaceHolder 1"/>
          <p:cNvSpPr>
            <a:spLocks noGrp="1"/>
          </p:cNvSpPr>
          <p:nvPr>
            <p:ph type="title"/>
          </p:nvPr>
        </p:nvSpPr>
        <p:spPr>
          <a:xfrm>
            <a:off x="839880" y="457200"/>
            <a:ext cx="3931920" cy="1599840"/>
          </a:xfrm>
          <a:prstGeom prst="rect">
            <a:avLst/>
          </a:prstGeom>
          <a:noFill/>
          <a:ln w="0">
            <a:noFill/>
          </a:ln>
        </p:spPr>
        <p:txBody>
          <a:bodyPr lIns="91440" rIns="91440" tIns="45720" bIns="45720" anchor="b">
            <a:noAutofit/>
          </a:bodyPr>
          <a:p>
            <a:pPr indent="0" defTabSz="914400">
              <a:lnSpc>
                <a:spcPct val="90000"/>
              </a:lnSpc>
              <a:buNone/>
            </a:pPr>
            <a:r>
              <a:rPr lang="it-IT" sz="3200" b="0" u="none" strike="noStrike">
                <a:solidFill>
                  <a:schemeClr val="dk1"/>
                </a:solidFill>
                <a:effectLst/>
                <a:uFillTx/>
                <a:latin typeface="Calibri Light"/>
              </a:rPr>
              <a:t>Fare clic per modificare lo stile del titolo dello schema</a:t>
            </a:r>
            <a:endParaRPr lang="de-DE" sz="3200" b="0" u="none" strike="noStrike">
              <a:solidFill>
                <a:schemeClr val="dk1"/>
              </a:solidFill>
              <a:effectLst/>
              <a:uFillTx/>
              <a:latin typeface="Calibri"/>
            </a:endParaRPr>
          </a:p>
        </p:txBody>
      </p:sp>
      <p:sp>
        <p:nvSpPr>
          <p:cNvPr id="112" name="PlaceHolder 2"/>
          <p:cNvSpPr>
            <a:spLocks noGrp="1"/>
          </p:cNvSpPr>
          <p:nvPr>
            <p:ph type="body"/>
          </p:nvPr>
        </p:nvSpPr>
        <p:spPr>
          <a:xfrm>
            <a:off x="5183280" y="987480"/>
            <a:ext cx="6171840" cy="4873320"/>
          </a:xfrm>
          <a:prstGeom prst="rect">
            <a:avLst/>
          </a:prstGeom>
          <a:noFill/>
          <a:ln w="0">
            <a:noFill/>
          </a:ln>
        </p:spPr>
        <p:txBody>
          <a:bodyPr lIns="90000" rIns="90000" tIns="45000" bIns="45000" anchor="t">
            <a:noAutofit/>
          </a:bodyPr>
          <a:p>
            <a:pPr marL="432000" indent="-324000">
              <a:lnSpc>
                <a:spcPct val="90000"/>
              </a:lnSpc>
              <a:spcBef>
                <a:spcPts val="1417"/>
              </a:spcBef>
              <a:buClr>
                <a:srgbClr val="000000"/>
              </a:buClr>
              <a:buSzPct val="45000"/>
              <a:buFont typeface="Wingdings" charset="2"/>
              <a:buChar char=""/>
            </a:pPr>
            <a:r>
              <a:rPr lang="de-DE" sz="3200" b="0" u="none" strike="noStrike">
                <a:solidFill>
                  <a:schemeClr val="dk1"/>
                </a:solidFill>
                <a:effectLst/>
                <a:uFillTx/>
                <a:latin typeface="Calibri"/>
              </a:rPr>
              <a:t>Fai clic per modificare il formato del testo della struttura</a:t>
            </a:r>
            <a:endParaRPr lang="de-DE" sz="3200" b="0" u="none" strike="noStrike">
              <a:solidFill>
                <a:schemeClr val="dk1"/>
              </a:solidFill>
              <a:effectLst/>
              <a:uFillTx/>
              <a:latin typeface="Calibri"/>
            </a:endParaRPr>
          </a:p>
          <a:p>
            <a:pPr marL="864000" lvl="1" indent="-324000">
              <a:lnSpc>
                <a:spcPct val="90000"/>
              </a:lnSpc>
              <a:spcBef>
                <a:spcPts val="1134"/>
              </a:spcBef>
              <a:buClr>
                <a:srgbClr val="000000"/>
              </a:buClr>
              <a:buSzPct val="75000"/>
              <a:buFont typeface="Symbol" charset="2"/>
              <a:buChar char=""/>
            </a:pPr>
            <a:r>
              <a:rPr lang="de-DE" sz="3200" b="0" u="none" strike="noStrike">
                <a:solidFill>
                  <a:schemeClr val="dk1"/>
                </a:solidFill>
                <a:effectLst/>
                <a:uFillTx/>
                <a:latin typeface="Calibri"/>
              </a:rPr>
              <a:t>Secondo livello struttura</a:t>
            </a:r>
            <a:endParaRPr lang="de-DE" sz="3200" b="0" u="none" strike="noStrike">
              <a:solidFill>
                <a:schemeClr val="dk1"/>
              </a:solidFill>
              <a:effectLst/>
              <a:uFillTx/>
              <a:latin typeface="Calibri"/>
            </a:endParaRPr>
          </a:p>
          <a:p>
            <a:pPr marL="1296000" lvl="2" indent="-288000">
              <a:lnSpc>
                <a:spcPct val="90000"/>
              </a:lnSpc>
              <a:spcBef>
                <a:spcPts val="850"/>
              </a:spcBef>
              <a:buClr>
                <a:srgbClr val="000000"/>
              </a:buClr>
              <a:buSzPct val="45000"/>
              <a:buFont typeface="Wingdings" charset="2"/>
              <a:buChar char=""/>
            </a:pPr>
            <a:r>
              <a:rPr lang="de-DE" sz="3200" b="0" u="none" strike="noStrike">
                <a:solidFill>
                  <a:schemeClr val="dk1"/>
                </a:solidFill>
                <a:effectLst/>
                <a:uFillTx/>
                <a:latin typeface="Calibri"/>
              </a:rPr>
              <a:t>Terzo livello struttura</a:t>
            </a:r>
            <a:endParaRPr lang="de-DE" sz="3200" b="0" u="none" strike="noStrike">
              <a:solidFill>
                <a:schemeClr val="dk1"/>
              </a:solidFill>
              <a:effectLst/>
              <a:uFillTx/>
              <a:latin typeface="Calibri"/>
            </a:endParaRPr>
          </a:p>
          <a:p>
            <a:pPr marL="1728000" lvl="3" indent="-216000">
              <a:lnSpc>
                <a:spcPct val="90000"/>
              </a:lnSpc>
              <a:spcBef>
                <a:spcPts val="567"/>
              </a:spcBef>
              <a:buClr>
                <a:srgbClr val="000000"/>
              </a:buClr>
              <a:buSzPct val="75000"/>
              <a:buFont typeface="Symbol" charset="2"/>
              <a:buChar char=""/>
            </a:pPr>
            <a:r>
              <a:rPr lang="de-DE" sz="3200" b="0" u="none" strike="noStrike">
                <a:solidFill>
                  <a:schemeClr val="dk1"/>
                </a:solidFill>
                <a:effectLst/>
                <a:uFillTx/>
                <a:latin typeface="Calibri"/>
              </a:rPr>
              <a:t>Quarto livello struttura</a:t>
            </a:r>
            <a:endParaRPr lang="de-DE" sz="3200" b="0" u="none" strike="noStrike">
              <a:solidFill>
                <a:schemeClr val="dk1"/>
              </a:solidFill>
              <a:effectLst/>
              <a:uFillTx/>
              <a:latin typeface="Calibri"/>
            </a:endParaRPr>
          </a:p>
          <a:p>
            <a:pPr marL="2160000" lvl="4" indent="-216000">
              <a:lnSpc>
                <a:spcPct val="90000"/>
              </a:lnSpc>
              <a:spcBef>
                <a:spcPts val="283"/>
              </a:spcBef>
              <a:buClr>
                <a:srgbClr val="000000"/>
              </a:buClr>
              <a:buSzPct val="45000"/>
              <a:buFont typeface="Wingdings" charset="2"/>
              <a:buChar char=""/>
            </a:pPr>
            <a:r>
              <a:rPr lang="de-DE" sz="3200" b="0" u="none" strike="noStrike">
                <a:solidFill>
                  <a:schemeClr val="dk1"/>
                </a:solidFill>
                <a:effectLst/>
                <a:uFillTx/>
                <a:latin typeface="Calibri"/>
              </a:rPr>
              <a:t>Quinto livello struttura</a:t>
            </a:r>
            <a:endParaRPr lang="de-DE" sz="3200" b="0" u="none" strike="noStrike">
              <a:solidFill>
                <a:schemeClr val="dk1"/>
              </a:solidFill>
              <a:effectLst/>
              <a:uFillTx/>
              <a:latin typeface="Calibri"/>
            </a:endParaRPr>
          </a:p>
          <a:p>
            <a:pPr marL="2592000" lvl="5" indent="-216000">
              <a:lnSpc>
                <a:spcPct val="90000"/>
              </a:lnSpc>
              <a:spcBef>
                <a:spcPts val="283"/>
              </a:spcBef>
              <a:buClr>
                <a:srgbClr val="000000"/>
              </a:buClr>
              <a:buSzPct val="45000"/>
              <a:buFont typeface="Wingdings" charset="2"/>
              <a:buChar char=""/>
            </a:pPr>
            <a:r>
              <a:rPr lang="de-DE" sz="3200" b="0" u="none" strike="noStrike">
                <a:solidFill>
                  <a:schemeClr val="dk1"/>
                </a:solidFill>
                <a:effectLst/>
                <a:uFillTx/>
                <a:latin typeface="Calibri"/>
              </a:rPr>
              <a:t>Sesto livello struttura</a:t>
            </a:r>
            <a:endParaRPr lang="de-DE" sz="3200" b="0" u="none" strike="noStrike">
              <a:solidFill>
                <a:schemeClr val="dk1"/>
              </a:solidFill>
              <a:effectLst/>
              <a:uFillTx/>
              <a:latin typeface="Calibri"/>
            </a:endParaRPr>
          </a:p>
          <a:p>
            <a:pPr marL="3024000" lvl="6" indent="-216000">
              <a:lnSpc>
                <a:spcPct val="90000"/>
              </a:lnSpc>
              <a:spcBef>
                <a:spcPts val="283"/>
              </a:spcBef>
              <a:buClr>
                <a:srgbClr val="000000"/>
              </a:buClr>
              <a:buSzPct val="45000"/>
              <a:buFont typeface="Wingdings" charset="2"/>
              <a:buChar char=""/>
            </a:pPr>
            <a:r>
              <a:rPr lang="de-DE" sz="3200" b="0" u="none" strike="noStrike">
                <a:solidFill>
                  <a:schemeClr val="dk1"/>
                </a:solidFill>
                <a:effectLst/>
                <a:uFillTx/>
                <a:latin typeface="Calibri"/>
              </a:rPr>
              <a:t>Settimo livello struttura</a:t>
            </a:r>
            <a:endParaRPr lang="de-DE" sz="3200" b="0" u="none" strike="noStrike">
              <a:solidFill>
                <a:schemeClr val="dk1"/>
              </a:solidFill>
              <a:effectLst/>
              <a:uFillTx/>
              <a:latin typeface="Calibri"/>
            </a:endParaRPr>
          </a:p>
        </p:txBody>
      </p:sp>
      <p:sp>
        <p:nvSpPr>
          <p:cNvPr id="113" name="PlaceHolder 3"/>
          <p:cNvSpPr>
            <a:spLocks noGrp="1"/>
          </p:cNvSpPr>
          <p:nvPr>
            <p:ph type="body"/>
          </p:nvPr>
        </p:nvSpPr>
        <p:spPr>
          <a:xfrm>
            <a:off x="839880" y="2057400"/>
            <a:ext cx="3931920" cy="3811320"/>
          </a:xfrm>
          <a:prstGeom prst="rect">
            <a:avLst/>
          </a:prstGeom>
          <a:noFill/>
          <a:ln w="0">
            <a:noFill/>
          </a:ln>
        </p:spPr>
        <p:txBody>
          <a:bodyPr lIns="91440" rIns="91440" tIns="45720" bIns="45720" anchor="t">
            <a:noAutofit/>
          </a:bodyPr>
          <a:p>
            <a:pPr indent="0" defTabSz="914400">
              <a:lnSpc>
                <a:spcPct val="90000"/>
              </a:lnSpc>
              <a:spcBef>
                <a:spcPts val="1001"/>
              </a:spcBef>
              <a:buNone/>
              <a:tabLst>
                <a:tab algn="l" pos="0"/>
              </a:tabLst>
            </a:pPr>
            <a:r>
              <a:rPr lang="it-IT" sz="1600" b="0" u="none" strike="noStrike">
                <a:solidFill>
                  <a:schemeClr val="dk1"/>
                </a:solidFill>
                <a:effectLst/>
                <a:uFillTx/>
                <a:latin typeface="Calibri"/>
              </a:rPr>
              <a:t>Fare clic per modificare gli stili del testo dello schema</a:t>
            </a:r>
            <a:endParaRPr lang="de-DE" sz="1600" b="0" u="none" strike="noStrike">
              <a:solidFill>
                <a:schemeClr val="dk1"/>
              </a:solidFill>
              <a:effectLst/>
              <a:uFillTx/>
              <a:latin typeface="Calibri"/>
            </a:endParaRPr>
          </a:p>
        </p:txBody>
      </p:sp>
      <p:sp>
        <p:nvSpPr>
          <p:cNvPr id="114" name="PlaceHolder 4"/>
          <p:cNvSpPr>
            <a:spLocks noGrp="1"/>
          </p:cNvSpPr>
          <p:nvPr>
            <p:ph type="dt" idx="64"/>
          </p:nvPr>
        </p:nvSpPr>
        <p:spPr>
          <a:xfrm>
            <a:off x="838080" y="6356520"/>
            <a:ext cx="2742840" cy="364680"/>
          </a:xfrm>
          <a:prstGeom prst="rect">
            <a:avLst/>
          </a:prstGeom>
          <a:noFill/>
          <a:ln w="0">
            <a:noFill/>
          </a:ln>
        </p:spPr>
        <p:txBody>
          <a:bodyPr lIns="91440" rIns="91440" tIns="45720" bIns="45720" anchor="ctr">
            <a:noAutofit/>
          </a:bodyPr>
          <a:lstStyle>
            <a:lvl1pPr indent="0" defTabSz="914400">
              <a:lnSpc>
                <a:spcPct val="100000"/>
              </a:lnSpc>
              <a:buNone/>
              <a:defRPr lang="it-IT" sz="1200" b="0" u="none" strike="noStrike">
                <a:solidFill>
                  <a:schemeClr val="dk1">
                    <a:tint val="75000"/>
                  </a:schemeClr>
                </a:solidFill>
                <a:effectLst/>
                <a:uFillTx/>
                <a:latin typeface="Calibri"/>
              </a:defRPr>
            </a:lvl1pPr>
          </a:lstStyle>
          <a:p>
            <a:pPr indent="0" defTabSz="914400">
              <a:lnSpc>
                <a:spcPct val="100000"/>
              </a:lnSpc>
              <a:buNone/>
            </a:pPr>
            <a:r>
              <a:rPr lang="it-IT" sz="1200" b="0" u="none" strike="noStrike">
                <a:solidFill>
                  <a:schemeClr val="dk1">
                    <a:tint val="75000"/>
                  </a:schemeClr>
                </a:solidFill>
                <a:effectLst/>
                <a:uFillTx/>
                <a:latin typeface="Calibri"/>
              </a:rPr>
              <a:t>&lt;data/ora&gt;</a:t>
            </a:r>
            <a:endParaRPr lang="it-IT" sz="1200" b="0" u="none" strike="noStrike">
              <a:solidFill>
                <a:srgbClr val="000000"/>
              </a:solidFill>
              <a:effectLst/>
              <a:uFillTx/>
              <a:latin typeface="Times New Roman"/>
            </a:endParaRPr>
          </a:p>
        </p:txBody>
      </p:sp>
      <p:sp>
        <p:nvSpPr>
          <p:cNvPr id="115" name="PlaceHolder 5"/>
          <p:cNvSpPr>
            <a:spLocks noGrp="1"/>
          </p:cNvSpPr>
          <p:nvPr>
            <p:ph type="ftr" idx="65"/>
          </p:nvPr>
        </p:nvSpPr>
        <p:spPr>
          <a:xfrm>
            <a:off x="4038480" y="6356520"/>
            <a:ext cx="4114440" cy="364680"/>
          </a:xfrm>
          <a:prstGeom prst="rect">
            <a:avLst/>
          </a:prstGeom>
          <a:noFill/>
          <a:ln w="0">
            <a:noFill/>
          </a:ln>
        </p:spPr>
        <p:txBody>
          <a:bodyPr lIns="91440" rIns="91440" tIns="45720" bIns="45720" anchor="ctr">
            <a:noAutofit/>
          </a:bodyPr>
          <a:lstStyle>
            <a:lvl1pPr indent="0" algn="ctr">
              <a:buNone/>
              <a:defRPr lang="it-IT" sz="1400" b="0" u="none" strike="noStrike">
                <a:solidFill>
                  <a:srgbClr val="000000"/>
                </a:solidFill>
                <a:effectLst/>
                <a:uFillTx/>
                <a:latin typeface="Times New Roman"/>
              </a:defRPr>
            </a:lvl1pPr>
          </a:lstStyle>
          <a:p>
            <a:pPr indent="0" algn="ctr">
              <a:buNone/>
            </a:pPr>
            <a:r>
              <a:rPr lang="it-IT" sz="1400" b="0" u="none" strike="noStrike">
                <a:solidFill>
                  <a:srgbClr val="000000"/>
                </a:solidFill>
                <a:effectLst/>
                <a:uFillTx/>
                <a:latin typeface="Times New Roman"/>
              </a:rPr>
              <a:t>&lt;piè di pagina&gt;</a:t>
            </a:r>
            <a:endParaRPr lang="it-IT" sz="1400" b="0" u="none" strike="noStrike">
              <a:solidFill>
                <a:srgbClr val="000000"/>
              </a:solidFill>
              <a:effectLst/>
              <a:uFillTx/>
              <a:latin typeface="Times New Roman"/>
            </a:endParaRPr>
          </a:p>
        </p:txBody>
      </p:sp>
      <p:sp>
        <p:nvSpPr>
          <p:cNvPr id="116" name="PlaceHolder 6"/>
          <p:cNvSpPr>
            <a:spLocks noGrp="1"/>
          </p:cNvSpPr>
          <p:nvPr>
            <p:ph type="sldNum" idx="66"/>
          </p:nvPr>
        </p:nvSpPr>
        <p:spPr>
          <a:xfrm>
            <a:off x="8610480" y="6356520"/>
            <a:ext cx="2742840" cy="364680"/>
          </a:xfrm>
          <a:prstGeom prst="rect">
            <a:avLst/>
          </a:prstGeom>
          <a:noFill/>
          <a:ln w="0">
            <a:noFill/>
          </a:ln>
        </p:spPr>
        <p:txBody>
          <a:bodyPr lIns="91440" rIns="91440" tIns="45720" bIns="45720" anchor="ctr">
            <a:noAutofit/>
          </a:bodyPr>
          <a:lstStyle>
            <a:lvl1pPr indent="0" algn="r" defTabSz="914400">
              <a:lnSpc>
                <a:spcPct val="100000"/>
              </a:lnSpc>
              <a:buNone/>
              <a:defRPr lang="it-IT" sz="1200" b="0" u="none" strike="noStrike">
                <a:solidFill>
                  <a:schemeClr val="dk1">
                    <a:tint val="75000"/>
                  </a:schemeClr>
                </a:solidFill>
                <a:effectLst/>
                <a:uFillTx/>
                <a:latin typeface="Calibri"/>
              </a:defRPr>
            </a:lvl1pPr>
          </a:lstStyle>
          <a:p>
            <a:pPr indent="0" algn="r" defTabSz="914400">
              <a:lnSpc>
                <a:spcPct val="100000"/>
              </a:lnSpc>
              <a:buNone/>
            </a:pPr>
            <a:fld id="{98EE9987-8B71-4711-8F56-462E8445D6A4}" type="slidenum">
              <a:rPr lang="it-IT" sz="1200" b="0" u="none" strike="noStrike">
                <a:solidFill>
                  <a:schemeClr val="dk1">
                    <a:tint val="75000"/>
                  </a:schemeClr>
                </a:solidFill>
                <a:effectLst/>
                <a:uFillTx/>
                <a:latin typeface="Calibri"/>
              </a:rPr>
              <a:t>&lt;numero&gt;</a:t>
            </a:fld>
            <a:endParaRPr lang="it-IT" sz="1200" b="0" u="none" strike="noStrike">
              <a:solidFill>
                <a:srgbClr val="000000"/>
              </a:solidFill>
              <a:effectLst/>
              <a:uFillTx/>
              <a:latin typeface="Times New Roman"/>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
</Relationships>
</file>

<file path=ppt/slideMasters/_rels/slideMaster1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12.xml"/><Relationship Id="rId3" Type="http://schemas.openxmlformats.org/officeDocument/2006/relationships/slideLayout" Target="../slideLayouts/slideLayout13.xml"/><Relationship Id="rId4" Type="http://schemas.openxmlformats.org/officeDocument/2006/relationships/slideLayout" Target="../slideLayouts/slideLayout14.xml"/><Relationship Id="rId5" Type="http://schemas.openxmlformats.org/officeDocument/2006/relationships/slideLayout" Target="../slideLayouts/slideLayout15.xml"/><Relationship Id="rId6" Type="http://schemas.openxmlformats.org/officeDocument/2006/relationships/slideLayout" Target="../slideLayouts/slideLayout16.xml"/><Relationship Id="rId7" Type="http://schemas.openxmlformats.org/officeDocument/2006/relationships/slideLayout" Target="../slideLayouts/slideLayout17.xml"/><Relationship Id="rId8" Type="http://schemas.openxmlformats.org/officeDocument/2006/relationships/slideLayout" Target="../slideLayouts/slideLayout18.xml"/><Relationship Id="rId9" Type="http://schemas.openxmlformats.org/officeDocument/2006/relationships/slideLayout" Target="../slideLayouts/slideLayout19.xml"/><Relationship Id="rId10" Type="http://schemas.openxmlformats.org/officeDocument/2006/relationships/slideLayout" Target="../slideLayouts/slideLayout20.xml"/><Relationship Id="rId11" Type="http://schemas.openxmlformats.org/officeDocument/2006/relationships/slideLayout" Target="../slideLayouts/slideLayout21.xml"/><Relationship Id="rId12" Type="http://schemas.openxmlformats.org/officeDocument/2006/relationships/slideLayout" Target="../slideLayouts/slideLayout22.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sldMaster>
</file>

<file path=ppt/slideMasters/slideMaster1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61" r:id="rId2"/>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 id="2147483671" r:id="rId12"/>
  </p:sldLayoutIdLst>
</p:sldMaster>
</file>

<file path=ppt/slides/_rels/slide1.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5.xml"/>
</Relationships>
</file>

<file path=ppt/slides/_rels/slide2.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2.xml"/>
</Relationships>
</file>

<file path=ppt/slides/_rels/slide3.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2.xml"/>
</Relationships>
</file>

<file path=ppt/slides/_rels/slide4.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2.xml"/>
</Relationships>
</file>

<file path=ppt/slides/_rels/slide5.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2.xml"/>
</Relationships>
</file>

<file path=ppt/slides/_rels/slide6.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2.xml"/>
</Relationships>
</file>

<file path=ppt/slides/_rels/slide7.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2.xml"/>
</Relationships>
</file>

<file path=ppt/slides/_rels/slide8.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2.xml"/>
</Relationships>
</file>

<file path=ppt/slides/_rels/slide9.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2.xml"/>
</Relationships>
</file>

<file path=ppt/slides/_rels/slide10.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2.xml"/>
</Relationships>
</file>

<file path=ppt/slides/_rels/slide11.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2.xml"/>
</Relationships>
</file>

<file path=ppt/slides/_rels/slide12.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2.xml"/>
</Relationships>
</file>

<file path=ppt/slides/_rels/slide13.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png"/><Relationship Id="rId3" Type="http://schemas.openxmlformats.org/officeDocument/2006/relationships/slideLayout" Target="../slideLayouts/slideLayout12.xml"/>
</Relationships>
</file>

<file path=ppt/slides/_rels/slide14.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3.jpeg"/><Relationship Id="rId3" Type="http://schemas.openxmlformats.org/officeDocument/2006/relationships/image" Target="../media/image4.png"/><Relationship Id="rId4" Type="http://schemas.openxmlformats.org/officeDocument/2006/relationships/slideLayout" Target="../slideLayouts/slideLayout12.xml"/>
</Relationships>
</file>

<file path=ppt/slides/_rels/slide15.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2.xml"/>
</Relationships>
</file>

<file path=ppt/slides/_rels/slide16.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2.xml"/>
</Relationships>
</file>

<file path=ppt/slides/_rels/slide17.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2.xml"/>
</Relationships>
</file>

<file path=ppt/slides/_rels/slide18.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2.xml"/>
</Relationships>
</file>

<file path=ppt/slides/_rels/slide19.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2.xml"/>
</Relationships>
</file>

<file path=ppt/slides/_rels/slide20.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2.xml"/>
</Relationships>
</file>

<file path=ppt/slides/_rels/slide21.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2.xml"/>
</Relationships>
</file>

<file path=ppt/slides/_rels/slide22.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2.xml"/>
</Relationships>
</file>

<file path=ppt/slides/_rels/slide23.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2.xml"/>
</Relationships>
</file>

<file path=ppt/slides/_rels/slide24.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2.xml"/>
</Relationships>
</file>

<file path=ppt/slides/_rels/slide25.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2.xml"/>
</Relationships>
</file>

<file path=ppt/slides/_rels/slide26.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2.xml"/>
</Relationships>
</file>

<file path=ppt/slides/_rels/slide27.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2.xml"/>
</Relationships>
</file>

<file path=ppt/slides/_rels/slide28.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2.xml"/>
</Relationships>
</file>

<file path=ppt/slides/_rels/slide29.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2.xml"/>
</Relationships>
</file>

<file path=ppt/slides/_rels/slide30.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2.xml"/>
</Relationships>
</file>

<file path=ppt/slides/_rels/slide31.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2.xml"/>
</Relationships>
</file>

<file path=ppt/slides/_rels/slide32.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2.xml"/>
</Relationships>
</file>

<file path=ppt/slides/_rels/slide33.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2.xml"/>
</Relationships>
</file>

<file path=ppt/slides/_rels/slide34.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2.xml"/>
</Relationships>
</file>

<file path=ppt/slides/_rels/slide35.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2.xml"/>
</Relationships>
</file>

<file path=ppt/slides/_rels/slide36.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2.xml"/>
</Relationships>
</file>

<file path=ppt/slides/_rels/slide37.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2.xml"/>
</Relationships>
</file>

<file path=ppt/slides/_rels/slide38.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2.xml"/>
</Relationships>
</file>

<file path=ppt/slides/_rels/slide39.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2.xml"/>
</Relationships>
</file>

<file path=ppt/slides/_rels/slide40.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2.xml"/>
</Relationships>
</file>

<file path=ppt/slides/_rels/slide41.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2.xml"/>
</Relationships>
</file>

<file path=ppt/slides/_rels/slide42.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2.xml"/>
</Relationships>
</file>

<file path=ppt/slides/_rels/slide43.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2.xml"/>
</Relationships>
</file>

<file path=ppt/slides/_rels/slide44.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2.xml"/>
</Relationships>
</file>

<file path=ppt/slides/_rels/slide45.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2.xml"/>
</Relationships>
</file>

<file path=ppt/slides/_rels/slide46.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2.xml"/>
</Relationships>
</file>

<file path=ppt/slides/_rels/slide47.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2.xml"/>
</Relationships>
</file>

<file path=ppt/slides/_rels/slide48.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2.xml"/>
</Relationships>
</file>

<file path=ppt/slides/_rels/slide49.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2.xml"/>
</Relationships>
</file>

<file path=ppt/slides/_rels/slide50.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2.xml"/>
</Relationships>
</file>

<file path=ppt/slides/_rels/slide51.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2.xml"/>
</Relationships>
</file>

<file path=ppt/slides/_rels/slide52.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2.xml"/>
</Relationships>
</file>

<file path=ppt/slides/_rels/slide53.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2.xml"/>
</Relationships>
</file>

<file path=ppt/slides/_rels/slide54.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2.xml"/>
</Relationships>
</file>

<file path=ppt/slides/_rels/slide55.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2.xml"/>
</Relationships>
</file>

<file path=ppt/slides/_rels/slide56.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2.xml"/>
</Relationships>
</file>

<file path=ppt/slides/_rels/slide57.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2.xml"/>
</Relationships>
</file>

<file path=ppt/slides/_rels/slide58.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2.xml"/>
</Relationships>
</file>

<file path=ppt/slides/_rels/slide59.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2.xml"/>
</Relationships>
</file>

<file path=ppt/slides/_rels/slide60.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2.xml"/>
</Relationships>
</file>

<file path=ppt/slides/_rels/slide61.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2.xml"/>
</Relationships>
</file>

<file path=ppt/slides/_rels/slide62.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2.xml"/>
</Relationships>
</file>

<file path=ppt/slides/_rels/slide63.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2.xml"/>
</Relationships>
</file>

<file path=ppt/slides/_rels/slide64.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5.png"/><Relationship Id="rId3" Type="http://schemas.openxmlformats.org/officeDocument/2006/relationships/slideLayout" Target="../slideLayouts/slideLayout12.xml"/>
</Relationships>
</file>

<file path=ppt/slides/_rels/slide65.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2.xml"/>
</Relationships>
</file>

<file path=ppt/slides/_rels/slide66.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2.xml"/>
</Relationships>
</file>

<file path=ppt/slides/_rels/slide67.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2.xml"/>
</Relationships>
</file>

<file path=ppt/slides/_rels/slide68.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2.xml"/>
</Relationships>
</file>

<file path=ppt/slides/_rels/slide69.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2.xml"/>
</Relationships>
</file>

<file path=ppt/slides/_rels/slide70.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2.xml"/>
</Relationships>
</file>

<file path=ppt/slides/_rels/slide71.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2.xml"/>
</Relationships>
</file>

<file path=ppt/slides/_rels/slide72.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2.xml"/>
</Relationships>
</file>

<file path=ppt/slides/_rels/slide73.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2.xml"/>
</Relationships>
</file>

<file path=ppt/slides/_rels/slide74.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2.xml"/>
</Relationships>
</file>

<file path=ppt/slides/_rels/slide75.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2.xml"/>
</Relationships>
</file>

<file path=ppt/slides/_rels/slide76.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2.xml"/>
</Relationships>
</file>

<file path=ppt/slides/_rels/slide77.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2.xml"/>
</Relationships>
</file>

<file path=ppt/slides/_rels/slide78.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2.xml"/>
</Relationships>
</file>

<file path=ppt/slides/_rels/slide79.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2.xml"/>
</Relationships>
</file>

<file path=ppt/slides/_rels/slide80.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2.xml"/>
</Relationships>
</file>

<file path=ppt/slides/_rels/slide81.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2.xml"/>
</Relationships>
</file>

<file path=ppt/slides/_rels/slide82.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2.xml"/>
</Relationships>
</file>

<file path=ppt/slides/_rels/slide83.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2.xml"/>
</Relationships>
</file>

<file path=ppt/slides/_rels/slide84.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2.xml"/>
</Relationships>
</file>

<file path=ppt/slides/_rels/slide85.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2.xml"/>
</Relationships>
</file>

<file path=ppt/slides/_rels/slide86.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2.xml"/>
</Relationships>
</file>

<file path=ppt/slides/_rels/slide87.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2.xml"/>
</Relationships>
</file>

<file path=ppt/slides/_rels/slide88.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2.xml"/>
</Relationships>
</file>

<file path=ppt/slides/_rels/slide89.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2.xml"/>
</Relationships>
</file>

<file path=ppt/slides/_rels/slide90.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2.xml"/>
</Relationships>
</file>

<file path=ppt/slides/_rels/slide91.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2.xml"/>
</Relationships>
</file>

<file path=ppt/slides/_rels/slide92.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2.xml"/>
</Relationships>
</file>

<file path=ppt/slides/_rels/slide93.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2.xml"/>
</Relationships>
</file>

<file path=ppt/slides/_rels/slide94.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2.xml"/>
</Relationships>
</file>

<file path=ppt/slides/_rels/slide95.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2.xml"/>
</Relationships>
</file>

<file path=ppt/slides/_rels/slide96.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2.xml"/>
</Relationships>
</file>

<file path=ppt/slides/_rels/slide97.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2.xml"/>
</Relationships>
</file>

<file path=ppt/slides/_rels/slide98.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2.xml"/>
</Relationships>
</file>

<file path=ppt/slides/_rels/slide99.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2.xml"/>
</Relationships>
</file>

<file path=ppt/slides/_rels/slide100.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2.xml"/>
</Relationships>
</file>

<file path=ppt/slides/_rels/slide101.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2.xml"/>
</Relationships>
</file>

<file path=ppt/slides/_rels/slide102.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2.xml"/>
</Relationships>
</file>

<file path=ppt/slides/_rels/slide103.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2.xml"/>
</Relationships>
</file>

<file path=ppt/slides/_rels/slide104.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2.xml"/>
</Relationships>
</file>

<file path=ppt/slides/_rels/slide105.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2.xml"/>
</Relationships>
</file>

<file path=ppt/slides/_rels/slide106.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2.xml"/>
</Relationships>
</file>

<file path=ppt/slides/_rels/slide107.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2.xml"/>
</Relationships>
</file>

<file path=ppt/slides/_rels/slide108.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2.xml"/>
</Relationships>
</file>

<file path=ppt/slides/_rels/slide109.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2.xml"/>
</Relationships>
</file>

<file path=ppt/slides/_rels/slide110.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2.xml"/>
</Relationships>
</file>

<file path=ppt/slides/_rels/slide111.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2.xml"/>
</Relationships>
</file>

<file path=ppt/slides/_rels/slide112.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2.xml"/>
</Relationships>
</file>

<file path=ppt/slides/_rels/slide113.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2.xml"/>
</Relationships>
</file>

<file path=ppt/slides/_rels/slide114.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2.xml"/>
</Relationships>
</file>

<file path=ppt/slides/_rels/slide115.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2.xml"/>
</Relationships>
</file>

<file path=ppt/slides/_rels/slide116.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2.xml"/>
</Relationships>
</file>

<file path=ppt/slides/_rels/slide117.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2.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7" name="CasellaDiTesto 7"/>
          <p:cNvSpPr/>
          <p:nvPr/>
        </p:nvSpPr>
        <p:spPr>
          <a:xfrm>
            <a:off x="281880" y="467280"/>
            <a:ext cx="3280320" cy="366480"/>
          </a:xfrm>
          <a:prstGeom prst="rect">
            <a:avLst/>
          </a:prstGeom>
          <a:solidFill>
            <a:schemeClr val="accent2">
              <a:lumMod val="40000"/>
              <a:lumOff val="60000"/>
            </a:schemeClr>
          </a:solidFill>
          <a:ln w="0">
            <a:noFill/>
          </a:ln>
        </p:spPr>
        <p:style>
          <a:lnRef idx="0"/>
          <a:fillRef idx="0"/>
          <a:effectRef idx="0"/>
          <a:fontRef idx="minor"/>
        </p:style>
        <p:txBody>
          <a:bodyPr lIns="90000" rIns="90000" tIns="45000" bIns="45000" anchor="t">
            <a:spAutoFit/>
          </a:bodyPr>
          <a:p>
            <a:pPr defTabSz="914400">
              <a:lnSpc>
                <a:spcPct val="107000"/>
              </a:lnSpc>
              <a:spcAft>
                <a:spcPts val="799"/>
              </a:spcAft>
              <a:tabLst>
                <a:tab algn="l" pos="678240"/>
              </a:tabLst>
            </a:pPr>
            <a:r>
              <a:rPr lang="it-IT" sz="1800" b="0" u="none" strike="noStrike">
                <a:solidFill>
                  <a:srgbClr val="374151"/>
                </a:solidFill>
                <a:effectLst/>
                <a:uFillTx/>
                <a:latin typeface="Segoe UI"/>
                <a:ea typeface="Times New Roman"/>
              </a:rPr>
              <a:t>Struttura</a:t>
            </a:r>
            <a:endParaRPr lang="it-IT" sz="1800" b="0" u="none" strike="noStrike">
              <a:solidFill>
                <a:srgbClr val="000000"/>
              </a:solidFill>
              <a:effectLst/>
              <a:uFillTx/>
              <a:latin typeface="Arial"/>
            </a:endParaRPr>
          </a:p>
        </p:txBody>
      </p:sp>
      <p:pic>
        <p:nvPicPr>
          <p:cNvPr id="118" name="Picture 2" descr="Java Logo, symbol, meaning, history, PNG, brand"/>
          <p:cNvPicPr/>
          <p:nvPr/>
        </p:nvPicPr>
        <p:blipFill>
          <a:blip r:embed="rId1"/>
          <a:stretch/>
        </p:blipFill>
        <p:spPr>
          <a:xfrm>
            <a:off x="3562560" y="1464120"/>
            <a:ext cx="4692960" cy="2628000"/>
          </a:xfrm>
          <a:prstGeom prst="rect">
            <a:avLst/>
          </a:prstGeom>
          <a:noFill/>
          <a:ln w="0">
            <a:noFill/>
          </a:ln>
        </p:spPr>
      </p:pic>
      <p:sp>
        <p:nvSpPr>
          <p:cNvPr id="119" name="CasellaDiTesto 1"/>
          <p:cNvSpPr/>
          <p:nvPr/>
        </p:nvSpPr>
        <p:spPr>
          <a:xfrm>
            <a:off x="3718080" y="465840"/>
            <a:ext cx="3367080" cy="369000"/>
          </a:xfrm>
          <a:prstGeom prst="rect">
            <a:avLst/>
          </a:prstGeom>
          <a:noFill/>
          <a:ln w="0">
            <a:noFill/>
          </a:ln>
        </p:spPr>
        <p:style>
          <a:lnRef idx="0"/>
          <a:fillRef idx="0"/>
          <a:effectRef idx="0"/>
          <a:fontRef idx="minor"/>
        </p:style>
        <p:txBody>
          <a:bodyPr wrap="none" lIns="90000" rIns="90000" tIns="45000" bIns="45000" anchor="t">
            <a:spAutoFit/>
          </a:bodyPr>
          <a:p>
            <a:pPr defTabSz="914400">
              <a:lnSpc>
                <a:spcPct val="100000"/>
              </a:lnSpc>
            </a:pPr>
            <a:r>
              <a:rPr lang="it-IT" sz="1800" b="0" u="none" strike="noStrike">
                <a:solidFill>
                  <a:schemeClr val="dk1"/>
                </a:solidFill>
                <a:effectLst/>
                <a:uFillTx/>
                <a:latin typeface="Calibri"/>
              </a:rPr>
              <a:t>La struttura di un programma java</a:t>
            </a:r>
            <a:endParaRPr lang="it-IT"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20" name="Picture 2" descr="Java Logo, symbol, meaning, history, PNG, brand"/>
          <p:cNvPicPr/>
          <p:nvPr/>
        </p:nvPicPr>
        <p:blipFill>
          <a:blip r:embed="rId1"/>
          <a:stretch/>
        </p:blipFill>
        <p:spPr>
          <a:xfrm>
            <a:off x="10632600" y="0"/>
            <a:ext cx="1420560" cy="795240"/>
          </a:xfrm>
          <a:prstGeom prst="rect">
            <a:avLst/>
          </a:prstGeom>
          <a:noFill/>
          <a:ln w="0">
            <a:noFill/>
          </a:ln>
        </p:spPr>
      </p:pic>
      <p:sp>
        <p:nvSpPr>
          <p:cNvPr id="121" name="CasellaDiTesto 2"/>
          <p:cNvSpPr/>
          <p:nvPr/>
        </p:nvSpPr>
        <p:spPr>
          <a:xfrm>
            <a:off x="281880" y="421920"/>
            <a:ext cx="3114000" cy="373320"/>
          </a:xfrm>
          <a:prstGeom prst="rect">
            <a:avLst/>
          </a:prstGeom>
          <a:solidFill>
            <a:schemeClr val="accent2">
              <a:lumMod val="40000"/>
              <a:lumOff val="60000"/>
            </a:schemeClr>
          </a:solidFill>
          <a:ln w="0">
            <a:noFill/>
          </a:ln>
        </p:spPr>
        <p:style>
          <a:lnRef idx="0"/>
          <a:fillRef idx="0"/>
          <a:effectRef idx="0"/>
          <a:fontRef idx="minor"/>
        </p:style>
        <p:txBody>
          <a:bodyPr lIns="90000" rIns="90000" tIns="45000" bIns="45000" anchor="t">
            <a:spAutoFit/>
          </a:bodyPr>
          <a:p>
            <a:pPr algn="just" defTabSz="914400">
              <a:lnSpc>
                <a:spcPct val="107000"/>
              </a:lnSpc>
              <a:spcAft>
                <a:spcPts val="799"/>
              </a:spcAft>
              <a:tabLst>
                <a:tab algn="l" pos="678240"/>
              </a:tabLst>
            </a:pPr>
            <a:r>
              <a:rPr lang="it-IT" sz="1800" b="1" u="none" strike="noStrike">
                <a:solidFill>
                  <a:srgbClr val="050e17"/>
                </a:solidFill>
                <a:effectLst/>
                <a:uFillTx/>
                <a:latin typeface="-apple-system"/>
              </a:rPr>
              <a:t>Struttura di una applicazione</a:t>
            </a:r>
            <a:endParaRPr lang="it-IT" sz="1800" b="0" u="none" strike="noStrike">
              <a:solidFill>
                <a:srgbClr val="000000"/>
              </a:solidFill>
              <a:effectLst/>
              <a:uFillTx/>
              <a:latin typeface="Arial"/>
            </a:endParaRPr>
          </a:p>
        </p:txBody>
      </p:sp>
      <p:sp>
        <p:nvSpPr>
          <p:cNvPr id="122" name="CasellaDiTesto 6"/>
          <p:cNvSpPr/>
          <p:nvPr/>
        </p:nvSpPr>
        <p:spPr>
          <a:xfrm>
            <a:off x="3396240" y="1019520"/>
            <a:ext cx="6097680" cy="147708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lang="it-IT" sz="1800" b="0" u="none" strike="noStrike">
                <a:solidFill>
                  <a:schemeClr val="dk1"/>
                </a:solidFill>
                <a:effectLst/>
                <a:uFillTx/>
                <a:latin typeface="Calibri"/>
              </a:rPr>
              <a:t>Il più semplice programma JAVA è realizzato con un semplice file di testo che definisce una classe. Una classe, la approfondiremo di più poi, è essenzialmente </a:t>
            </a:r>
            <a:br>
              <a:rPr sz="1800"/>
            </a:br>
            <a:r>
              <a:rPr lang="it-IT" sz="1800" b="0" u="none" strike="noStrike">
                <a:solidFill>
                  <a:schemeClr val="dk1"/>
                </a:solidFill>
                <a:effectLst/>
                <a:uFillTx/>
                <a:latin typeface="Calibri"/>
              </a:rPr>
              <a:t>UN PROGRAMMA</a:t>
            </a:r>
            <a:br>
              <a:rPr sz="1800"/>
            </a:br>
            <a:endParaRPr lang="it-IT"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23" name="Picture 2" descr="Java Logo, symbol, meaning, history, PNG, brand"/>
          <p:cNvPicPr/>
          <p:nvPr/>
        </p:nvPicPr>
        <p:blipFill>
          <a:blip r:embed="rId1"/>
          <a:stretch/>
        </p:blipFill>
        <p:spPr>
          <a:xfrm>
            <a:off x="10632600" y="0"/>
            <a:ext cx="1420560" cy="795240"/>
          </a:xfrm>
          <a:prstGeom prst="rect">
            <a:avLst/>
          </a:prstGeom>
          <a:noFill/>
          <a:ln w="0">
            <a:noFill/>
          </a:ln>
        </p:spPr>
      </p:pic>
      <p:sp>
        <p:nvSpPr>
          <p:cNvPr id="124" name="CasellaDiTesto 2"/>
          <p:cNvSpPr/>
          <p:nvPr/>
        </p:nvSpPr>
        <p:spPr>
          <a:xfrm>
            <a:off x="281880" y="421920"/>
            <a:ext cx="3114000" cy="373320"/>
          </a:xfrm>
          <a:prstGeom prst="rect">
            <a:avLst/>
          </a:prstGeom>
          <a:solidFill>
            <a:schemeClr val="accent2">
              <a:lumMod val="40000"/>
              <a:lumOff val="60000"/>
            </a:schemeClr>
          </a:solidFill>
          <a:ln w="0">
            <a:noFill/>
          </a:ln>
        </p:spPr>
        <p:style>
          <a:lnRef idx="0"/>
          <a:fillRef idx="0"/>
          <a:effectRef idx="0"/>
          <a:fontRef idx="minor"/>
        </p:style>
        <p:txBody>
          <a:bodyPr lIns="90000" rIns="90000" tIns="45000" bIns="45000" anchor="t">
            <a:spAutoFit/>
          </a:bodyPr>
          <a:p>
            <a:pPr algn="just" defTabSz="914400">
              <a:lnSpc>
                <a:spcPct val="107000"/>
              </a:lnSpc>
              <a:spcAft>
                <a:spcPts val="799"/>
              </a:spcAft>
              <a:tabLst>
                <a:tab algn="l" pos="678240"/>
              </a:tabLst>
            </a:pPr>
            <a:r>
              <a:rPr lang="it-IT" sz="1800" b="1" u="none" strike="noStrike">
                <a:solidFill>
                  <a:srgbClr val="050e17"/>
                </a:solidFill>
                <a:effectLst/>
                <a:uFillTx/>
                <a:latin typeface="-apple-system"/>
              </a:rPr>
              <a:t>Struttura di una applicazione</a:t>
            </a:r>
            <a:endParaRPr lang="it-IT" sz="1800" b="0" u="none" strike="noStrike">
              <a:solidFill>
                <a:srgbClr val="000000"/>
              </a:solidFill>
              <a:effectLst/>
              <a:uFillTx/>
              <a:latin typeface="Arial"/>
            </a:endParaRPr>
          </a:p>
        </p:txBody>
      </p:sp>
      <p:sp>
        <p:nvSpPr>
          <p:cNvPr id="125" name="CasellaDiTesto 6"/>
          <p:cNvSpPr/>
          <p:nvPr/>
        </p:nvSpPr>
        <p:spPr>
          <a:xfrm>
            <a:off x="3396240" y="1019520"/>
            <a:ext cx="6097680" cy="203112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lang="it-IT" sz="1800" b="0" u="none" strike="noStrike">
                <a:solidFill>
                  <a:schemeClr val="dk1"/>
                </a:solidFill>
                <a:effectLst/>
                <a:uFillTx/>
                <a:latin typeface="Calibri"/>
              </a:rPr>
              <a:t>Il più semplice programma JAVA è realizzato con un semplice file di testo che definisce una classe. Una classe, la approfondiremo di più poi, è essenzialmente </a:t>
            </a:r>
            <a:br>
              <a:rPr sz="1800"/>
            </a:br>
            <a:r>
              <a:rPr lang="it-IT" sz="1800" b="0" u="none" strike="noStrike">
                <a:solidFill>
                  <a:schemeClr val="dk1"/>
                </a:solidFill>
                <a:effectLst/>
                <a:uFillTx/>
                <a:latin typeface="Calibri"/>
              </a:rPr>
              <a:t>UN PROGRAMMA</a:t>
            </a:r>
            <a:endParaRPr lang="it-IT" sz="1800" b="0" u="none" strike="noStrike">
              <a:solidFill>
                <a:srgbClr val="000000"/>
              </a:solidFill>
              <a:effectLst/>
              <a:uFillTx/>
              <a:latin typeface="Arial"/>
            </a:endParaRPr>
          </a:p>
          <a:p>
            <a:pPr defTabSz="914400">
              <a:lnSpc>
                <a:spcPct val="100000"/>
              </a:lnSpc>
            </a:pPr>
            <a:r>
              <a:rPr lang="it-IT" sz="1800" b="0" u="none" strike="noStrike">
                <a:solidFill>
                  <a:srgbClr val="050e17"/>
                </a:solidFill>
                <a:effectLst/>
                <a:uFillTx/>
                <a:latin typeface="-apple-system"/>
              </a:rPr>
              <a:t>O</a:t>
            </a:r>
            <a:br>
              <a:rPr sz="1800"/>
            </a:br>
            <a:r>
              <a:rPr lang="it-IT" sz="1800" b="0" u="none" strike="noStrike">
                <a:solidFill>
                  <a:srgbClr val="050e17"/>
                </a:solidFill>
                <a:effectLst/>
                <a:uFillTx/>
                <a:latin typeface="-apple-system"/>
              </a:rPr>
              <a:t>UN PEZZO DI UN PROGRAMMA</a:t>
            </a:r>
            <a:br>
              <a:rPr sz="1800"/>
            </a:br>
            <a:endParaRPr lang="it-IT"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26" name="Picture 2" descr="Java Logo, symbol, meaning, history, PNG, brand"/>
          <p:cNvPicPr/>
          <p:nvPr/>
        </p:nvPicPr>
        <p:blipFill>
          <a:blip r:embed="rId1"/>
          <a:stretch/>
        </p:blipFill>
        <p:spPr>
          <a:xfrm>
            <a:off x="10632600" y="0"/>
            <a:ext cx="1420560" cy="795240"/>
          </a:xfrm>
          <a:prstGeom prst="rect">
            <a:avLst/>
          </a:prstGeom>
          <a:noFill/>
          <a:ln w="0">
            <a:noFill/>
          </a:ln>
        </p:spPr>
      </p:pic>
      <p:sp>
        <p:nvSpPr>
          <p:cNvPr id="127" name="CasellaDiTesto 2"/>
          <p:cNvSpPr/>
          <p:nvPr/>
        </p:nvSpPr>
        <p:spPr>
          <a:xfrm>
            <a:off x="281880" y="421920"/>
            <a:ext cx="3114000" cy="373320"/>
          </a:xfrm>
          <a:prstGeom prst="rect">
            <a:avLst/>
          </a:prstGeom>
          <a:solidFill>
            <a:schemeClr val="accent2">
              <a:lumMod val="40000"/>
              <a:lumOff val="60000"/>
            </a:schemeClr>
          </a:solidFill>
          <a:ln w="0">
            <a:noFill/>
          </a:ln>
        </p:spPr>
        <p:style>
          <a:lnRef idx="0"/>
          <a:fillRef idx="0"/>
          <a:effectRef idx="0"/>
          <a:fontRef idx="minor"/>
        </p:style>
        <p:txBody>
          <a:bodyPr lIns="90000" rIns="90000" tIns="45000" bIns="45000" anchor="t">
            <a:spAutoFit/>
          </a:bodyPr>
          <a:p>
            <a:pPr algn="just" defTabSz="914400">
              <a:lnSpc>
                <a:spcPct val="107000"/>
              </a:lnSpc>
              <a:spcAft>
                <a:spcPts val="799"/>
              </a:spcAft>
              <a:tabLst>
                <a:tab algn="l" pos="678240"/>
              </a:tabLst>
            </a:pPr>
            <a:r>
              <a:rPr lang="it-IT" sz="1800" b="1" u="none" strike="noStrike">
                <a:solidFill>
                  <a:srgbClr val="050e17"/>
                </a:solidFill>
                <a:effectLst/>
                <a:uFillTx/>
                <a:latin typeface="-apple-system"/>
              </a:rPr>
              <a:t>Struttura di una applicazione</a:t>
            </a:r>
            <a:endParaRPr lang="it-IT" sz="1800" b="0" u="none" strike="noStrike">
              <a:solidFill>
                <a:srgbClr val="000000"/>
              </a:solidFill>
              <a:effectLst/>
              <a:uFillTx/>
              <a:latin typeface="Arial"/>
            </a:endParaRPr>
          </a:p>
        </p:txBody>
      </p:sp>
      <p:sp>
        <p:nvSpPr>
          <p:cNvPr id="128" name="CasellaDiTesto 6"/>
          <p:cNvSpPr/>
          <p:nvPr/>
        </p:nvSpPr>
        <p:spPr>
          <a:xfrm>
            <a:off x="3396240" y="1019520"/>
            <a:ext cx="6097680" cy="258480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lang="it-IT" sz="1800" b="0" u="none" strike="noStrike">
                <a:solidFill>
                  <a:schemeClr val="dk1"/>
                </a:solidFill>
                <a:effectLst/>
                <a:uFillTx/>
                <a:latin typeface="Calibri"/>
              </a:rPr>
              <a:t>Il più semplice programma JAVA è realizzato con un semplice file di testo che definisce una classe. Una classe, la approfondiremo di più poi, è essenzialmente </a:t>
            </a:r>
            <a:br>
              <a:rPr sz="1800"/>
            </a:br>
            <a:r>
              <a:rPr lang="it-IT" sz="1800" b="0" u="none" strike="noStrike">
                <a:solidFill>
                  <a:schemeClr val="dk1"/>
                </a:solidFill>
                <a:effectLst/>
                <a:uFillTx/>
                <a:latin typeface="Calibri"/>
              </a:rPr>
              <a:t>UN PROGRAMMA</a:t>
            </a:r>
            <a:endParaRPr lang="it-IT" sz="1800" b="0" u="none" strike="noStrike">
              <a:solidFill>
                <a:srgbClr val="000000"/>
              </a:solidFill>
              <a:effectLst/>
              <a:uFillTx/>
              <a:latin typeface="Arial"/>
            </a:endParaRPr>
          </a:p>
          <a:p>
            <a:pPr defTabSz="914400">
              <a:lnSpc>
                <a:spcPct val="100000"/>
              </a:lnSpc>
            </a:pPr>
            <a:r>
              <a:rPr lang="it-IT" sz="1800" b="0" u="none" strike="noStrike">
                <a:solidFill>
                  <a:srgbClr val="050e17"/>
                </a:solidFill>
                <a:effectLst/>
                <a:uFillTx/>
                <a:latin typeface="-apple-system"/>
              </a:rPr>
              <a:t>O</a:t>
            </a:r>
            <a:br>
              <a:rPr sz="1800"/>
            </a:br>
            <a:r>
              <a:rPr lang="it-IT" sz="1800" b="0" u="none" strike="noStrike">
                <a:solidFill>
                  <a:srgbClr val="050e17"/>
                </a:solidFill>
                <a:effectLst/>
                <a:uFillTx/>
                <a:latin typeface="-apple-system"/>
              </a:rPr>
              <a:t>UN PEZZO DI UN PROGRAMMA</a:t>
            </a:r>
            <a:br>
              <a:rPr sz="1800"/>
            </a:br>
            <a:endParaRPr lang="it-IT" sz="1800" b="0" u="none" strike="noStrike">
              <a:solidFill>
                <a:srgbClr val="000000"/>
              </a:solidFill>
              <a:effectLst/>
              <a:uFillTx/>
              <a:latin typeface="Arial"/>
            </a:endParaRPr>
          </a:p>
          <a:p>
            <a:pPr defTabSz="914400">
              <a:lnSpc>
                <a:spcPct val="100000"/>
              </a:lnSpc>
            </a:pPr>
            <a:r>
              <a:rPr lang="it-IT" sz="1800" b="0" u="none" strike="noStrike">
                <a:solidFill>
                  <a:srgbClr val="050e17"/>
                </a:solidFill>
                <a:effectLst/>
                <a:uFillTx/>
                <a:latin typeface="-apple-system"/>
              </a:rPr>
              <a:t>(i puristi dell’informatica potrebbero storcere il naso, ma essenzialmente può essere vista così)</a:t>
            </a:r>
            <a:endParaRPr lang="it-IT"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29" name="Picture 2" descr="Java Logo, symbol, meaning, history, PNG, brand"/>
          <p:cNvPicPr/>
          <p:nvPr/>
        </p:nvPicPr>
        <p:blipFill>
          <a:blip r:embed="rId1"/>
          <a:stretch/>
        </p:blipFill>
        <p:spPr>
          <a:xfrm>
            <a:off x="10632600" y="0"/>
            <a:ext cx="1420560" cy="795240"/>
          </a:xfrm>
          <a:prstGeom prst="rect">
            <a:avLst/>
          </a:prstGeom>
          <a:noFill/>
          <a:ln w="0">
            <a:noFill/>
          </a:ln>
        </p:spPr>
      </p:pic>
      <p:sp>
        <p:nvSpPr>
          <p:cNvPr id="130" name="CasellaDiTesto 2"/>
          <p:cNvSpPr/>
          <p:nvPr/>
        </p:nvSpPr>
        <p:spPr>
          <a:xfrm>
            <a:off x="281880" y="421920"/>
            <a:ext cx="3114000" cy="373320"/>
          </a:xfrm>
          <a:prstGeom prst="rect">
            <a:avLst/>
          </a:prstGeom>
          <a:solidFill>
            <a:schemeClr val="accent2">
              <a:lumMod val="40000"/>
              <a:lumOff val="60000"/>
            </a:schemeClr>
          </a:solidFill>
          <a:ln w="0">
            <a:noFill/>
          </a:ln>
        </p:spPr>
        <p:style>
          <a:lnRef idx="0"/>
          <a:fillRef idx="0"/>
          <a:effectRef idx="0"/>
          <a:fontRef idx="minor"/>
        </p:style>
        <p:txBody>
          <a:bodyPr lIns="90000" rIns="90000" tIns="45000" bIns="45000" anchor="t">
            <a:spAutoFit/>
          </a:bodyPr>
          <a:p>
            <a:pPr algn="just" defTabSz="914400">
              <a:lnSpc>
                <a:spcPct val="107000"/>
              </a:lnSpc>
              <a:spcAft>
                <a:spcPts val="799"/>
              </a:spcAft>
              <a:tabLst>
                <a:tab algn="l" pos="678240"/>
              </a:tabLst>
            </a:pPr>
            <a:r>
              <a:rPr lang="it-IT" sz="1800" b="1" u="none" strike="noStrike">
                <a:solidFill>
                  <a:srgbClr val="050e17"/>
                </a:solidFill>
                <a:effectLst/>
                <a:uFillTx/>
                <a:latin typeface="-apple-system"/>
              </a:rPr>
              <a:t>Struttura di una applicazione</a:t>
            </a:r>
            <a:endParaRPr lang="it-IT" sz="1800" b="0" u="none" strike="noStrike">
              <a:solidFill>
                <a:srgbClr val="000000"/>
              </a:solidFill>
              <a:effectLst/>
              <a:uFillTx/>
              <a:latin typeface="Arial"/>
            </a:endParaRPr>
          </a:p>
        </p:txBody>
      </p:sp>
      <p:sp>
        <p:nvSpPr>
          <p:cNvPr id="131" name="CasellaDiTesto 6"/>
          <p:cNvSpPr/>
          <p:nvPr/>
        </p:nvSpPr>
        <p:spPr>
          <a:xfrm>
            <a:off x="3396240" y="1019520"/>
            <a:ext cx="6097680" cy="341604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lang="it-IT" sz="1800" b="0" u="none" strike="noStrike">
                <a:solidFill>
                  <a:schemeClr val="dk1"/>
                </a:solidFill>
                <a:effectLst/>
                <a:uFillTx/>
                <a:latin typeface="Calibri"/>
              </a:rPr>
              <a:t>Il più semplice programma JAVA è realizzato con un semplice file di testo che definisce una classe. Una classe, la approfondiremo di più poi, è essenzialmente </a:t>
            </a:r>
            <a:br>
              <a:rPr sz="1800"/>
            </a:br>
            <a:r>
              <a:rPr lang="it-IT" sz="1800" b="0" u="none" strike="noStrike">
                <a:solidFill>
                  <a:schemeClr val="dk1"/>
                </a:solidFill>
                <a:effectLst/>
                <a:uFillTx/>
                <a:latin typeface="Calibri"/>
              </a:rPr>
              <a:t>UN PROGRAMMA</a:t>
            </a:r>
            <a:endParaRPr lang="it-IT" sz="1800" b="0" u="none" strike="noStrike">
              <a:solidFill>
                <a:srgbClr val="000000"/>
              </a:solidFill>
              <a:effectLst/>
              <a:uFillTx/>
              <a:latin typeface="Arial"/>
            </a:endParaRPr>
          </a:p>
          <a:p>
            <a:pPr defTabSz="914400">
              <a:lnSpc>
                <a:spcPct val="100000"/>
              </a:lnSpc>
            </a:pPr>
            <a:r>
              <a:rPr lang="it-IT" sz="1800" b="0" u="none" strike="noStrike">
                <a:solidFill>
                  <a:srgbClr val="050e17"/>
                </a:solidFill>
                <a:effectLst/>
                <a:uFillTx/>
                <a:latin typeface="-apple-system"/>
              </a:rPr>
              <a:t>O</a:t>
            </a:r>
            <a:br>
              <a:rPr sz="1800"/>
            </a:br>
            <a:r>
              <a:rPr lang="it-IT" sz="1800" b="0" u="none" strike="noStrike">
                <a:solidFill>
                  <a:srgbClr val="050e17"/>
                </a:solidFill>
                <a:effectLst/>
                <a:uFillTx/>
                <a:latin typeface="-apple-system"/>
              </a:rPr>
              <a:t>UN PEZZO DI UN PROGRAMMA</a:t>
            </a:r>
            <a:br>
              <a:rPr sz="1800"/>
            </a:br>
            <a:endParaRPr lang="it-IT" sz="1800" b="0" u="none" strike="noStrike">
              <a:solidFill>
                <a:srgbClr val="000000"/>
              </a:solidFill>
              <a:effectLst/>
              <a:uFillTx/>
              <a:latin typeface="Arial"/>
            </a:endParaRPr>
          </a:p>
          <a:p>
            <a:pPr defTabSz="914400">
              <a:lnSpc>
                <a:spcPct val="100000"/>
              </a:lnSpc>
            </a:pPr>
            <a:r>
              <a:rPr lang="it-IT" sz="1800" b="0" u="none" strike="noStrike">
                <a:solidFill>
                  <a:srgbClr val="050e17"/>
                </a:solidFill>
                <a:effectLst/>
                <a:uFillTx/>
                <a:latin typeface="-apple-system"/>
              </a:rPr>
              <a:t>(i puristi dell’informatica potrebbero storcere il naso, ma essenzialmente può essere vista così)</a:t>
            </a:r>
            <a:endParaRPr lang="it-IT" sz="1800" b="0" u="none" strike="noStrike">
              <a:solidFill>
                <a:srgbClr val="000000"/>
              </a:solidFill>
              <a:effectLst/>
              <a:uFillTx/>
              <a:latin typeface="Arial"/>
            </a:endParaRPr>
          </a:p>
          <a:p>
            <a:pPr defTabSz="914400">
              <a:lnSpc>
                <a:spcPct val="100000"/>
              </a:lnSpc>
            </a:pPr>
            <a:endParaRPr lang="it-IT" sz="1800" b="0" u="none" strike="noStrike">
              <a:solidFill>
                <a:srgbClr val="000000"/>
              </a:solidFill>
              <a:effectLst/>
              <a:uFillTx/>
              <a:latin typeface="Arial"/>
            </a:endParaRPr>
          </a:p>
          <a:p>
            <a:pPr defTabSz="914400">
              <a:lnSpc>
                <a:spcPct val="100000"/>
              </a:lnSpc>
            </a:pPr>
            <a:r>
              <a:rPr lang="it-IT" sz="1800" b="0" u="none" strike="noStrike">
                <a:solidFill>
                  <a:srgbClr val="050e17"/>
                </a:solidFill>
                <a:effectLst/>
                <a:uFillTx/>
                <a:latin typeface="-apple-system"/>
              </a:rPr>
              <a:t>I file che vanno a comporre il codice del programma sono detti codice sorgente (così queste classi costituiscono tale codice)</a:t>
            </a:r>
            <a:endParaRPr lang="it-IT"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32" name="Picture 2" descr="Java Logo, symbol, meaning, history, PNG, brand"/>
          <p:cNvPicPr/>
          <p:nvPr/>
        </p:nvPicPr>
        <p:blipFill>
          <a:blip r:embed="rId1"/>
          <a:stretch/>
        </p:blipFill>
        <p:spPr>
          <a:xfrm>
            <a:off x="10632600" y="0"/>
            <a:ext cx="1420560" cy="795240"/>
          </a:xfrm>
          <a:prstGeom prst="rect">
            <a:avLst/>
          </a:prstGeom>
          <a:noFill/>
          <a:ln w="0">
            <a:noFill/>
          </a:ln>
        </p:spPr>
      </p:pic>
      <p:sp>
        <p:nvSpPr>
          <p:cNvPr id="133" name="CasellaDiTesto 2"/>
          <p:cNvSpPr/>
          <p:nvPr/>
        </p:nvSpPr>
        <p:spPr>
          <a:xfrm>
            <a:off x="281880" y="421920"/>
            <a:ext cx="3114000" cy="373320"/>
          </a:xfrm>
          <a:prstGeom prst="rect">
            <a:avLst/>
          </a:prstGeom>
          <a:solidFill>
            <a:schemeClr val="accent2">
              <a:lumMod val="40000"/>
              <a:lumOff val="60000"/>
            </a:schemeClr>
          </a:solidFill>
          <a:ln w="0">
            <a:noFill/>
          </a:ln>
        </p:spPr>
        <p:style>
          <a:lnRef idx="0"/>
          <a:fillRef idx="0"/>
          <a:effectRef idx="0"/>
          <a:fontRef idx="minor"/>
        </p:style>
        <p:txBody>
          <a:bodyPr lIns="90000" rIns="90000" tIns="45000" bIns="45000" anchor="t">
            <a:spAutoFit/>
          </a:bodyPr>
          <a:p>
            <a:pPr algn="just" defTabSz="914400">
              <a:lnSpc>
                <a:spcPct val="107000"/>
              </a:lnSpc>
              <a:spcAft>
                <a:spcPts val="799"/>
              </a:spcAft>
              <a:tabLst>
                <a:tab algn="l" pos="678240"/>
              </a:tabLst>
            </a:pPr>
            <a:r>
              <a:rPr lang="it-IT" sz="1800" b="1" u="none" strike="noStrike">
                <a:solidFill>
                  <a:srgbClr val="050e17"/>
                </a:solidFill>
                <a:effectLst/>
                <a:uFillTx/>
                <a:latin typeface="-apple-system"/>
              </a:rPr>
              <a:t>Struttura di una applicazione</a:t>
            </a:r>
            <a:endParaRPr lang="it-IT" sz="1800" b="0" u="none" strike="noStrike">
              <a:solidFill>
                <a:srgbClr val="000000"/>
              </a:solidFill>
              <a:effectLst/>
              <a:uFillTx/>
              <a:latin typeface="Arial"/>
            </a:endParaRPr>
          </a:p>
        </p:txBody>
      </p:sp>
      <p:sp>
        <p:nvSpPr>
          <p:cNvPr id="134" name="CasellaDiTesto 3"/>
          <p:cNvSpPr/>
          <p:nvPr/>
        </p:nvSpPr>
        <p:spPr>
          <a:xfrm>
            <a:off x="3702240" y="795600"/>
            <a:ext cx="8350920" cy="64584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lang="it-IT" sz="1800" b="0" u="none" strike="noStrike">
                <a:solidFill>
                  <a:schemeClr val="dk1"/>
                </a:solidFill>
                <a:effectLst/>
                <a:uFillTx/>
                <a:latin typeface="Calibri"/>
              </a:rPr>
              <a:t>In Java, un'applicazione è costituita da uno o più file di codice sorgente scritti in linguaggio Java. </a:t>
            </a:r>
            <a:endParaRPr lang="it-IT"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35" name="Picture 2" descr="Java Logo, symbol, meaning, history, PNG, brand"/>
          <p:cNvPicPr/>
          <p:nvPr/>
        </p:nvPicPr>
        <p:blipFill>
          <a:blip r:embed="rId1"/>
          <a:stretch/>
        </p:blipFill>
        <p:spPr>
          <a:xfrm>
            <a:off x="10632600" y="0"/>
            <a:ext cx="1420560" cy="795240"/>
          </a:xfrm>
          <a:prstGeom prst="rect">
            <a:avLst/>
          </a:prstGeom>
          <a:noFill/>
          <a:ln w="0">
            <a:noFill/>
          </a:ln>
        </p:spPr>
      </p:pic>
      <p:sp>
        <p:nvSpPr>
          <p:cNvPr id="136" name="CasellaDiTesto 2"/>
          <p:cNvSpPr/>
          <p:nvPr/>
        </p:nvSpPr>
        <p:spPr>
          <a:xfrm>
            <a:off x="281880" y="421920"/>
            <a:ext cx="3114000" cy="373320"/>
          </a:xfrm>
          <a:prstGeom prst="rect">
            <a:avLst/>
          </a:prstGeom>
          <a:solidFill>
            <a:schemeClr val="accent2">
              <a:lumMod val="40000"/>
              <a:lumOff val="60000"/>
            </a:schemeClr>
          </a:solidFill>
          <a:ln w="0">
            <a:noFill/>
          </a:ln>
        </p:spPr>
        <p:style>
          <a:lnRef idx="0"/>
          <a:fillRef idx="0"/>
          <a:effectRef idx="0"/>
          <a:fontRef idx="minor"/>
        </p:style>
        <p:txBody>
          <a:bodyPr lIns="90000" rIns="90000" tIns="45000" bIns="45000" anchor="t">
            <a:spAutoFit/>
          </a:bodyPr>
          <a:p>
            <a:pPr algn="just" defTabSz="914400">
              <a:lnSpc>
                <a:spcPct val="107000"/>
              </a:lnSpc>
              <a:spcAft>
                <a:spcPts val="799"/>
              </a:spcAft>
              <a:tabLst>
                <a:tab algn="l" pos="678240"/>
              </a:tabLst>
            </a:pPr>
            <a:r>
              <a:rPr lang="it-IT" sz="1800" b="1" u="none" strike="noStrike">
                <a:solidFill>
                  <a:srgbClr val="050e17"/>
                </a:solidFill>
                <a:effectLst/>
                <a:uFillTx/>
                <a:latin typeface="-apple-system"/>
              </a:rPr>
              <a:t>Struttura di una applicazione</a:t>
            </a:r>
            <a:endParaRPr lang="it-IT" sz="1800" b="0" u="none" strike="noStrike">
              <a:solidFill>
                <a:srgbClr val="000000"/>
              </a:solidFill>
              <a:effectLst/>
              <a:uFillTx/>
              <a:latin typeface="Arial"/>
            </a:endParaRPr>
          </a:p>
        </p:txBody>
      </p:sp>
      <p:sp>
        <p:nvSpPr>
          <p:cNvPr id="137" name="CasellaDiTesto 3"/>
          <p:cNvSpPr/>
          <p:nvPr/>
        </p:nvSpPr>
        <p:spPr>
          <a:xfrm>
            <a:off x="3702240" y="795600"/>
            <a:ext cx="8350920" cy="92304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lang="it-IT" sz="1800" b="0" u="none" strike="noStrike">
                <a:solidFill>
                  <a:schemeClr val="dk1"/>
                </a:solidFill>
                <a:effectLst/>
                <a:uFillTx/>
                <a:latin typeface="Calibri"/>
              </a:rPr>
              <a:t>In Java, un'applicazione è costituita da uno o più file di codice sorgente scritti in linguaggio Java. Il file principale dell'applicazione, contenente il codice sorgente che verrà eseguito all'avvio dell'applicazione, è solitamente chiamato "Main" o "Main.java".</a:t>
            </a:r>
            <a:endParaRPr lang="it-IT"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38" name="Picture 2" descr="Java Logo, symbol, meaning, history, PNG, brand"/>
          <p:cNvPicPr/>
          <p:nvPr/>
        </p:nvPicPr>
        <p:blipFill>
          <a:blip r:embed="rId1"/>
          <a:stretch/>
        </p:blipFill>
        <p:spPr>
          <a:xfrm>
            <a:off x="10632600" y="0"/>
            <a:ext cx="1420560" cy="795240"/>
          </a:xfrm>
          <a:prstGeom prst="rect">
            <a:avLst/>
          </a:prstGeom>
          <a:noFill/>
          <a:ln w="0">
            <a:noFill/>
          </a:ln>
        </p:spPr>
      </p:pic>
      <p:sp>
        <p:nvSpPr>
          <p:cNvPr id="139" name="CasellaDiTesto 2"/>
          <p:cNvSpPr/>
          <p:nvPr/>
        </p:nvSpPr>
        <p:spPr>
          <a:xfrm>
            <a:off x="281880" y="421920"/>
            <a:ext cx="3114000" cy="373320"/>
          </a:xfrm>
          <a:prstGeom prst="rect">
            <a:avLst/>
          </a:prstGeom>
          <a:solidFill>
            <a:schemeClr val="accent2">
              <a:lumMod val="40000"/>
              <a:lumOff val="60000"/>
            </a:schemeClr>
          </a:solidFill>
          <a:ln w="0">
            <a:noFill/>
          </a:ln>
        </p:spPr>
        <p:style>
          <a:lnRef idx="0"/>
          <a:fillRef idx="0"/>
          <a:effectRef idx="0"/>
          <a:fontRef idx="minor"/>
        </p:style>
        <p:txBody>
          <a:bodyPr lIns="90000" rIns="90000" tIns="45000" bIns="45000" anchor="t">
            <a:spAutoFit/>
          </a:bodyPr>
          <a:p>
            <a:pPr algn="just" defTabSz="914400">
              <a:lnSpc>
                <a:spcPct val="107000"/>
              </a:lnSpc>
              <a:spcAft>
                <a:spcPts val="799"/>
              </a:spcAft>
              <a:tabLst>
                <a:tab algn="l" pos="678240"/>
              </a:tabLst>
            </a:pPr>
            <a:r>
              <a:rPr lang="it-IT" sz="1800" b="1" u="none" strike="noStrike">
                <a:solidFill>
                  <a:srgbClr val="050e17"/>
                </a:solidFill>
                <a:effectLst/>
                <a:uFillTx/>
                <a:latin typeface="-apple-system"/>
              </a:rPr>
              <a:t>Struttura di una applicazione</a:t>
            </a:r>
            <a:endParaRPr lang="it-IT" sz="1800" b="0" u="none" strike="noStrike">
              <a:solidFill>
                <a:srgbClr val="000000"/>
              </a:solidFill>
              <a:effectLst/>
              <a:uFillTx/>
              <a:latin typeface="Arial"/>
            </a:endParaRPr>
          </a:p>
        </p:txBody>
      </p:sp>
      <p:sp>
        <p:nvSpPr>
          <p:cNvPr id="140" name="CasellaDiTesto 3"/>
          <p:cNvSpPr/>
          <p:nvPr/>
        </p:nvSpPr>
        <p:spPr>
          <a:xfrm>
            <a:off x="3702240" y="795600"/>
            <a:ext cx="8350920" cy="147708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lang="it-IT" sz="1800" b="0" u="none" strike="noStrike">
                <a:solidFill>
                  <a:schemeClr val="dk1"/>
                </a:solidFill>
                <a:effectLst/>
                <a:uFillTx/>
                <a:latin typeface="Calibri"/>
              </a:rPr>
              <a:t>In Java, un'applicazione è costituita da uno o più file di codice sorgente scritti in linguaggio Java. Il file principale dell'applicazione, contenente il codice sorgente che verrà eseguito all'avvio dell'applicazione, è solitamente chiamato "Main" o "Main.java".</a:t>
            </a:r>
            <a:endParaRPr lang="it-IT" sz="1800" b="0" u="none" strike="noStrike">
              <a:solidFill>
                <a:srgbClr val="000000"/>
              </a:solidFill>
              <a:effectLst/>
              <a:uFillTx/>
              <a:latin typeface="Arial"/>
            </a:endParaRPr>
          </a:p>
          <a:p>
            <a:pPr defTabSz="914400">
              <a:lnSpc>
                <a:spcPct val="100000"/>
              </a:lnSpc>
            </a:pPr>
            <a:r>
              <a:rPr lang="it-IT" sz="1800" b="0" u="none" strike="noStrike">
                <a:solidFill>
                  <a:schemeClr val="dk1"/>
                </a:solidFill>
                <a:effectLst/>
                <a:uFillTx/>
                <a:latin typeface="Calibri"/>
              </a:rPr>
              <a:t>Tuttavia non è obbligatorio che sia chiamato così, si tratta di un nome che associamo al programma. </a:t>
            </a:r>
            <a:endParaRPr lang="it-IT"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41" name="Picture 2" descr="Java Logo, symbol, meaning, history, PNG, brand"/>
          <p:cNvPicPr/>
          <p:nvPr/>
        </p:nvPicPr>
        <p:blipFill>
          <a:blip r:embed="rId1"/>
          <a:stretch/>
        </p:blipFill>
        <p:spPr>
          <a:xfrm>
            <a:off x="10632600" y="0"/>
            <a:ext cx="1420560" cy="795240"/>
          </a:xfrm>
          <a:prstGeom prst="rect">
            <a:avLst/>
          </a:prstGeom>
          <a:noFill/>
          <a:ln w="0">
            <a:noFill/>
          </a:ln>
        </p:spPr>
      </p:pic>
      <p:sp>
        <p:nvSpPr>
          <p:cNvPr id="142" name="CasellaDiTesto 2"/>
          <p:cNvSpPr/>
          <p:nvPr/>
        </p:nvSpPr>
        <p:spPr>
          <a:xfrm>
            <a:off x="281880" y="421920"/>
            <a:ext cx="3114000" cy="373320"/>
          </a:xfrm>
          <a:prstGeom prst="rect">
            <a:avLst/>
          </a:prstGeom>
          <a:solidFill>
            <a:schemeClr val="accent2">
              <a:lumMod val="40000"/>
              <a:lumOff val="60000"/>
            </a:schemeClr>
          </a:solidFill>
          <a:ln w="0">
            <a:noFill/>
          </a:ln>
        </p:spPr>
        <p:style>
          <a:lnRef idx="0"/>
          <a:fillRef idx="0"/>
          <a:effectRef idx="0"/>
          <a:fontRef idx="minor"/>
        </p:style>
        <p:txBody>
          <a:bodyPr lIns="90000" rIns="90000" tIns="45000" bIns="45000" anchor="t">
            <a:spAutoFit/>
          </a:bodyPr>
          <a:p>
            <a:pPr algn="just" defTabSz="914400">
              <a:lnSpc>
                <a:spcPct val="107000"/>
              </a:lnSpc>
              <a:spcAft>
                <a:spcPts val="799"/>
              </a:spcAft>
              <a:tabLst>
                <a:tab algn="l" pos="678240"/>
              </a:tabLst>
            </a:pPr>
            <a:r>
              <a:rPr lang="it-IT" sz="1800" b="1" u="none" strike="noStrike">
                <a:solidFill>
                  <a:srgbClr val="050e17"/>
                </a:solidFill>
                <a:effectLst/>
                <a:uFillTx/>
                <a:latin typeface="-apple-system"/>
              </a:rPr>
              <a:t>Struttura di una applicazione</a:t>
            </a:r>
            <a:endParaRPr lang="it-IT" sz="1800" b="0" u="none" strike="noStrike">
              <a:solidFill>
                <a:srgbClr val="000000"/>
              </a:solidFill>
              <a:effectLst/>
              <a:uFillTx/>
              <a:latin typeface="Arial"/>
            </a:endParaRPr>
          </a:p>
        </p:txBody>
      </p:sp>
      <p:sp>
        <p:nvSpPr>
          <p:cNvPr id="143" name="CasellaDiTesto 3"/>
          <p:cNvSpPr/>
          <p:nvPr/>
        </p:nvSpPr>
        <p:spPr>
          <a:xfrm>
            <a:off x="3702240" y="795600"/>
            <a:ext cx="8350920" cy="203112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lang="it-IT" sz="1800" b="0" u="none" strike="noStrike">
                <a:solidFill>
                  <a:schemeClr val="dk1"/>
                </a:solidFill>
                <a:effectLst/>
                <a:uFillTx/>
                <a:latin typeface="Calibri"/>
              </a:rPr>
              <a:t>In Java, un'applicazione è costituita da uno o più file di codice sorgente scritti in linguaggio Java. Il file principale dell'applicazione, contenente il codice sorgente che verrà eseguito all'avvio dell'applicazione, è solitamente chiamato "Main" o "Main.java".</a:t>
            </a:r>
            <a:endParaRPr lang="it-IT" sz="1800" b="0" u="none" strike="noStrike">
              <a:solidFill>
                <a:srgbClr val="000000"/>
              </a:solidFill>
              <a:effectLst/>
              <a:uFillTx/>
              <a:latin typeface="Arial"/>
            </a:endParaRPr>
          </a:p>
          <a:p>
            <a:pPr defTabSz="914400">
              <a:lnSpc>
                <a:spcPct val="100000"/>
              </a:lnSpc>
            </a:pPr>
            <a:r>
              <a:rPr lang="it-IT" sz="1800" b="0" u="none" strike="noStrike">
                <a:solidFill>
                  <a:schemeClr val="dk1"/>
                </a:solidFill>
                <a:effectLst/>
                <a:uFillTx/>
                <a:latin typeface="Calibri"/>
              </a:rPr>
              <a:t>Tuttavia non è obbligatorio che sia chiamato così, si tratta di un nome che associamo al programma. E’ convenzione usare la lettera maiuscola per le classi JAVA.</a:t>
            </a:r>
            <a:endParaRPr lang="it-IT" sz="1800" b="0" u="none" strike="noStrike">
              <a:solidFill>
                <a:srgbClr val="000000"/>
              </a:solidFill>
              <a:effectLst/>
              <a:uFillTx/>
              <a:latin typeface="Arial"/>
            </a:endParaRPr>
          </a:p>
          <a:p>
            <a:pPr defTabSz="914400">
              <a:lnSpc>
                <a:spcPct val="100000"/>
              </a:lnSpc>
            </a:pPr>
            <a:r>
              <a:rPr lang="it-IT" sz="1800" b="0" u="none" strike="noStrike">
                <a:solidFill>
                  <a:schemeClr val="dk1"/>
                </a:solidFill>
                <a:effectLst/>
                <a:uFillTx/>
                <a:latin typeface="Calibri"/>
              </a:rPr>
              <a:t>Alle volte è usato anche il nome "App" (o "App.java"), ma d’altra parte il limite è solo la fantasia del programmatore.</a:t>
            </a:r>
            <a:endParaRPr lang="it-IT"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44" name="Picture 2" descr="Java Logo, symbol, meaning, history, PNG, brand"/>
          <p:cNvPicPr/>
          <p:nvPr/>
        </p:nvPicPr>
        <p:blipFill>
          <a:blip r:embed="rId1"/>
          <a:stretch/>
        </p:blipFill>
        <p:spPr>
          <a:xfrm>
            <a:off x="10632600" y="0"/>
            <a:ext cx="1420560" cy="795240"/>
          </a:xfrm>
          <a:prstGeom prst="rect">
            <a:avLst/>
          </a:prstGeom>
          <a:noFill/>
          <a:ln w="0">
            <a:noFill/>
          </a:ln>
        </p:spPr>
      </p:pic>
      <p:sp>
        <p:nvSpPr>
          <p:cNvPr id="145" name="CasellaDiTesto 2"/>
          <p:cNvSpPr/>
          <p:nvPr/>
        </p:nvSpPr>
        <p:spPr>
          <a:xfrm>
            <a:off x="281880" y="421920"/>
            <a:ext cx="3114000" cy="373320"/>
          </a:xfrm>
          <a:prstGeom prst="rect">
            <a:avLst/>
          </a:prstGeom>
          <a:solidFill>
            <a:schemeClr val="accent2">
              <a:lumMod val="40000"/>
              <a:lumOff val="60000"/>
            </a:schemeClr>
          </a:solidFill>
          <a:ln w="0">
            <a:noFill/>
          </a:ln>
        </p:spPr>
        <p:style>
          <a:lnRef idx="0"/>
          <a:fillRef idx="0"/>
          <a:effectRef idx="0"/>
          <a:fontRef idx="minor"/>
        </p:style>
        <p:txBody>
          <a:bodyPr lIns="90000" rIns="90000" tIns="45000" bIns="45000" anchor="t">
            <a:spAutoFit/>
          </a:bodyPr>
          <a:p>
            <a:pPr algn="just" defTabSz="914400">
              <a:lnSpc>
                <a:spcPct val="107000"/>
              </a:lnSpc>
              <a:spcAft>
                <a:spcPts val="799"/>
              </a:spcAft>
              <a:tabLst>
                <a:tab algn="l" pos="678240"/>
              </a:tabLst>
            </a:pPr>
            <a:r>
              <a:rPr lang="it-IT" sz="1800" b="1" u="none" strike="noStrike">
                <a:solidFill>
                  <a:srgbClr val="050e17"/>
                </a:solidFill>
                <a:effectLst/>
                <a:uFillTx/>
                <a:latin typeface="-apple-system"/>
              </a:rPr>
              <a:t>Struttura di una applicazione</a:t>
            </a:r>
            <a:endParaRPr lang="it-IT" sz="1800" b="0" u="none" strike="noStrike">
              <a:solidFill>
                <a:srgbClr val="000000"/>
              </a:solidFill>
              <a:effectLst/>
              <a:uFillTx/>
              <a:latin typeface="Arial"/>
            </a:endParaRPr>
          </a:p>
        </p:txBody>
      </p:sp>
      <p:sp>
        <p:nvSpPr>
          <p:cNvPr id="146" name="CasellaDiTesto 3"/>
          <p:cNvSpPr/>
          <p:nvPr/>
        </p:nvSpPr>
        <p:spPr>
          <a:xfrm>
            <a:off x="3702240" y="795600"/>
            <a:ext cx="8350920" cy="203112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lang="it-IT" sz="1800" b="0" u="none" strike="noStrike">
                <a:solidFill>
                  <a:schemeClr val="dk1"/>
                </a:solidFill>
                <a:effectLst/>
                <a:uFillTx/>
                <a:latin typeface="Calibri"/>
              </a:rPr>
              <a:t>In Java, un'applicazione è costituita da uno o più file di codice sorgente scritti in linguaggio Java. Il file principale dell'applicazione, contenente il codice sorgente che verrà eseguito all'avvio dell'applicazione, è solitamente chiamato "Main" o "Main.java".</a:t>
            </a:r>
            <a:endParaRPr lang="it-IT" sz="1800" b="0" u="none" strike="noStrike">
              <a:solidFill>
                <a:srgbClr val="000000"/>
              </a:solidFill>
              <a:effectLst/>
              <a:uFillTx/>
              <a:latin typeface="Arial"/>
            </a:endParaRPr>
          </a:p>
          <a:p>
            <a:pPr defTabSz="914400">
              <a:lnSpc>
                <a:spcPct val="100000"/>
              </a:lnSpc>
            </a:pPr>
            <a:r>
              <a:rPr lang="it-IT" sz="1800" b="0" u="none" strike="noStrike">
                <a:solidFill>
                  <a:schemeClr val="dk1"/>
                </a:solidFill>
                <a:effectLst/>
                <a:uFillTx/>
                <a:latin typeface="Calibri"/>
              </a:rPr>
              <a:t>Tuttavia non è obbligatorio che sia chiamato così, si tratta di un nome che associamo al programma. E’ convenzione usare la lettera maiuscola per le classi JAVA.</a:t>
            </a:r>
            <a:endParaRPr lang="it-IT" sz="1800" b="0" u="none" strike="noStrike">
              <a:solidFill>
                <a:srgbClr val="000000"/>
              </a:solidFill>
              <a:effectLst/>
              <a:uFillTx/>
              <a:latin typeface="Arial"/>
            </a:endParaRPr>
          </a:p>
          <a:p>
            <a:pPr defTabSz="914400">
              <a:lnSpc>
                <a:spcPct val="100000"/>
              </a:lnSpc>
            </a:pPr>
            <a:r>
              <a:rPr lang="it-IT" sz="1800" b="0" u="none" strike="noStrike">
                <a:solidFill>
                  <a:schemeClr val="dk1"/>
                </a:solidFill>
                <a:effectLst/>
                <a:uFillTx/>
                <a:latin typeface="Calibri"/>
              </a:rPr>
              <a:t>Alle volte è usato anche il nome "App" (o "App.java"), ma d’altra parte il limite è solo la fantasia del programmatore.</a:t>
            </a:r>
            <a:endParaRPr lang="it-IT" sz="1800" b="0" u="none" strike="noStrike">
              <a:solidFill>
                <a:srgbClr val="000000"/>
              </a:solidFill>
              <a:effectLst/>
              <a:uFillTx/>
              <a:latin typeface="Arial"/>
            </a:endParaRPr>
          </a:p>
        </p:txBody>
      </p:sp>
      <p:sp>
        <p:nvSpPr>
          <p:cNvPr id="147" name="CasellaDiTesto 5"/>
          <p:cNvSpPr/>
          <p:nvPr/>
        </p:nvSpPr>
        <p:spPr>
          <a:xfrm>
            <a:off x="3702240" y="2782800"/>
            <a:ext cx="8656920" cy="64584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lang="it-IT" sz="1800" b="0" u="none" strike="noStrike">
                <a:solidFill>
                  <a:schemeClr val="dk1"/>
                </a:solidFill>
                <a:effectLst/>
                <a:uFillTx/>
                <a:latin typeface="Calibri"/>
              </a:rPr>
              <a:t>Essenzialmente i file di codice di programmazione JAVA sono queste classi e ce ne sono di eseguibili e non eseguibili. </a:t>
            </a:r>
            <a:endParaRPr lang="it-IT"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48" name="Picture 2" descr="Java Logo, symbol, meaning, history, PNG, brand"/>
          <p:cNvPicPr/>
          <p:nvPr/>
        </p:nvPicPr>
        <p:blipFill>
          <a:blip r:embed="rId1"/>
          <a:stretch/>
        </p:blipFill>
        <p:spPr>
          <a:xfrm>
            <a:off x="10632600" y="0"/>
            <a:ext cx="1420560" cy="795240"/>
          </a:xfrm>
          <a:prstGeom prst="rect">
            <a:avLst/>
          </a:prstGeom>
          <a:noFill/>
          <a:ln w="0">
            <a:noFill/>
          </a:ln>
        </p:spPr>
      </p:pic>
      <p:sp>
        <p:nvSpPr>
          <p:cNvPr id="149" name="CasellaDiTesto 2"/>
          <p:cNvSpPr/>
          <p:nvPr/>
        </p:nvSpPr>
        <p:spPr>
          <a:xfrm>
            <a:off x="281880" y="421920"/>
            <a:ext cx="3114000" cy="373320"/>
          </a:xfrm>
          <a:prstGeom prst="rect">
            <a:avLst/>
          </a:prstGeom>
          <a:solidFill>
            <a:schemeClr val="accent2">
              <a:lumMod val="40000"/>
              <a:lumOff val="60000"/>
            </a:schemeClr>
          </a:solidFill>
          <a:ln w="0">
            <a:noFill/>
          </a:ln>
        </p:spPr>
        <p:style>
          <a:lnRef idx="0"/>
          <a:fillRef idx="0"/>
          <a:effectRef idx="0"/>
          <a:fontRef idx="minor"/>
        </p:style>
        <p:txBody>
          <a:bodyPr lIns="90000" rIns="90000" tIns="45000" bIns="45000" anchor="t">
            <a:spAutoFit/>
          </a:bodyPr>
          <a:p>
            <a:pPr algn="just" defTabSz="914400">
              <a:lnSpc>
                <a:spcPct val="107000"/>
              </a:lnSpc>
              <a:spcAft>
                <a:spcPts val="799"/>
              </a:spcAft>
              <a:tabLst>
                <a:tab algn="l" pos="678240"/>
              </a:tabLst>
            </a:pPr>
            <a:r>
              <a:rPr lang="it-IT" sz="1800" b="1" u="none" strike="noStrike">
                <a:solidFill>
                  <a:srgbClr val="050e17"/>
                </a:solidFill>
                <a:effectLst/>
                <a:uFillTx/>
                <a:latin typeface="-apple-system"/>
              </a:rPr>
              <a:t>Struttura di una applicazione</a:t>
            </a:r>
            <a:endParaRPr lang="it-IT" sz="1800" b="0" u="none" strike="noStrike">
              <a:solidFill>
                <a:srgbClr val="000000"/>
              </a:solidFill>
              <a:effectLst/>
              <a:uFillTx/>
              <a:latin typeface="Arial"/>
            </a:endParaRPr>
          </a:p>
        </p:txBody>
      </p:sp>
      <p:sp>
        <p:nvSpPr>
          <p:cNvPr id="150" name="CasellaDiTesto 3"/>
          <p:cNvSpPr/>
          <p:nvPr/>
        </p:nvSpPr>
        <p:spPr>
          <a:xfrm>
            <a:off x="3702240" y="795600"/>
            <a:ext cx="8350920" cy="203112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lang="it-IT" sz="1800" b="0" u="none" strike="noStrike">
                <a:solidFill>
                  <a:schemeClr val="dk1"/>
                </a:solidFill>
                <a:effectLst/>
                <a:uFillTx/>
                <a:latin typeface="Calibri"/>
              </a:rPr>
              <a:t>In Java, un'applicazione è costituita da uno o più file di codice sorgente scritti in linguaggio Java. Il file principale dell'applicazione, contenente il codice sorgente che verrà eseguito all'avvio dell'applicazione, è solitamente chiamato "Main" o "Main.java".</a:t>
            </a:r>
            <a:endParaRPr lang="it-IT" sz="1800" b="0" u="none" strike="noStrike">
              <a:solidFill>
                <a:srgbClr val="000000"/>
              </a:solidFill>
              <a:effectLst/>
              <a:uFillTx/>
              <a:latin typeface="Arial"/>
            </a:endParaRPr>
          </a:p>
          <a:p>
            <a:pPr defTabSz="914400">
              <a:lnSpc>
                <a:spcPct val="100000"/>
              </a:lnSpc>
            </a:pPr>
            <a:r>
              <a:rPr lang="it-IT" sz="1800" b="0" u="none" strike="noStrike">
                <a:solidFill>
                  <a:schemeClr val="dk1"/>
                </a:solidFill>
                <a:effectLst/>
                <a:uFillTx/>
                <a:latin typeface="Calibri"/>
              </a:rPr>
              <a:t>Tuttavia non è obbligatorio che sia chiamato così, si tratta di un nome che associamo al programma. E’ convenzione usare la lettera maiuscola per le classi JAVA.</a:t>
            </a:r>
            <a:endParaRPr lang="it-IT" sz="1800" b="0" u="none" strike="noStrike">
              <a:solidFill>
                <a:srgbClr val="000000"/>
              </a:solidFill>
              <a:effectLst/>
              <a:uFillTx/>
              <a:latin typeface="Arial"/>
            </a:endParaRPr>
          </a:p>
          <a:p>
            <a:pPr defTabSz="914400">
              <a:lnSpc>
                <a:spcPct val="100000"/>
              </a:lnSpc>
            </a:pPr>
            <a:r>
              <a:rPr lang="it-IT" sz="1800" b="0" u="none" strike="noStrike">
                <a:solidFill>
                  <a:schemeClr val="dk1"/>
                </a:solidFill>
                <a:effectLst/>
                <a:uFillTx/>
                <a:latin typeface="Calibri"/>
              </a:rPr>
              <a:t>Alle volte è usato anche il nome "App" (o "App.java"), ma d’altra parte il limite è solo la fantasia del programmatore.</a:t>
            </a:r>
            <a:endParaRPr lang="it-IT" sz="1800" b="0" u="none" strike="noStrike">
              <a:solidFill>
                <a:srgbClr val="000000"/>
              </a:solidFill>
              <a:effectLst/>
              <a:uFillTx/>
              <a:latin typeface="Arial"/>
            </a:endParaRPr>
          </a:p>
        </p:txBody>
      </p:sp>
      <p:sp>
        <p:nvSpPr>
          <p:cNvPr id="151" name="CasellaDiTesto 5"/>
          <p:cNvSpPr/>
          <p:nvPr/>
        </p:nvSpPr>
        <p:spPr>
          <a:xfrm>
            <a:off x="3702240" y="2782800"/>
            <a:ext cx="8656920" cy="92304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lang="it-IT" sz="1800" b="0" u="none" strike="noStrike">
                <a:solidFill>
                  <a:schemeClr val="dk1"/>
                </a:solidFill>
                <a:effectLst/>
                <a:uFillTx/>
                <a:latin typeface="Calibri"/>
              </a:rPr>
              <a:t>Essenzialmente i file di codice di programmazione JAVA sono queste classi e ce ne sono di eseguibili e non eseguibili. </a:t>
            </a:r>
            <a:endParaRPr lang="it-IT" sz="1800" b="0" u="none" strike="noStrike">
              <a:solidFill>
                <a:srgbClr val="000000"/>
              </a:solidFill>
              <a:effectLst/>
              <a:uFillTx/>
              <a:latin typeface="Arial"/>
            </a:endParaRPr>
          </a:p>
          <a:p>
            <a:pPr defTabSz="914400">
              <a:lnSpc>
                <a:spcPct val="100000"/>
              </a:lnSpc>
            </a:pPr>
            <a:r>
              <a:rPr lang="it-IT" sz="1800" b="0" u="none" strike="noStrike">
                <a:solidFill>
                  <a:schemeClr val="dk1"/>
                </a:solidFill>
                <a:effectLst/>
                <a:uFillTx/>
                <a:latin typeface="Calibri"/>
              </a:rPr>
              <a:t>Quando eseguibili sono i file principali (se non a volte l’unico) che fa funzionare il tutto.</a:t>
            </a:r>
            <a:endParaRPr lang="it-IT"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52" name="Picture 2" descr="Java Logo, symbol, meaning, history, PNG, brand"/>
          <p:cNvPicPr/>
          <p:nvPr/>
        </p:nvPicPr>
        <p:blipFill>
          <a:blip r:embed="rId1"/>
          <a:stretch/>
        </p:blipFill>
        <p:spPr>
          <a:xfrm>
            <a:off x="10632600" y="0"/>
            <a:ext cx="1420560" cy="795240"/>
          </a:xfrm>
          <a:prstGeom prst="rect">
            <a:avLst/>
          </a:prstGeom>
          <a:noFill/>
          <a:ln w="0">
            <a:noFill/>
          </a:ln>
        </p:spPr>
      </p:pic>
      <p:sp>
        <p:nvSpPr>
          <p:cNvPr id="153" name="CasellaDiTesto 4"/>
          <p:cNvSpPr/>
          <p:nvPr/>
        </p:nvSpPr>
        <p:spPr>
          <a:xfrm>
            <a:off x="3048840" y="1998000"/>
            <a:ext cx="6094080" cy="286200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lang="it-IT" sz="3000" b="0" u="none" strike="noStrike">
                <a:solidFill>
                  <a:srgbClr val="050e17"/>
                </a:solidFill>
                <a:effectLst/>
                <a:uFillTx/>
                <a:latin typeface="-apple-system"/>
              </a:rPr>
              <a:t>Con JAVA è possibile realizzare diversi tipi di applicazioni:</a:t>
            </a:r>
            <a:endParaRPr lang="it-IT" sz="3000" b="0" u="none" strike="noStrike">
              <a:solidFill>
                <a:srgbClr val="000000"/>
              </a:solidFill>
              <a:effectLst/>
              <a:uFillTx/>
              <a:latin typeface="Arial"/>
            </a:endParaRPr>
          </a:p>
          <a:p>
            <a:pPr defTabSz="914400">
              <a:lnSpc>
                <a:spcPct val="100000"/>
              </a:lnSpc>
            </a:pPr>
            <a:r>
              <a:rPr lang="it-IT" sz="3000" b="0" u="none" strike="noStrike">
                <a:solidFill>
                  <a:srgbClr val="050e17"/>
                </a:solidFill>
                <a:effectLst/>
                <a:uFillTx/>
                <a:latin typeface="-apple-system"/>
              </a:rPr>
              <a:t>- Applicazioni console</a:t>
            </a:r>
            <a:endParaRPr lang="it-IT" sz="3000" b="0" u="none" strike="noStrike">
              <a:solidFill>
                <a:srgbClr val="000000"/>
              </a:solidFill>
              <a:effectLst/>
              <a:uFillTx/>
              <a:latin typeface="Arial"/>
            </a:endParaRPr>
          </a:p>
          <a:p>
            <a:pPr defTabSz="914400">
              <a:lnSpc>
                <a:spcPct val="100000"/>
              </a:lnSpc>
            </a:pPr>
            <a:r>
              <a:rPr lang="it-IT" sz="3000" b="0" u="none" strike="noStrike">
                <a:solidFill>
                  <a:srgbClr val="050e17"/>
                </a:solidFill>
                <a:effectLst/>
                <a:uFillTx/>
                <a:latin typeface="-apple-system"/>
              </a:rPr>
              <a:t>- Applicazioni server</a:t>
            </a:r>
            <a:endParaRPr lang="it-IT" sz="3000" b="0" u="none" strike="noStrike">
              <a:solidFill>
                <a:srgbClr val="000000"/>
              </a:solidFill>
              <a:effectLst/>
              <a:uFillTx/>
              <a:latin typeface="Arial"/>
            </a:endParaRPr>
          </a:p>
          <a:p>
            <a:pPr defTabSz="914400">
              <a:lnSpc>
                <a:spcPct val="100000"/>
              </a:lnSpc>
            </a:pPr>
            <a:r>
              <a:rPr lang="it-IT" sz="3000" b="0" u="none" strike="noStrike">
                <a:solidFill>
                  <a:srgbClr val="050e17"/>
                </a:solidFill>
                <a:effectLst/>
                <a:uFillTx/>
                <a:latin typeface="-apple-system"/>
              </a:rPr>
              <a:t>- Applicazioni grafiche generalmente a finestre</a:t>
            </a:r>
            <a:endParaRPr lang="it-IT" sz="3000" b="0" u="none" strike="noStrike">
              <a:solidFill>
                <a:srgbClr val="000000"/>
              </a:solidFill>
              <a:effectLst/>
              <a:uFillTx/>
              <a:latin typeface="Arial"/>
            </a:endParaRPr>
          </a:p>
        </p:txBody>
      </p:sp>
      <p:sp>
        <p:nvSpPr>
          <p:cNvPr id="154" name="CasellaDiTesto 6"/>
          <p:cNvSpPr/>
          <p:nvPr/>
        </p:nvSpPr>
        <p:spPr>
          <a:xfrm>
            <a:off x="281880" y="421920"/>
            <a:ext cx="3114000" cy="373320"/>
          </a:xfrm>
          <a:prstGeom prst="rect">
            <a:avLst/>
          </a:prstGeom>
          <a:solidFill>
            <a:schemeClr val="accent2">
              <a:lumMod val="40000"/>
              <a:lumOff val="60000"/>
            </a:schemeClr>
          </a:solidFill>
          <a:ln w="0">
            <a:noFill/>
          </a:ln>
        </p:spPr>
        <p:style>
          <a:lnRef idx="0"/>
          <a:fillRef idx="0"/>
          <a:effectRef idx="0"/>
          <a:fontRef idx="minor"/>
        </p:style>
        <p:txBody>
          <a:bodyPr lIns="90000" rIns="90000" tIns="45000" bIns="45000" anchor="t">
            <a:spAutoFit/>
          </a:bodyPr>
          <a:p>
            <a:pPr algn="just" defTabSz="914400">
              <a:lnSpc>
                <a:spcPct val="107000"/>
              </a:lnSpc>
              <a:spcAft>
                <a:spcPts val="799"/>
              </a:spcAft>
              <a:tabLst>
                <a:tab algn="l" pos="678240"/>
              </a:tabLst>
            </a:pPr>
            <a:r>
              <a:rPr lang="it-IT" sz="1800" b="1" u="none" strike="noStrike">
                <a:solidFill>
                  <a:srgbClr val="050e17"/>
                </a:solidFill>
                <a:effectLst/>
                <a:uFillTx/>
                <a:latin typeface="-apple-system"/>
              </a:rPr>
              <a:t>Tipi di applicazioni JAVA</a:t>
            </a:r>
            <a:endParaRPr lang="it-IT" sz="1800" b="0" u="none" strike="noStrike">
              <a:solidFill>
                <a:srgbClr val="000000"/>
              </a:solidFill>
              <a:effectLst/>
              <a:uFillTx/>
              <a:latin typeface="Arial"/>
            </a:endParaRPr>
          </a:p>
        </p:txBody>
      </p:sp>
      <p:sp>
        <p:nvSpPr>
          <p:cNvPr id="155" name="CasellaDiTesto 7"/>
          <p:cNvSpPr/>
          <p:nvPr/>
        </p:nvSpPr>
        <p:spPr>
          <a:xfrm>
            <a:off x="281880" y="910800"/>
            <a:ext cx="3114000" cy="327960"/>
          </a:xfrm>
          <a:prstGeom prst="rect">
            <a:avLst/>
          </a:prstGeom>
          <a:solidFill>
            <a:schemeClr val="accent1">
              <a:lumMod val="20000"/>
              <a:lumOff val="80000"/>
            </a:schemeClr>
          </a:solidFill>
          <a:ln w="0">
            <a:noFill/>
          </a:ln>
        </p:spPr>
        <p:style>
          <a:lnRef idx="0"/>
          <a:fillRef idx="0"/>
          <a:effectRef idx="0"/>
          <a:fontRef idx="minor"/>
        </p:style>
        <p:txBody>
          <a:bodyPr lIns="90000" rIns="90000" tIns="45000" bIns="45000" anchor="t">
            <a:spAutoFit/>
          </a:bodyPr>
          <a:p>
            <a:pPr defTabSz="914400">
              <a:lnSpc>
                <a:spcPct val="107000"/>
              </a:lnSpc>
              <a:spcAft>
                <a:spcPts val="799"/>
              </a:spcAft>
              <a:tabLst>
                <a:tab algn="l" pos="678240"/>
              </a:tabLst>
            </a:pPr>
            <a:r>
              <a:rPr lang="it-IT" sz="1500" b="1" u="none" strike="noStrike">
                <a:solidFill>
                  <a:srgbClr val="050e17"/>
                </a:solidFill>
                <a:effectLst/>
                <a:uFillTx/>
                <a:latin typeface="-apple-system"/>
              </a:rPr>
              <a:t>Le applicazioni che realizzeremo</a:t>
            </a:r>
            <a:endParaRPr lang="it-IT" sz="1500" b="0" u="none" strike="noStrike">
              <a:solidFill>
                <a:srgbClr val="000000"/>
              </a:solidFill>
              <a:effectLst/>
              <a:uFillTx/>
              <a:latin typeface="Arial"/>
            </a:endParaRPr>
          </a:p>
        </p:txBody>
      </p:sp>
      <p:sp>
        <p:nvSpPr>
          <p:cNvPr id="156" name="CasellaDiTesto 8"/>
          <p:cNvSpPr/>
          <p:nvPr/>
        </p:nvSpPr>
        <p:spPr>
          <a:xfrm>
            <a:off x="3597120" y="406080"/>
            <a:ext cx="6094080" cy="36900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lang="it-IT" sz="1800" b="1" u="none" strike="noStrike">
                <a:solidFill>
                  <a:srgbClr val="050e17"/>
                </a:solidFill>
                <a:effectLst/>
                <a:uFillTx/>
                <a:latin typeface="-apple-system"/>
              </a:rPr>
              <a:t>Che tipo di applicazioni si possono realizzare?</a:t>
            </a:r>
            <a:endParaRPr lang="it-IT"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57" name="Picture 2" descr="Java Logo, symbol, meaning, history, PNG, brand"/>
          <p:cNvPicPr/>
          <p:nvPr/>
        </p:nvPicPr>
        <p:blipFill>
          <a:blip r:embed="rId1"/>
          <a:stretch/>
        </p:blipFill>
        <p:spPr>
          <a:xfrm>
            <a:off x="10632600" y="0"/>
            <a:ext cx="1420560" cy="795240"/>
          </a:xfrm>
          <a:prstGeom prst="rect">
            <a:avLst/>
          </a:prstGeom>
          <a:noFill/>
          <a:ln w="0">
            <a:noFill/>
          </a:ln>
        </p:spPr>
      </p:pic>
      <p:sp>
        <p:nvSpPr>
          <p:cNvPr id="158" name="CasellaDiTesto 2"/>
          <p:cNvSpPr/>
          <p:nvPr/>
        </p:nvSpPr>
        <p:spPr>
          <a:xfrm>
            <a:off x="281880" y="421920"/>
            <a:ext cx="3114000" cy="373320"/>
          </a:xfrm>
          <a:prstGeom prst="rect">
            <a:avLst/>
          </a:prstGeom>
          <a:solidFill>
            <a:schemeClr val="accent2">
              <a:lumMod val="40000"/>
              <a:lumOff val="60000"/>
            </a:schemeClr>
          </a:solidFill>
          <a:ln w="0">
            <a:noFill/>
          </a:ln>
        </p:spPr>
        <p:style>
          <a:lnRef idx="0"/>
          <a:fillRef idx="0"/>
          <a:effectRef idx="0"/>
          <a:fontRef idx="minor"/>
        </p:style>
        <p:txBody>
          <a:bodyPr lIns="90000" rIns="90000" tIns="45000" bIns="45000" anchor="t">
            <a:spAutoFit/>
          </a:bodyPr>
          <a:p>
            <a:pPr algn="just" defTabSz="914400">
              <a:lnSpc>
                <a:spcPct val="107000"/>
              </a:lnSpc>
              <a:spcAft>
                <a:spcPts val="799"/>
              </a:spcAft>
              <a:tabLst>
                <a:tab algn="l" pos="678240"/>
              </a:tabLst>
            </a:pPr>
            <a:r>
              <a:rPr lang="it-IT" sz="1800" b="1" u="none" strike="noStrike">
                <a:solidFill>
                  <a:srgbClr val="050e17"/>
                </a:solidFill>
                <a:effectLst/>
                <a:uFillTx/>
                <a:latin typeface="-apple-system"/>
              </a:rPr>
              <a:t>Tipi di applicazioni JAVA</a:t>
            </a:r>
            <a:endParaRPr lang="it-IT" sz="1800" b="0" u="none" strike="noStrike">
              <a:solidFill>
                <a:srgbClr val="000000"/>
              </a:solidFill>
              <a:effectLst/>
              <a:uFillTx/>
              <a:latin typeface="Arial"/>
            </a:endParaRPr>
          </a:p>
        </p:txBody>
      </p:sp>
      <p:sp>
        <p:nvSpPr>
          <p:cNvPr id="159" name="CasellaDiTesto 4"/>
          <p:cNvSpPr/>
          <p:nvPr/>
        </p:nvSpPr>
        <p:spPr>
          <a:xfrm>
            <a:off x="3599280" y="760320"/>
            <a:ext cx="6094080" cy="92304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lang="it-IT" sz="1800" b="0" u="none" strike="noStrike">
                <a:solidFill>
                  <a:srgbClr val="050e17"/>
                </a:solidFill>
                <a:effectLst/>
                <a:uFillTx/>
                <a:latin typeface="-apple-system"/>
              </a:rPr>
              <a:t>Un'applicazione console, o applicazione a riga di comando, è un tipo di programma informatico che viene eseguito da una shell o da un'interfaccia a riga di comando.</a:t>
            </a:r>
            <a:endParaRPr lang="it-IT" sz="1800" b="0" u="none" strike="noStrike">
              <a:solidFill>
                <a:srgbClr val="000000"/>
              </a:solidFill>
              <a:effectLst/>
              <a:uFillTx/>
              <a:latin typeface="Arial"/>
            </a:endParaRPr>
          </a:p>
        </p:txBody>
      </p:sp>
      <p:sp>
        <p:nvSpPr>
          <p:cNvPr id="160" name="CasellaDiTesto 1"/>
          <p:cNvSpPr/>
          <p:nvPr/>
        </p:nvSpPr>
        <p:spPr>
          <a:xfrm>
            <a:off x="281880" y="910800"/>
            <a:ext cx="3114000" cy="327960"/>
          </a:xfrm>
          <a:prstGeom prst="rect">
            <a:avLst/>
          </a:prstGeom>
          <a:solidFill>
            <a:schemeClr val="accent1">
              <a:lumMod val="20000"/>
              <a:lumOff val="80000"/>
            </a:schemeClr>
          </a:solidFill>
          <a:ln w="0">
            <a:noFill/>
          </a:ln>
        </p:spPr>
        <p:style>
          <a:lnRef idx="0"/>
          <a:fillRef idx="0"/>
          <a:effectRef idx="0"/>
          <a:fontRef idx="minor"/>
        </p:style>
        <p:txBody>
          <a:bodyPr lIns="90000" rIns="90000" tIns="45000" bIns="45000" anchor="t">
            <a:spAutoFit/>
          </a:bodyPr>
          <a:p>
            <a:pPr defTabSz="914400">
              <a:lnSpc>
                <a:spcPct val="107000"/>
              </a:lnSpc>
              <a:spcAft>
                <a:spcPts val="799"/>
              </a:spcAft>
              <a:tabLst>
                <a:tab algn="l" pos="678240"/>
              </a:tabLst>
            </a:pPr>
            <a:r>
              <a:rPr lang="it-IT" sz="1500" b="1" u="none" strike="noStrike">
                <a:solidFill>
                  <a:srgbClr val="050e17"/>
                </a:solidFill>
                <a:effectLst/>
                <a:uFillTx/>
                <a:latin typeface="-apple-system"/>
              </a:rPr>
              <a:t>Le applicazioni che realizzeremo</a:t>
            </a:r>
            <a:endParaRPr lang="it-IT" sz="1500" b="0" u="none" strike="noStrike">
              <a:solidFill>
                <a:srgbClr val="000000"/>
              </a:solidFill>
              <a:effectLst/>
              <a:uFillTx/>
              <a:latin typeface="Arial"/>
            </a:endParaRPr>
          </a:p>
        </p:txBody>
      </p:sp>
      <p:sp>
        <p:nvSpPr>
          <p:cNvPr id="161" name="CasellaDiTesto 3"/>
          <p:cNvSpPr/>
          <p:nvPr/>
        </p:nvSpPr>
        <p:spPr>
          <a:xfrm>
            <a:off x="3597120" y="406080"/>
            <a:ext cx="6094080" cy="36900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lang="it-IT" sz="1800" b="1" u="none" strike="noStrike">
                <a:solidFill>
                  <a:srgbClr val="050e17"/>
                </a:solidFill>
                <a:effectLst/>
                <a:uFillTx/>
                <a:latin typeface="-apple-system"/>
              </a:rPr>
              <a:t>Applicazioni console</a:t>
            </a:r>
            <a:endParaRPr lang="it-IT" sz="1800" b="0" u="none" strike="noStrike">
              <a:solidFill>
                <a:srgbClr val="000000"/>
              </a:solidFill>
              <a:effectLst/>
              <a:uFillTx/>
              <a:latin typeface="Arial"/>
            </a:endParaRPr>
          </a:p>
        </p:txBody>
      </p:sp>
      <p:pic>
        <p:nvPicPr>
          <p:cNvPr id="162" name="Picture 2" descr="Java Console Apps Made Easy - CodeProject"/>
          <p:cNvPicPr/>
          <p:nvPr/>
        </p:nvPicPr>
        <p:blipFill>
          <a:blip r:embed="rId2"/>
          <a:stretch/>
        </p:blipFill>
        <p:spPr>
          <a:xfrm>
            <a:off x="3759120" y="1728360"/>
            <a:ext cx="5466960" cy="4095360"/>
          </a:xfrm>
          <a:prstGeom prst="rect">
            <a:avLst/>
          </a:prstGeom>
          <a:noFill/>
          <a:ln w="0">
            <a:noFill/>
          </a:ln>
        </p:spPr>
      </p:pic>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63" name="Picture 2" descr="Java Logo, symbol, meaning, history, PNG, brand"/>
          <p:cNvPicPr/>
          <p:nvPr/>
        </p:nvPicPr>
        <p:blipFill>
          <a:blip r:embed="rId1"/>
          <a:stretch/>
        </p:blipFill>
        <p:spPr>
          <a:xfrm>
            <a:off x="10632600" y="0"/>
            <a:ext cx="1420560" cy="795240"/>
          </a:xfrm>
          <a:prstGeom prst="rect">
            <a:avLst/>
          </a:prstGeom>
          <a:noFill/>
          <a:ln w="0">
            <a:noFill/>
          </a:ln>
        </p:spPr>
      </p:pic>
      <p:sp>
        <p:nvSpPr>
          <p:cNvPr id="164" name="CasellaDiTesto 4"/>
          <p:cNvSpPr/>
          <p:nvPr/>
        </p:nvSpPr>
        <p:spPr>
          <a:xfrm>
            <a:off x="3599280" y="760320"/>
            <a:ext cx="6094080" cy="147708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lang="it-IT" sz="1800" b="0" u="none" strike="noStrike">
                <a:solidFill>
                  <a:srgbClr val="050e17"/>
                </a:solidFill>
                <a:effectLst/>
                <a:uFillTx/>
                <a:latin typeface="-apple-system"/>
              </a:rPr>
              <a:t>A differenza delle applicazioni grafiche che hanno una interfaccia utente basata su finestre e icone, le applicazioni console sono basate su testo e richiedono all'utente di inserire i comandi attraverso la tastiera e di leggere l'output sullo schermo.</a:t>
            </a:r>
            <a:endParaRPr lang="it-IT" sz="1800" b="0" u="none" strike="noStrike">
              <a:solidFill>
                <a:srgbClr val="000000"/>
              </a:solidFill>
              <a:effectLst/>
              <a:uFillTx/>
              <a:latin typeface="Arial"/>
            </a:endParaRPr>
          </a:p>
        </p:txBody>
      </p:sp>
      <p:sp>
        <p:nvSpPr>
          <p:cNvPr id="165" name="CasellaDiTesto 1"/>
          <p:cNvSpPr/>
          <p:nvPr/>
        </p:nvSpPr>
        <p:spPr>
          <a:xfrm>
            <a:off x="281880" y="421920"/>
            <a:ext cx="3114000" cy="373320"/>
          </a:xfrm>
          <a:prstGeom prst="rect">
            <a:avLst/>
          </a:prstGeom>
          <a:solidFill>
            <a:schemeClr val="accent2">
              <a:lumMod val="40000"/>
              <a:lumOff val="60000"/>
            </a:schemeClr>
          </a:solidFill>
          <a:ln w="0">
            <a:noFill/>
          </a:ln>
        </p:spPr>
        <p:style>
          <a:lnRef idx="0"/>
          <a:fillRef idx="0"/>
          <a:effectRef idx="0"/>
          <a:fontRef idx="minor"/>
        </p:style>
        <p:txBody>
          <a:bodyPr lIns="90000" rIns="90000" tIns="45000" bIns="45000" anchor="t">
            <a:spAutoFit/>
          </a:bodyPr>
          <a:p>
            <a:pPr algn="just" defTabSz="914400">
              <a:lnSpc>
                <a:spcPct val="107000"/>
              </a:lnSpc>
              <a:spcAft>
                <a:spcPts val="799"/>
              </a:spcAft>
              <a:tabLst>
                <a:tab algn="l" pos="678240"/>
              </a:tabLst>
            </a:pPr>
            <a:r>
              <a:rPr lang="it-IT" sz="1800" b="1" u="none" strike="noStrike">
                <a:solidFill>
                  <a:srgbClr val="050e17"/>
                </a:solidFill>
                <a:effectLst/>
                <a:uFillTx/>
                <a:latin typeface="-apple-system"/>
              </a:rPr>
              <a:t>Tipi di applicazioni JAVA</a:t>
            </a:r>
            <a:endParaRPr lang="it-IT" sz="1800" b="0" u="none" strike="noStrike">
              <a:solidFill>
                <a:srgbClr val="000000"/>
              </a:solidFill>
              <a:effectLst/>
              <a:uFillTx/>
              <a:latin typeface="Arial"/>
            </a:endParaRPr>
          </a:p>
        </p:txBody>
      </p:sp>
      <p:sp>
        <p:nvSpPr>
          <p:cNvPr id="166" name="CasellaDiTesto 3"/>
          <p:cNvSpPr/>
          <p:nvPr/>
        </p:nvSpPr>
        <p:spPr>
          <a:xfrm>
            <a:off x="281880" y="910800"/>
            <a:ext cx="3114000" cy="327960"/>
          </a:xfrm>
          <a:prstGeom prst="rect">
            <a:avLst/>
          </a:prstGeom>
          <a:solidFill>
            <a:schemeClr val="accent1">
              <a:lumMod val="20000"/>
              <a:lumOff val="80000"/>
            </a:schemeClr>
          </a:solidFill>
          <a:ln w="0">
            <a:noFill/>
          </a:ln>
        </p:spPr>
        <p:style>
          <a:lnRef idx="0"/>
          <a:fillRef idx="0"/>
          <a:effectRef idx="0"/>
          <a:fontRef idx="minor"/>
        </p:style>
        <p:txBody>
          <a:bodyPr lIns="90000" rIns="90000" tIns="45000" bIns="45000" anchor="t">
            <a:spAutoFit/>
          </a:bodyPr>
          <a:p>
            <a:pPr defTabSz="914400">
              <a:lnSpc>
                <a:spcPct val="107000"/>
              </a:lnSpc>
              <a:spcAft>
                <a:spcPts val="799"/>
              </a:spcAft>
              <a:tabLst>
                <a:tab algn="l" pos="678240"/>
              </a:tabLst>
            </a:pPr>
            <a:r>
              <a:rPr lang="it-IT" sz="1500" b="1" u="none" strike="noStrike">
                <a:solidFill>
                  <a:srgbClr val="050e17"/>
                </a:solidFill>
                <a:effectLst/>
                <a:uFillTx/>
                <a:latin typeface="-apple-system"/>
              </a:rPr>
              <a:t>Le applicazioni che realizzeremo</a:t>
            </a:r>
            <a:endParaRPr lang="it-IT" sz="1500" b="0" u="none" strike="noStrike">
              <a:solidFill>
                <a:srgbClr val="000000"/>
              </a:solidFill>
              <a:effectLst/>
              <a:uFillTx/>
              <a:latin typeface="Arial"/>
            </a:endParaRPr>
          </a:p>
        </p:txBody>
      </p:sp>
      <p:sp>
        <p:nvSpPr>
          <p:cNvPr id="167" name="CasellaDiTesto 5"/>
          <p:cNvSpPr/>
          <p:nvPr/>
        </p:nvSpPr>
        <p:spPr>
          <a:xfrm>
            <a:off x="3597120" y="406080"/>
            <a:ext cx="6094080" cy="36900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lang="it-IT" sz="1800" b="1" u="none" strike="noStrike">
                <a:solidFill>
                  <a:srgbClr val="050e17"/>
                </a:solidFill>
                <a:effectLst/>
                <a:uFillTx/>
                <a:latin typeface="-apple-system"/>
              </a:rPr>
              <a:t>Applicazioni console</a:t>
            </a:r>
            <a:endParaRPr lang="it-IT" sz="1800" b="0" u="none" strike="noStrike">
              <a:solidFill>
                <a:srgbClr val="000000"/>
              </a:solidFill>
              <a:effectLst/>
              <a:uFillTx/>
              <a:latin typeface="Arial"/>
            </a:endParaRPr>
          </a:p>
        </p:txBody>
      </p:sp>
      <p:pic>
        <p:nvPicPr>
          <p:cNvPr id="168" name="Picture 2" descr="Archimede - Software per serramenti, infissi, finestre, porte"/>
          <p:cNvPicPr/>
          <p:nvPr/>
        </p:nvPicPr>
        <p:blipFill>
          <a:blip r:embed="rId2"/>
          <a:stretch/>
        </p:blipFill>
        <p:spPr>
          <a:xfrm>
            <a:off x="1546560" y="2224800"/>
            <a:ext cx="6095520" cy="2371320"/>
          </a:xfrm>
          <a:prstGeom prst="rect">
            <a:avLst/>
          </a:prstGeom>
          <a:noFill/>
          <a:ln w="0">
            <a:noFill/>
          </a:ln>
        </p:spPr>
      </p:pic>
      <p:pic>
        <p:nvPicPr>
          <p:cNvPr id="169" name="Picture 4" descr="WEATHER DATA MANAGER in Java (Console Application)"/>
          <p:cNvPicPr/>
          <p:nvPr/>
        </p:nvPicPr>
        <p:blipFill>
          <a:blip r:embed="rId3"/>
          <a:stretch/>
        </p:blipFill>
        <p:spPr>
          <a:xfrm>
            <a:off x="6271200" y="2923200"/>
            <a:ext cx="3812760" cy="3528360"/>
          </a:xfrm>
          <a:prstGeom prst="rect">
            <a:avLst/>
          </a:prstGeom>
          <a:noFill/>
          <a:ln w="0">
            <a:noFill/>
          </a:ln>
        </p:spPr>
      </p:pic>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70" name="Picture 2" descr="Java Logo, symbol, meaning, history, PNG, brand"/>
          <p:cNvPicPr/>
          <p:nvPr/>
        </p:nvPicPr>
        <p:blipFill>
          <a:blip r:embed="rId1"/>
          <a:stretch/>
        </p:blipFill>
        <p:spPr>
          <a:xfrm>
            <a:off x="10632600" y="0"/>
            <a:ext cx="1420560" cy="795240"/>
          </a:xfrm>
          <a:prstGeom prst="rect">
            <a:avLst/>
          </a:prstGeom>
          <a:noFill/>
          <a:ln w="0">
            <a:noFill/>
          </a:ln>
        </p:spPr>
      </p:pic>
      <p:sp>
        <p:nvSpPr>
          <p:cNvPr id="171" name="CasellaDiTesto 4"/>
          <p:cNvSpPr/>
          <p:nvPr/>
        </p:nvSpPr>
        <p:spPr>
          <a:xfrm>
            <a:off x="3048840" y="1998000"/>
            <a:ext cx="6094080" cy="286200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lang="it-IT" sz="3000" b="0" u="none" strike="noStrike">
                <a:solidFill>
                  <a:srgbClr val="050e17"/>
                </a:solidFill>
                <a:effectLst/>
                <a:uFillTx/>
                <a:latin typeface="-apple-system"/>
              </a:rPr>
              <a:t>Le applicazioni console sono spesso utilizzate per scopi specifici, ad esempio per l'automazione di processi, la gestione di file di sistema, la gestione di server e il debugging di software.</a:t>
            </a:r>
            <a:endParaRPr lang="it-IT" sz="3000" b="0" u="none" strike="noStrike">
              <a:solidFill>
                <a:srgbClr val="000000"/>
              </a:solidFill>
              <a:effectLst/>
              <a:uFillTx/>
              <a:latin typeface="Arial"/>
            </a:endParaRPr>
          </a:p>
        </p:txBody>
      </p:sp>
      <p:sp>
        <p:nvSpPr>
          <p:cNvPr id="172" name="CasellaDiTesto 1"/>
          <p:cNvSpPr/>
          <p:nvPr/>
        </p:nvSpPr>
        <p:spPr>
          <a:xfrm>
            <a:off x="281880" y="421920"/>
            <a:ext cx="3114000" cy="373320"/>
          </a:xfrm>
          <a:prstGeom prst="rect">
            <a:avLst/>
          </a:prstGeom>
          <a:solidFill>
            <a:schemeClr val="accent2">
              <a:lumMod val="40000"/>
              <a:lumOff val="60000"/>
            </a:schemeClr>
          </a:solidFill>
          <a:ln w="0">
            <a:noFill/>
          </a:ln>
        </p:spPr>
        <p:style>
          <a:lnRef idx="0"/>
          <a:fillRef idx="0"/>
          <a:effectRef idx="0"/>
          <a:fontRef idx="minor"/>
        </p:style>
        <p:txBody>
          <a:bodyPr lIns="90000" rIns="90000" tIns="45000" bIns="45000" anchor="t">
            <a:spAutoFit/>
          </a:bodyPr>
          <a:p>
            <a:pPr algn="just" defTabSz="914400">
              <a:lnSpc>
                <a:spcPct val="107000"/>
              </a:lnSpc>
              <a:spcAft>
                <a:spcPts val="799"/>
              </a:spcAft>
              <a:tabLst>
                <a:tab algn="l" pos="678240"/>
              </a:tabLst>
            </a:pPr>
            <a:r>
              <a:rPr lang="it-IT" sz="1800" b="1" u="none" strike="noStrike">
                <a:solidFill>
                  <a:srgbClr val="050e17"/>
                </a:solidFill>
                <a:effectLst/>
                <a:uFillTx/>
                <a:latin typeface="-apple-system"/>
              </a:rPr>
              <a:t>Tipi di applicazioni JAVA</a:t>
            </a:r>
            <a:endParaRPr lang="it-IT" sz="1800" b="0" u="none" strike="noStrike">
              <a:solidFill>
                <a:srgbClr val="000000"/>
              </a:solidFill>
              <a:effectLst/>
              <a:uFillTx/>
              <a:latin typeface="Arial"/>
            </a:endParaRPr>
          </a:p>
        </p:txBody>
      </p:sp>
      <p:sp>
        <p:nvSpPr>
          <p:cNvPr id="173" name="CasellaDiTesto 3"/>
          <p:cNvSpPr/>
          <p:nvPr/>
        </p:nvSpPr>
        <p:spPr>
          <a:xfrm>
            <a:off x="281880" y="910800"/>
            <a:ext cx="3114000" cy="327960"/>
          </a:xfrm>
          <a:prstGeom prst="rect">
            <a:avLst/>
          </a:prstGeom>
          <a:solidFill>
            <a:schemeClr val="accent1">
              <a:lumMod val="20000"/>
              <a:lumOff val="80000"/>
            </a:schemeClr>
          </a:solidFill>
          <a:ln w="0">
            <a:noFill/>
          </a:ln>
        </p:spPr>
        <p:style>
          <a:lnRef idx="0"/>
          <a:fillRef idx="0"/>
          <a:effectRef idx="0"/>
          <a:fontRef idx="minor"/>
        </p:style>
        <p:txBody>
          <a:bodyPr lIns="90000" rIns="90000" tIns="45000" bIns="45000" anchor="t">
            <a:spAutoFit/>
          </a:bodyPr>
          <a:p>
            <a:pPr defTabSz="914400">
              <a:lnSpc>
                <a:spcPct val="107000"/>
              </a:lnSpc>
              <a:spcAft>
                <a:spcPts val="799"/>
              </a:spcAft>
              <a:tabLst>
                <a:tab algn="l" pos="678240"/>
              </a:tabLst>
            </a:pPr>
            <a:r>
              <a:rPr lang="it-IT" sz="1500" b="1" u="none" strike="noStrike">
                <a:solidFill>
                  <a:srgbClr val="050e17"/>
                </a:solidFill>
                <a:effectLst/>
                <a:uFillTx/>
                <a:latin typeface="-apple-system"/>
              </a:rPr>
              <a:t>Le applicazioni che realizzeremo</a:t>
            </a:r>
            <a:endParaRPr lang="it-IT" sz="1500" b="0" u="none" strike="noStrike">
              <a:solidFill>
                <a:srgbClr val="000000"/>
              </a:solidFill>
              <a:effectLst/>
              <a:uFillTx/>
              <a:latin typeface="Arial"/>
            </a:endParaRPr>
          </a:p>
        </p:txBody>
      </p:sp>
      <p:sp>
        <p:nvSpPr>
          <p:cNvPr id="174" name="CasellaDiTesto 5"/>
          <p:cNvSpPr/>
          <p:nvPr/>
        </p:nvSpPr>
        <p:spPr>
          <a:xfrm>
            <a:off x="3597120" y="406080"/>
            <a:ext cx="6094080" cy="36900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lang="it-IT" sz="1800" b="1" u="none" strike="noStrike">
                <a:solidFill>
                  <a:srgbClr val="050e17"/>
                </a:solidFill>
                <a:effectLst/>
                <a:uFillTx/>
                <a:latin typeface="-apple-system"/>
              </a:rPr>
              <a:t>Applicazioni console</a:t>
            </a:r>
            <a:endParaRPr lang="it-IT"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75" name="Picture 2" descr="Java Logo, symbol, meaning, history, PNG, brand"/>
          <p:cNvPicPr/>
          <p:nvPr/>
        </p:nvPicPr>
        <p:blipFill>
          <a:blip r:embed="rId1"/>
          <a:stretch/>
        </p:blipFill>
        <p:spPr>
          <a:xfrm>
            <a:off x="10632600" y="0"/>
            <a:ext cx="1420560" cy="795240"/>
          </a:xfrm>
          <a:prstGeom prst="rect">
            <a:avLst/>
          </a:prstGeom>
          <a:noFill/>
          <a:ln w="0">
            <a:noFill/>
          </a:ln>
        </p:spPr>
      </p:pic>
      <p:sp>
        <p:nvSpPr>
          <p:cNvPr id="176" name="CasellaDiTesto 4"/>
          <p:cNvSpPr/>
          <p:nvPr/>
        </p:nvSpPr>
        <p:spPr>
          <a:xfrm>
            <a:off x="3048840" y="1305360"/>
            <a:ext cx="6094080" cy="424692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lang="it-IT" sz="3000" b="0" u="none" strike="noStrike">
                <a:solidFill>
                  <a:srgbClr val="050e17"/>
                </a:solidFill>
                <a:effectLst/>
                <a:uFillTx/>
                <a:latin typeface="-apple-system"/>
              </a:rPr>
              <a:t>Esempi di applicazioni console includono il prompt dei comandi di Windows, il terminale di macOS e la shell Bash di Linux. Le applicazioni console possono anche essere eseguite in modalità batch, senza interazione manuale, utilizzando file di script che contengono una serie di comandi predefiniti.</a:t>
            </a:r>
            <a:endParaRPr lang="it-IT" sz="3000" b="0" u="none" strike="noStrike">
              <a:solidFill>
                <a:srgbClr val="000000"/>
              </a:solidFill>
              <a:effectLst/>
              <a:uFillTx/>
              <a:latin typeface="Arial"/>
            </a:endParaRPr>
          </a:p>
        </p:txBody>
      </p:sp>
      <p:sp>
        <p:nvSpPr>
          <p:cNvPr id="177" name="CasellaDiTesto 1"/>
          <p:cNvSpPr/>
          <p:nvPr/>
        </p:nvSpPr>
        <p:spPr>
          <a:xfrm>
            <a:off x="281880" y="421920"/>
            <a:ext cx="3114000" cy="373320"/>
          </a:xfrm>
          <a:prstGeom prst="rect">
            <a:avLst/>
          </a:prstGeom>
          <a:solidFill>
            <a:schemeClr val="accent2">
              <a:lumMod val="40000"/>
              <a:lumOff val="60000"/>
            </a:schemeClr>
          </a:solidFill>
          <a:ln w="0">
            <a:noFill/>
          </a:ln>
        </p:spPr>
        <p:style>
          <a:lnRef idx="0"/>
          <a:fillRef idx="0"/>
          <a:effectRef idx="0"/>
          <a:fontRef idx="minor"/>
        </p:style>
        <p:txBody>
          <a:bodyPr lIns="90000" rIns="90000" tIns="45000" bIns="45000" anchor="t">
            <a:spAutoFit/>
          </a:bodyPr>
          <a:p>
            <a:pPr algn="just" defTabSz="914400">
              <a:lnSpc>
                <a:spcPct val="107000"/>
              </a:lnSpc>
              <a:spcAft>
                <a:spcPts val="799"/>
              </a:spcAft>
              <a:tabLst>
                <a:tab algn="l" pos="678240"/>
              </a:tabLst>
            </a:pPr>
            <a:r>
              <a:rPr lang="it-IT" sz="1800" b="1" u="none" strike="noStrike">
                <a:solidFill>
                  <a:srgbClr val="050e17"/>
                </a:solidFill>
                <a:effectLst/>
                <a:uFillTx/>
                <a:latin typeface="-apple-system"/>
              </a:rPr>
              <a:t>Tipi di applicazioni JAVA</a:t>
            </a:r>
            <a:endParaRPr lang="it-IT" sz="1800" b="0" u="none" strike="noStrike">
              <a:solidFill>
                <a:srgbClr val="000000"/>
              </a:solidFill>
              <a:effectLst/>
              <a:uFillTx/>
              <a:latin typeface="Arial"/>
            </a:endParaRPr>
          </a:p>
        </p:txBody>
      </p:sp>
      <p:sp>
        <p:nvSpPr>
          <p:cNvPr id="178" name="CasellaDiTesto 3"/>
          <p:cNvSpPr/>
          <p:nvPr/>
        </p:nvSpPr>
        <p:spPr>
          <a:xfrm>
            <a:off x="281880" y="910800"/>
            <a:ext cx="3114000" cy="327960"/>
          </a:xfrm>
          <a:prstGeom prst="rect">
            <a:avLst/>
          </a:prstGeom>
          <a:solidFill>
            <a:schemeClr val="accent1">
              <a:lumMod val="20000"/>
              <a:lumOff val="80000"/>
            </a:schemeClr>
          </a:solidFill>
          <a:ln w="0">
            <a:noFill/>
          </a:ln>
        </p:spPr>
        <p:style>
          <a:lnRef idx="0"/>
          <a:fillRef idx="0"/>
          <a:effectRef idx="0"/>
          <a:fontRef idx="minor"/>
        </p:style>
        <p:txBody>
          <a:bodyPr lIns="90000" rIns="90000" tIns="45000" bIns="45000" anchor="t">
            <a:spAutoFit/>
          </a:bodyPr>
          <a:p>
            <a:pPr defTabSz="914400">
              <a:lnSpc>
                <a:spcPct val="107000"/>
              </a:lnSpc>
              <a:spcAft>
                <a:spcPts val="799"/>
              </a:spcAft>
              <a:tabLst>
                <a:tab algn="l" pos="678240"/>
              </a:tabLst>
            </a:pPr>
            <a:r>
              <a:rPr lang="it-IT" sz="1500" b="1" u="none" strike="noStrike">
                <a:solidFill>
                  <a:srgbClr val="050e17"/>
                </a:solidFill>
                <a:effectLst/>
                <a:uFillTx/>
                <a:latin typeface="-apple-system"/>
              </a:rPr>
              <a:t>Le applicazioni che realizzeremo</a:t>
            </a:r>
            <a:endParaRPr lang="it-IT" sz="1500" b="0" u="none" strike="noStrike">
              <a:solidFill>
                <a:srgbClr val="000000"/>
              </a:solidFill>
              <a:effectLst/>
              <a:uFillTx/>
              <a:latin typeface="Arial"/>
            </a:endParaRPr>
          </a:p>
        </p:txBody>
      </p:sp>
      <p:sp>
        <p:nvSpPr>
          <p:cNvPr id="179" name="CasellaDiTesto 5"/>
          <p:cNvSpPr/>
          <p:nvPr/>
        </p:nvSpPr>
        <p:spPr>
          <a:xfrm>
            <a:off x="3597120" y="406080"/>
            <a:ext cx="6094080" cy="36900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lang="it-IT" sz="1800" b="1" u="none" strike="noStrike">
                <a:solidFill>
                  <a:srgbClr val="050e17"/>
                </a:solidFill>
                <a:effectLst/>
                <a:uFillTx/>
                <a:latin typeface="-apple-system"/>
              </a:rPr>
              <a:t>Applicazioni console</a:t>
            </a:r>
            <a:endParaRPr lang="it-IT"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80" name="Picture 2" descr="Java Logo, symbol, meaning, history, PNG, brand"/>
          <p:cNvPicPr/>
          <p:nvPr/>
        </p:nvPicPr>
        <p:blipFill>
          <a:blip r:embed="rId1"/>
          <a:stretch/>
        </p:blipFill>
        <p:spPr>
          <a:xfrm>
            <a:off x="10632600" y="0"/>
            <a:ext cx="1420560" cy="795240"/>
          </a:xfrm>
          <a:prstGeom prst="rect">
            <a:avLst/>
          </a:prstGeom>
          <a:noFill/>
          <a:ln w="0">
            <a:noFill/>
          </a:ln>
        </p:spPr>
      </p:pic>
      <p:sp>
        <p:nvSpPr>
          <p:cNvPr id="181" name="CasellaDiTesto 4"/>
          <p:cNvSpPr/>
          <p:nvPr/>
        </p:nvSpPr>
        <p:spPr>
          <a:xfrm>
            <a:off x="3048840" y="2397960"/>
            <a:ext cx="6094080" cy="206172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lang="it-IT" sz="3200" b="0" u="none" strike="noStrike">
                <a:solidFill>
                  <a:srgbClr val="050e17"/>
                </a:solidFill>
                <a:effectLst/>
                <a:uFillTx/>
                <a:latin typeface="-apple-system"/>
              </a:rPr>
              <a:t>Le applicazioni a finestra in Java sono programmi che utilizzano una interfaccia grafica utente (GUI) basata su finestre.</a:t>
            </a:r>
            <a:endParaRPr lang="it-IT" sz="3200" b="0" u="none" strike="noStrike">
              <a:solidFill>
                <a:srgbClr val="000000"/>
              </a:solidFill>
              <a:effectLst/>
              <a:uFillTx/>
              <a:latin typeface="Arial"/>
            </a:endParaRPr>
          </a:p>
        </p:txBody>
      </p:sp>
      <p:sp>
        <p:nvSpPr>
          <p:cNvPr id="182" name="CasellaDiTesto 1"/>
          <p:cNvSpPr/>
          <p:nvPr/>
        </p:nvSpPr>
        <p:spPr>
          <a:xfrm>
            <a:off x="281880" y="421920"/>
            <a:ext cx="3114000" cy="373320"/>
          </a:xfrm>
          <a:prstGeom prst="rect">
            <a:avLst/>
          </a:prstGeom>
          <a:solidFill>
            <a:schemeClr val="accent2">
              <a:lumMod val="40000"/>
              <a:lumOff val="60000"/>
            </a:schemeClr>
          </a:solidFill>
          <a:ln w="0">
            <a:noFill/>
          </a:ln>
        </p:spPr>
        <p:style>
          <a:lnRef idx="0"/>
          <a:fillRef idx="0"/>
          <a:effectRef idx="0"/>
          <a:fontRef idx="minor"/>
        </p:style>
        <p:txBody>
          <a:bodyPr lIns="90000" rIns="90000" tIns="45000" bIns="45000" anchor="t">
            <a:spAutoFit/>
          </a:bodyPr>
          <a:p>
            <a:pPr algn="just" defTabSz="914400">
              <a:lnSpc>
                <a:spcPct val="107000"/>
              </a:lnSpc>
              <a:spcAft>
                <a:spcPts val="799"/>
              </a:spcAft>
              <a:tabLst>
                <a:tab algn="l" pos="678240"/>
              </a:tabLst>
            </a:pPr>
            <a:r>
              <a:rPr lang="it-IT" sz="1800" b="1" u="none" strike="noStrike">
                <a:solidFill>
                  <a:srgbClr val="050e17"/>
                </a:solidFill>
                <a:effectLst/>
                <a:uFillTx/>
                <a:latin typeface="-apple-system"/>
              </a:rPr>
              <a:t>Tipi di applicazioni JAVA</a:t>
            </a:r>
            <a:endParaRPr lang="it-IT" sz="1800" b="0" u="none" strike="noStrike">
              <a:solidFill>
                <a:srgbClr val="000000"/>
              </a:solidFill>
              <a:effectLst/>
              <a:uFillTx/>
              <a:latin typeface="Arial"/>
            </a:endParaRPr>
          </a:p>
        </p:txBody>
      </p:sp>
      <p:sp>
        <p:nvSpPr>
          <p:cNvPr id="183" name="CasellaDiTesto 3"/>
          <p:cNvSpPr/>
          <p:nvPr/>
        </p:nvSpPr>
        <p:spPr>
          <a:xfrm>
            <a:off x="281880" y="910800"/>
            <a:ext cx="3114000" cy="327960"/>
          </a:xfrm>
          <a:prstGeom prst="rect">
            <a:avLst/>
          </a:prstGeom>
          <a:solidFill>
            <a:schemeClr val="accent1">
              <a:lumMod val="20000"/>
              <a:lumOff val="80000"/>
            </a:schemeClr>
          </a:solidFill>
          <a:ln w="0">
            <a:noFill/>
          </a:ln>
        </p:spPr>
        <p:style>
          <a:lnRef idx="0"/>
          <a:fillRef idx="0"/>
          <a:effectRef idx="0"/>
          <a:fontRef idx="minor"/>
        </p:style>
        <p:txBody>
          <a:bodyPr lIns="90000" rIns="90000" tIns="45000" bIns="45000" anchor="t">
            <a:spAutoFit/>
          </a:bodyPr>
          <a:p>
            <a:pPr defTabSz="914400">
              <a:lnSpc>
                <a:spcPct val="107000"/>
              </a:lnSpc>
              <a:spcAft>
                <a:spcPts val="799"/>
              </a:spcAft>
              <a:tabLst>
                <a:tab algn="l" pos="678240"/>
              </a:tabLst>
            </a:pPr>
            <a:r>
              <a:rPr lang="it-IT" sz="1500" b="1" u="none" strike="noStrike">
                <a:solidFill>
                  <a:srgbClr val="050e17"/>
                </a:solidFill>
                <a:effectLst/>
                <a:uFillTx/>
                <a:latin typeface="-apple-system"/>
              </a:rPr>
              <a:t>Le applicazioni che realizzeremo</a:t>
            </a:r>
            <a:endParaRPr lang="it-IT" sz="1500" b="0" u="none" strike="noStrike">
              <a:solidFill>
                <a:srgbClr val="000000"/>
              </a:solidFill>
              <a:effectLst/>
              <a:uFillTx/>
              <a:latin typeface="Arial"/>
            </a:endParaRPr>
          </a:p>
        </p:txBody>
      </p:sp>
      <p:sp>
        <p:nvSpPr>
          <p:cNvPr id="184" name="CasellaDiTesto 5"/>
          <p:cNvSpPr/>
          <p:nvPr/>
        </p:nvSpPr>
        <p:spPr>
          <a:xfrm>
            <a:off x="3597120" y="406080"/>
            <a:ext cx="6094080" cy="36900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lang="it-IT" sz="1800" b="1" u="none" strike="noStrike">
                <a:solidFill>
                  <a:srgbClr val="050e17"/>
                </a:solidFill>
                <a:effectLst/>
                <a:uFillTx/>
                <a:latin typeface="-apple-system"/>
              </a:rPr>
              <a:t>Applicazioni a finestra</a:t>
            </a:r>
            <a:endParaRPr lang="it-IT"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85" name="Picture 2" descr="Java Logo, symbol, meaning, history, PNG, brand"/>
          <p:cNvPicPr/>
          <p:nvPr/>
        </p:nvPicPr>
        <p:blipFill>
          <a:blip r:embed="rId1"/>
          <a:stretch/>
        </p:blipFill>
        <p:spPr>
          <a:xfrm>
            <a:off x="10632600" y="0"/>
            <a:ext cx="1420560" cy="795240"/>
          </a:xfrm>
          <a:prstGeom prst="rect">
            <a:avLst/>
          </a:prstGeom>
          <a:noFill/>
          <a:ln w="0">
            <a:noFill/>
          </a:ln>
        </p:spPr>
      </p:pic>
      <p:sp>
        <p:nvSpPr>
          <p:cNvPr id="186" name="CasellaDiTesto 4"/>
          <p:cNvSpPr/>
          <p:nvPr/>
        </p:nvSpPr>
        <p:spPr>
          <a:xfrm>
            <a:off x="3048840" y="2397960"/>
            <a:ext cx="6094080" cy="206172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lang="it-IT" sz="3200" b="0" u="none" strike="noStrike">
                <a:solidFill>
                  <a:srgbClr val="050e17"/>
                </a:solidFill>
                <a:effectLst/>
                <a:uFillTx/>
                <a:latin typeface="-apple-system"/>
              </a:rPr>
              <a:t>Le finestre sono elementi grafici dell'interfaccia utente che possono contenere bottoni, caselle di testo, menu, elenchi e altri controlli. </a:t>
            </a:r>
            <a:endParaRPr lang="it-IT" sz="3200" b="0" u="none" strike="noStrike">
              <a:solidFill>
                <a:srgbClr val="000000"/>
              </a:solidFill>
              <a:effectLst/>
              <a:uFillTx/>
              <a:latin typeface="Arial"/>
            </a:endParaRPr>
          </a:p>
        </p:txBody>
      </p:sp>
      <p:sp>
        <p:nvSpPr>
          <p:cNvPr id="187" name="CasellaDiTesto 1"/>
          <p:cNvSpPr/>
          <p:nvPr/>
        </p:nvSpPr>
        <p:spPr>
          <a:xfrm>
            <a:off x="281880" y="421920"/>
            <a:ext cx="3114000" cy="373320"/>
          </a:xfrm>
          <a:prstGeom prst="rect">
            <a:avLst/>
          </a:prstGeom>
          <a:solidFill>
            <a:schemeClr val="accent2">
              <a:lumMod val="40000"/>
              <a:lumOff val="60000"/>
            </a:schemeClr>
          </a:solidFill>
          <a:ln w="0">
            <a:noFill/>
          </a:ln>
        </p:spPr>
        <p:style>
          <a:lnRef idx="0"/>
          <a:fillRef idx="0"/>
          <a:effectRef idx="0"/>
          <a:fontRef idx="minor"/>
        </p:style>
        <p:txBody>
          <a:bodyPr lIns="90000" rIns="90000" tIns="45000" bIns="45000" anchor="t">
            <a:spAutoFit/>
          </a:bodyPr>
          <a:p>
            <a:pPr algn="just" defTabSz="914400">
              <a:lnSpc>
                <a:spcPct val="107000"/>
              </a:lnSpc>
              <a:spcAft>
                <a:spcPts val="799"/>
              </a:spcAft>
              <a:tabLst>
                <a:tab algn="l" pos="678240"/>
              </a:tabLst>
            </a:pPr>
            <a:r>
              <a:rPr lang="it-IT" sz="1800" b="1" u="none" strike="noStrike">
                <a:solidFill>
                  <a:srgbClr val="050e17"/>
                </a:solidFill>
                <a:effectLst/>
                <a:uFillTx/>
                <a:latin typeface="-apple-system"/>
              </a:rPr>
              <a:t>Tipi di applicazioni JAVA</a:t>
            </a:r>
            <a:endParaRPr lang="it-IT" sz="1800" b="0" u="none" strike="noStrike">
              <a:solidFill>
                <a:srgbClr val="000000"/>
              </a:solidFill>
              <a:effectLst/>
              <a:uFillTx/>
              <a:latin typeface="Arial"/>
            </a:endParaRPr>
          </a:p>
        </p:txBody>
      </p:sp>
      <p:sp>
        <p:nvSpPr>
          <p:cNvPr id="188" name="CasellaDiTesto 3"/>
          <p:cNvSpPr/>
          <p:nvPr/>
        </p:nvSpPr>
        <p:spPr>
          <a:xfrm>
            <a:off x="281880" y="910800"/>
            <a:ext cx="3114000" cy="327960"/>
          </a:xfrm>
          <a:prstGeom prst="rect">
            <a:avLst/>
          </a:prstGeom>
          <a:solidFill>
            <a:schemeClr val="accent1">
              <a:lumMod val="20000"/>
              <a:lumOff val="80000"/>
            </a:schemeClr>
          </a:solidFill>
          <a:ln w="0">
            <a:noFill/>
          </a:ln>
        </p:spPr>
        <p:style>
          <a:lnRef idx="0"/>
          <a:fillRef idx="0"/>
          <a:effectRef idx="0"/>
          <a:fontRef idx="minor"/>
        </p:style>
        <p:txBody>
          <a:bodyPr lIns="90000" rIns="90000" tIns="45000" bIns="45000" anchor="t">
            <a:spAutoFit/>
          </a:bodyPr>
          <a:p>
            <a:pPr defTabSz="914400">
              <a:lnSpc>
                <a:spcPct val="107000"/>
              </a:lnSpc>
              <a:spcAft>
                <a:spcPts val="799"/>
              </a:spcAft>
              <a:tabLst>
                <a:tab algn="l" pos="678240"/>
              </a:tabLst>
            </a:pPr>
            <a:r>
              <a:rPr lang="it-IT" sz="1500" b="1" u="none" strike="noStrike">
                <a:solidFill>
                  <a:srgbClr val="050e17"/>
                </a:solidFill>
                <a:effectLst/>
                <a:uFillTx/>
                <a:latin typeface="-apple-system"/>
              </a:rPr>
              <a:t>Le applicazioni che realizzeremo</a:t>
            </a:r>
            <a:endParaRPr lang="it-IT" sz="1500" b="0" u="none" strike="noStrike">
              <a:solidFill>
                <a:srgbClr val="000000"/>
              </a:solidFill>
              <a:effectLst/>
              <a:uFillTx/>
              <a:latin typeface="Arial"/>
            </a:endParaRPr>
          </a:p>
        </p:txBody>
      </p:sp>
      <p:sp>
        <p:nvSpPr>
          <p:cNvPr id="189" name="CasellaDiTesto 5"/>
          <p:cNvSpPr/>
          <p:nvPr/>
        </p:nvSpPr>
        <p:spPr>
          <a:xfrm>
            <a:off x="3597120" y="406080"/>
            <a:ext cx="6094080" cy="36900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lang="it-IT" sz="1800" b="1" u="none" strike="noStrike">
                <a:solidFill>
                  <a:srgbClr val="050e17"/>
                </a:solidFill>
                <a:effectLst/>
                <a:uFillTx/>
                <a:latin typeface="-apple-system"/>
              </a:rPr>
              <a:t>Applicazioni a finestra</a:t>
            </a:r>
            <a:endParaRPr lang="it-IT"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90" name="Picture 2" descr="Java Logo, symbol, meaning, history, PNG, brand"/>
          <p:cNvPicPr/>
          <p:nvPr/>
        </p:nvPicPr>
        <p:blipFill>
          <a:blip r:embed="rId1"/>
          <a:stretch/>
        </p:blipFill>
        <p:spPr>
          <a:xfrm>
            <a:off x="10632600" y="0"/>
            <a:ext cx="1420560" cy="795240"/>
          </a:xfrm>
          <a:prstGeom prst="rect">
            <a:avLst/>
          </a:prstGeom>
          <a:noFill/>
          <a:ln w="0">
            <a:noFill/>
          </a:ln>
        </p:spPr>
      </p:pic>
      <p:sp>
        <p:nvSpPr>
          <p:cNvPr id="191" name="CasellaDiTesto 4"/>
          <p:cNvSpPr/>
          <p:nvPr/>
        </p:nvSpPr>
        <p:spPr>
          <a:xfrm>
            <a:off x="3048840" y="2397960"/>
            <a:ext cx="6094080" cy="206172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lang="it-IT" sz="3200" b="0" u="none" strike="noStrike">
                <a:solidFill>
                  <a:srgbClr val="050e17"/>
                </a:solidFill>
                <a:effectLst/>
                <a:uFillTx/>
                <a:latin typeface="-apple-system"/>
              </a:rPr>
              <a:t>Gli utenti possono interagire con questi controlli per inserire dati, visualizzare informazioni e avviare azioni.</a:t>
            </a:r>
            <a:endParaRPr lang="it-IT" sz="3200" b="0" u="none" strike="noStrike">
              <a:solidFill>
                <a:srgbClr val="000000"/>
              </a:solidFill>
              <a:effectLst/>
              <a:uFillTx/>
              <a:latin typeface="Arial"/>
            </a:endParaRPr>
          </a:p>
        </p:txBody>
      </p:sp>
      <p:sp>
        <p:nvSpPr>
          <p:cNvPr id="192" name="CasellaDiTesto 1"/>
          <p:cNvSpPr/>
          <p:nvPr/>
        </p:nvSpPr>
        <p:spPr>
          <a:xfrm>
            <a:off x="281880" y="421920"/>
            <a:ext cx="3114000" cy="373320"/>
          </a:xfrm>
          <a:prstGeom prst="rect">
            <a:avLst/>
          </a:prstGeom>
          <a:solidFill>
            <a:schemeClr val="accent2">
              <a:lumMod val="40000"/>
              <a:lumOff val="60000"/>
            </a:schemeClr>
          </a:solidFill>
          <a:ln w="0">
            <a:noFill/>
          </a:ln>
        </p:spPr>
        <p:style>
          <a:lnRef idx="0"/>
          <a:fillRef idx="0"/>
          <a:effectRef idx="0"/>
          <a:fontRef idx="minor"/>
        </p:style>
        <p:txBody>
          <a:bodyPr lIns="90000" rIns="90000" tIns="45000" bIns="45000" anchor="t">
            <a:spAutoFit/>
          </a:bodyPr>
          <a:p>
            <a:pPr algn="just" defTabSz="914400">
              <a:lnSpc>
                <a:spcPct val="107000"/>
              </a:lnSpc>
              <a:spcAft>
                <a:spcPts val="799"/>
              </a:spcAft>
              <a:tabLst>
                <a:tab algn="l" pos="678240"/>
              </a:tabLst>
            </a:pPr>
            <a:r>
              <a:rPr lang="it-IT" sz="1800" b="1" u="none" strike="noStrike">
                <a:solidFill>
                  <a:srgbClr val="050e17"/>
                </a:solidFill>
                <a:effectLst/>
                <a:uFillTx/>
                <a:latin typeface="-apple-system"/>
              </a:rPr>
              <a:t>Tipi di applicazioni JAVA</a:t>
            </a:r>
            <a:endParaRPr lang="it-IT" sz="1800" b="0" u="none" strike="noStrike">
              <a:solidFill>
                <a:srgbClr val="000000"/>
              </a:solidFill>
              <a:effectLst/>
              <a:uFillTx/>
              <a:latin typeface="Arial"/>
            </a:endParaRPr>
          </a:p>
        </p:txBody>
      </p:sp>
      <p:sp>
        <p:nvSpPr>
          <p:cNvPr id="193" name="CasellaDiTesto 3"/>
          <p:cNvSpPr/>
          <p:nvPr/>
        </p:nvSpPr>
        <p:spPr>
          <a:xfrm>
            <a:off x="281880" y="910800"/>
            <a:ext cx="3114000" cy="327960"/>
          </a:xfrm>
          <a:prstGeom prst="rect">
            <a:avLst/>
          </a:prstGeom>
          <a:solidFill>
            <a:schemeClr val="accent1">
              <a:lumMod val="20000"/>
              <a:lumOff val="80000"/>
            </a:schemeClr>
          </a:solidFill>
          <a:ln w="0">
            <a:noFill/>
          </a:ln>
        </p:spPr>
        <p:style>
          <a:lnRef idx="0"/>
          <a:fillRef idx="0"/>
          <a:effectRef idx="0"/>
          <a:fontRef idx="minor"/>
        </p:style>
        <p:txBody>
          <a:bodyPr lIns="90000" rIns="90000" tIns="45000" bIns="45000" anchor="t">
            <a:spAutoFit/>
          </a:bodyPr>
          <a:p>
            <a:pPr defTabSz="914400">
              <a:lnSpc>
                <a:spcPct val="107000"/>
              </a:lnSpc>
              <a:spcAft>
                <a:spcPts val="799"/>
              </a:spcAft>
              <a:tabLst>
                <a:tab algn="l" pos="678240"/>
              </a:tabLst>
            </a:pPr>
            <a:r>
              <a:rPr lang="it-IT" sz="1500" b="1" u="none" strike="noStrike">
                <a:solidFill>
                  <a:srgbClr val="050e17"/>
                </a:solidFill>
                <a:effectLst/>
                <a:uFillTx/>
                <a:latin typeface="-apple-system"/>
              </a:rPr>
              <a:t>Le applicazioni che realizzeremo</a:t>
            </a:r>
            <a:endParaRPr lang="it-IT" sz="1500" b="0" u="none" strike="noStrike">
              <a:solidFill>
                <a:srgbClr val="000000"/>
              </a:solidFill>
              <a:effectLst/>
              <a:uFillTx/>
              <a:latin typeface="Arial"/>
            </a:endParaRPr>
          </a:p>
        </p:txBody>
      </p:sp>
      <p:sp>
        <p:nvSpPr>
          <p:cNvPr id="194" name="CasellaDiTesto 5"/>
          <p:cNvSpPr/>
          <p:nvPr/>
        </p:nvSpPr>
        <p:spPr>
          <a:xfrm>
            <a:off x="3597120" y="406080"/>
            <a:ext cx="6094080" cy="36900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lang="it-IT" sz="1800" b="1" u="none" strike="noStrike">
                <a:solidFill>
                  <a:srgbClr val="050e17"/>
                </a:solidFill>
                <a:effectLst/>
                <a:uFillTx/>
                <a:latin typeface="-apple-system"/>
              </a:rPr>
              <a:t>Applicazioni a finestra</a:t>
            </a:r>
            <a:endParaRPr lang="it-IT"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95" name="Picture 2" descr="Java Logo, symbol, meaning, history, PNG, brand"/>
          <p:cNvPicPr/>
          <p:nvPr/>
        </p:nvPicPr>
        <p:blipFill>
          <a:blip r:embed="rId1"/>
          <a:stretch/>
        </p:blipFill>
        <p:spPr>
          <a:xfrm>
            <a:off x="10632600" y="0"/>
            <a:ext cx="1420560" cy="795240"/>
          </a:xfrm>
          <a:prstGeom prst="rect">
            <a:avLst/>
          </a:prstGeom>
          <a:noFill/>
          <a:ln w="0">
            <a:noFill/>
          </a:ln>
        </p:spPr>
      </p:pic>
      <p:sp>
        <p:nvSpPr>
          <p:cNvPr id="196" name="CasellaDiTesto 4"/>
          <p:cNvSpPr/>
          <p:nvPr/>
        </p:nvSpPr>
        <p:spPr>
          <a:xfrm>
            <a:off x="3048840" y="2397960"/>
            <a:ext cx="6094080" cy="206172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lang="it-IT" sz="3200" b="0" u="none" strike="noStrike">
                <a:solidFill>
                  <a:srgbClr val="050e17"/>
                </a:solidFill>
                <a:effectLst/>
                <a:uFillTx/>
                <a:latin typeface="-apple-system"/>
              </a:rPr>
              <a:t>Java fornisce numerosi componenti per la creazione di finestre e altri elementi dell'interfaccia utente, attraverso il framework Swing. </a:t>
            </a:r>
            <a:endParaRPr lang="it-IT" sz="3200" b="0" u="none" strike="noStrike">
              <a:solidFill>
                <a:srgbClr val="000000"/>
              </a:solidFill>
              <a:effectLst/>
              <a:uFillTx/>
              <a:latin typeface="Arial"/>
            </a:endParaRPr>
          </a:p>
        </p:txBody>
      </p:sp>
      <p:sp>
        <p:nvSpPr>
          <p:cNvPr id="197" name="CasellaDiTesto 1"/>
          <p:cNvSpPr/>
          <p:nvPr/>
        </p:nvSpPr>
        <p:spPr>
          <a:xfrm>
            <a:off x="281880" y="421920"/>
            <a:ext cx="3114000" cy="373320"/>
          </a:xfrm>
          <a:prstGeom prst="rect">
            <a:avLst/>
          </a:prstGeom>
          <a:solidFill>
            <a:schemeClr val="accent2">
              <a:lumMod val="40000"/>
              <a:lumOff val="60000"/>
            </a:schemeClr>
          </a:solidFill>
          <a:ln w="0">
            <a:noFill/>
          </a:ln>
        </p:spPr>
        <p:style>
          <a:lnRef idx="0"/>
          <a:fillRef idx="0"/>
          <a:effectRef idx="0"/>
          <a:fontRef idx="minor"/>
        </p:style>
        <p:txBody>
          <a:bodyPr lIns="90000" rIns="90000" tIns="45000" bIns="45000" anchor="t">
            <a:spAutoFit/>
          </a:bodyPr>
          <a:p>
            <a:pPr algn="just" defTabSz="914400">
              <a:lnSpc>
                <a:spcPct val="107000"/>
              </a:lnSpc>
              <a:spcAft>
                <a:spcPts val="799"/>
              </a:spcAft>
              <a:tabLst>
                <a:tab algn="l" pos="678240"/>
              </a:tabLst>
            </a:pPr>
            <a:r>
              <a:rPr lang="it-IT" sz="1800" b="1" u="none" strike="noStrike">
                <a:solidFill>
                  <a:srgbClr val="050e17"/>
                </a:solidFill>
                <a:effectLst/>
                <a:uFillTx/>
                <a:latin typeface="-apple-system"/>
              </a:rPr>
              <a:t>Tipi di applicazioni JAVA</a:t>
            </a:r>
            <a:endParaRPr lang="it-IT" sz="1800" b="0" u="none" strike="noStrike">
              <a:solidFill>
                <a:srgbClr val="000000"/>
              </a:solidFill>
              <a:effectLst/>
              <a:uFillTx/>
              <a:latin typeface="Arial"/>
            </a:endParaRPr>
          </a:p>
        </p:txBody>
      </p:sp>
      <p:sp>
        <p:nvSpPr>
          <p:cNvPr id="198" name="CasellaDiTesto 3"/>
          <p:cNvSpPr/>
          <p:nvPr/>
        </p:nvSpPr>
        <p:spPr>
          <a:xfrm>
            <a:off x="281880" y="910800"/>
            <a:ext cx="3114000" cy="327960"/>
          </a:xfrm>
          <a:prstGeom prst="rect">
            <a:avLst/>
          </a:prstGeom>
          <a:solidFill>
            <a:schemeClr val="accent1">
              <a:lumMod val="20000"/>
              <a:lumOff val="80000"/>
            </a:schemeClr>
          </a:solidFill>
          <a:ln w="0">
            <a:noFill/>
          </a:ln>
        </p:spPr>
        <p:style>
          <a:lnRef idx="0"/>
          <a:fillRef idx="0"/>
          <a:effectRef idx="0"/>
          <a:fontRef idx="minor"/>
        </p:style>
        <p:txBody>
          <a:bodyPr lIns="90000" rIns="90000" tIns="45000" bIns="45000" anchor="t">
            <a:spAutoFit/>
          </a:bodyPr>
          <a:p>
            <a:pPr defTabSz="914400">
              <a:lnSpc>
                <a:spcPct val="107000"/>
              </a:lnSpc>
              <a:spcAft>
                <a:spcPts val="799"/>
              </a:spcAft>
              <a:tabLst>
                <a:tab algn="l" pos="678240"/>
              </a:tabLst>
            </a:pPr>
            <a:r>
              <a:rPr lang="it-IT" sz="1500" b="1" u="none" strike="noStrike">
                <a:solidFill>
                  <a:srgbClr val="050e17"/>
                </a:solidFill>
                <a:effectLst/>
                <a:uFillTx/>
                <a:latin typeface="-apple-system"/>
              </a:rPr>
              <a:t>Le applicazioni che realizzeremo</a:t>
            </a:r>
            <a:endParaRPr lang="it-IT" sz="1500" b="0" u="none" strike="noStrike">
              <a:solidFill>
                <a:srgbClr val="000000"/>
              </a:solidFill>
              <a:effectLst/>
              <a:uFillTx/>
              <a:latin typeface="Arial"/>
            </a:endParaRPr>
          </a:p>
        </p:txBody>
      </p:sp>
      <p:sp>
        <p:nvSpPr>
          <p:cNvPr id="199" name="CasellaDiTesto 5"/>
          <p:cNvSpPr/>
          <p:nvPr/>
        </p:nvSpPr>
        <p:spPr>
          <a:xfrm>
            <a:off x="3597120" y="406080"/>
            <a:ext cx="6094080" cy="36900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lang="it-IT" sz="1800" b="1" u="none" strike="noStrike">
                <a:solidFill>
                  <a:srgbClr val="050e17"/>
                </a:solidFill>
                <a:effectLst/>
                <a:uFillTx/>
                <a:latin typeface="-apple-system"/>
              </a:rPr>
              <a:t>Applicazioni a finestra</a:t>
            </a:r>
            <a:endParaRPr lang="it-IT"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00" name="Picture 2" descr="Java Logo, symbol, meaning, history, PNG, brand"/>
          <p:cNvPicPr/>
          <p:nvPr/>
        </p:nvPicPr>
        <p:blipFill>
          <a:blip r:embed="rId1"/>
          <a:stretch/>
        </p:blipFill>
        <p:spPr>
          <a:xfrm>
            <a:off x="10632600" y="0"/>
            <a:ext cx="1420560" cy="795240"/>
          </a:xfrm>
          <a:prstGeom prst="rect">
            <a:avLst/>
          </a:prstGeom>
          <a:noFill/>
          <a:ln w="0">
            <a:noFill/>
          </a:ln>
        </p:spPr>
      </p:pic>
      <p:sp>
        <p:nvSpPr>
          <p:cNvPr id="201" name="CasellaDiTesto 4"/>
          <p:cNvSpPr/>
          <p:nvPr/>
        </p:nvSpPr>
        <p:spPr>
          <a:xfrm>
            <a:off x="3048840" y="2644200"/>
            <a:ext cx="6094080" cy="156924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lang="it-IT" sz="3200" b="0" u="none" strike="noStrike">
                <a:solidFill>
                  <a:srgbClr val="050e17"/>
                </a:solidFill>
                <a:effectLst/>
                <a:uFillTx/>
                <a:latin typeface="-apple-system"/>
              </a:rPr>
              <a:t>Gli sviluppatori possono utilizzare Swing per creare applicazioni a finestra personalizzate e flessibili.</a:t>
            </a:r>
            <a:endParaRPr lang="it-IT" sz="3200" b="0" u="none" strike="noStrike">
              <a:solidFill>
                <a:srgbClr val="000000"/>
              </a:solidFill>
              <a:effectLst/>
              <a:uFillTx/>
              <a:latin typeface="Arial"/>
            </a:endParaRPr>
          </a:p>
        </p:txBody>
      </p:sp>
      <p:sp>
        <p:nvSpPr>
          <p:cNvPr id="202" name="CasellaDiTesto 1"/>
          <p:cNvSpPr/>
          <p:nvPr/>
        </p:nvSpPr>
        <p:spPr>
          <a:xfrm>
            <a:off x="281880" y="421920"/>
            <a:ext cx="3114000" cy="373320"/>
          </a:xfrm>
          <a:prstGeom prst="rect">
            <a:avLst/>
          </a:prstGeom>
          <a:solidFill>
            <a:schemeClr val="accent2">
              <a:lumMod val="40000"/>
              <a:lumOff val="60000"/>
            </a:schemeClr>
          </a:solidFill>
          <a:ln w="0">
            <a:noFill/>
          </a:ln>
        </p:spPr>
        <p:style>
          <a:lnRef idx="0"/>
          <a:fillRef idx="0"/>
          <a:effectRef idx="0"/>
          <a:fontRef idx="minor"/>
        </p:style>
        <p:txBody>
          <a:bodyPr lIns="90000" rIns="90000" tIns="45000" bIns="45000" anchor="t">
            <a:spAutoFit/>
          </a:bodyPr>
          <a:p>
            <a:pPr algn="just" defTabSz="914400">
              <a:lnSpc>
                <a:spcPct val="107000"/>
              </a:lnSpc>
              <a:spcAft>
                <a:spcPts val="799"/>
              </a:spcAft>
              <a:tabLst>
                <a:tab algn="l" pos="678240"/>
              </a:tabLst>
            </a:pPr>
            <a:r>
              <a:rPr lang="it-IT" sz="1800" b="1" u="none" strike="noStrike">
                <a:solidFill>
                  <a:srgbClr val="050e17"/>
                </a:solidFill>
                <a:effectLst/>
                <a:uFillTx/>
                <a:latin typeface="-apple-system"/>
              </a:rPr>
              <a:t>Tipi di applicazioni JAVA</a:t>
            </a:r>
            <a:endParaRPr lang="it-IT" sz="1800" b="0" u="none" strike="noStrike">
              <a:solidFill>
                <a:srgbClr val="000000"/>
              </a:solidFill>
              <a:effectLst/>
              <a:uFillTx/>
              <a:latin typeface="Arial"/>
            </a:endParaRPr>
          </a:p>
        </p:txBody>
      </p:sp>
      <p:sp>
        <p:nvSpPr>
          <p:cNvPr id="203" name="CasellaDiTesto 3"/>
          <p:cNvSpPr/>
          <p:nvPr/>
        </p:nvSpPr>
        <p:spPr>
          <a:xfrm>
            <a:off x="281880" y="910800"/>
            <a:ext cx="3114000" cy="327960"/>
          </a:xfrm>
          <a:prstGeom prst="rect">
            <a:avLst/>
          </a:prstGeom>
          <a:solidFill>
            <a:schemeClr val="accent1">
              <a:lumMod val="20000"/>
              <a:lumOff val="80000"/>
            </a:schemeClr>
          </a:solidFill>
          <a:ln w="0">
            <a:noFill/>
          </a:ln>
        </p:spPr>
        <p:style>
          <a:lnRef idx="0"/>
          <a:fillRef idx="0"/>
          <a:effectRef idx="0"/>
          <a:fontRef idx="minor"/>
        </p:style>
        <p:txBody>
          <a:bodyPr lIns="90000" rIns="90000" tIns="45000" bIns="45000" anchor="t">
            <a:spAutoFit/>
          </a:bodyPr>
          <a:p>
            <a:pPr defTabSz="914400">
              <a:lnSpc>
                <a:spcPct val="107000"/>
              </a:lnSpc>
              <a:spcAft>
                <a:spcPts val="799"/>
              </a:spcAft>
              <a:tabLst>
                <a:tab algn="l" pos="678240"/>
              </a:tabLst>
            </a:pPr>
            <a:r>
              <a:rPr lang="it-IT" sz="1500" b="1" u="none" strike="noStrike">
                <a:solidFill>
                  <a:srgbClr val="050e17"/>
                </a:solidFill>
                <a:effectLst/>
                <a:uFillTx/>
                <a:latin typeface="-apple-system"/>
              </a:rPr>
              <a:t>Le applicazioni che realizzeremo</a:t>
            </a:r>
            <a:endParaRPr lang="it-IT" sz="1500" b="0" u="none" strike="noStrike">
              <a:solidFill>
                <a:srgbClr val="000000"/>
              </a:solidFill>
              <a:effectLst/>
              <a:uFillTx/>
              <a:latin typeface="Arial"/>
            </a:endParaRPr>
          </a:p>
        </p:txBody>
      </p:sp>
      <p:sp>
        <p:nvSpPr>
          <p:cNvPr id="204" name="CasellaDiTesto 5"/>
          <p:cNvSpPr/>
          <p:nvPr/>
        </p:nvSpPr>
        <p:spPr>
          <a:xfrm>
            <a:off x="3597120" y="406080"/>
            <a:ext cx="6094080" cy="36900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lang="it-IT" sz="1800" b="1" u="none" strike="noStrike">
                <a:solidFill>
                  <a:srgbClr val="050e17"/>
                </a:solidFill>
                <a:effectLst/>
                <a:uFillTx/>
                <a:latin typeface="-apple-system"/>
              </a:rPr>
              <a:t>Applicazioni a finestra</a:t>
            </a:r>
            <a:endParaRPr lang="it-IT"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05" name="Picture 2" descr="Java Logo, symbol, meaning, history, PNG, brand"/>
          <p:cNvPicPr/>
          <p:nvPr/>
        </p:nvPicPr>
        <p:blipFill>
          <a:blip r:embed="rId1"/>
          <a:stretch/>
        </p:blipFill>
        <p:spPr>
          <a:xfrm>
            <a:off x="10632600" y="0"/>
            <a:ext cx="1420560" cy="795240"/>
          </a:xfrm>
          <a:prstGeom prst="rect">
            <a:avLst/>
          </a:prstGeom>
          <a:noFill/>
          <a:ln w="0">
            <a:noFill/>
          </a:ln>
        </p:spPr>
      </p:pic>
      <p:sp>
        <p:nvSpPr>
          <p:cNvPr id="206" name="CasellaDiTesto 4"/>
          <p:cNvSpPr/>
          <p:nvPr/>
        </p:nvSpPr>
        <p:spPr>
          <a:xfrm>
            <a:off x="3048840" y="2151720"/>
            <a:ext cx="6094080" cy="255420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lang="it-IT" sz="3200" b="0" u="none" strike="noStrike">
                <a:solidFill>
                  <a:srgbClr val="050e17"/>
                </a:solidFill>
                <a:effectLst/>
                <a:uFillTx/>
                <a:latin typeface="-apple-system"/>
              </a:rPr>
              <a:t>Le applicazioni a finestra in Java possono essere eseguite su diverse piattaforme, inclusi Windows, Linux e macOS, senza dover modificare il codice sorgente. </a:t>
            </a:r>
            <a:endParaRPr lang="it-IT" sz="3200" b="0" u="none" strike="noStrike">
              <a:solidFill>
                <a:srgbClr val="000000"/>
              </a:solidFill>
              <a:effectLst/>
              <a:uFillTx/>
              <a:latin typeface="Arial"/>
            </a:endParaRPr>
          </a:p>
        </p:txBody>
      </p:sp>
      <p:sp>
        <p:nvSpPr>
          <p:cNvPr id="207" name="CasellaDiTesto 1"/>
          <p:cNvSpPr/>
          <p:nvPr/>
        </p:nvSpPr>
        <p:spPr>
          <a:xfrm>
            <a:off x="281880" y="421920"/>
            <a:ext cx="3114000" cy="373320"/>
          </a:xfrm>
          <a:prstGeom prst="rect">
            <a:avLst/>
          </a:prstGeom>
          <a:solidFill>
            <a:schemeClr val="accent2">
              <a:lumMod val="40000"/>
              <a:lumOff val="60000"/>
            </a:schemeClr>
          </a:solidFill>
          <a:ln w="0">
            <a:noFill/>
          </a:ln>
        </p:spPr>
        <p:style>
          <a:lnRef idx="0"/>
          <a:fillRef idx="0"/>
          <a:effectRef idx="0"/>
          <a:fontRef idx="minor"/>
        </p:style>
        <p:txBody>
          <a:bodyPr lIns="90000" rIns="90000" tIns="45000" bIns="45000" anchor="t">
            <a:spAutoFit/>
          </a:bodyPr>
          <a:p>
            <a:pPr algn="just" defTabSz="914400">
              <a:lnSpc>
                <a:spcPct val="107000"/>
              </a:lnSpc>
              <a:spcAft>
                <a:spcPts val="799"/>
              </a:spcAft>
              <a:tabLst>
                <a:tab algn="l" pos="678240"/>
              </a:tabLst>
            </a:pPr>
            <a:r>
              <a:rPr lang="it-IT" sz="1800" b="1" u="none" strike="noStrike">
                <a:solidFill>
                  <a:srgbClr val="050e17"/>
                </a:solidFill>
                <a:effectLst/>
                <a:uFillTx/>
                <a:latin typeface="-apple-system"/>
              </a:rPr>
              <a:t>Tipi di applicazioni JAVA</a:t>
            </a:r>
            <a:endParaRPr lang="it-IT" sz="1800" b="0" u="none" strike="noStrike">
              <a:solidFill>
                <a:srgbClr val="000000"/>
              </a:solidFill>
              <a:effectLst/>
              <a:uFillTx/>
              <a:latin typeface="Arial"/>
            </a:endParaRPr>
          </a:p>
        </p:txBody>
      </p:sp>
      <p:sp>
        <p:nvSpPr>
          <p:cNvPr id="208" name="CasellaDiTesto 3"/>
          <p:cNvSpPr/>
          <p:nvPr/>
        </p:nvSpPr>
        <p:spPr>
          <a:xfrm>
            <a:off x="281880" y="910800"/>
            <a:ext cx="3114000" cy="327960"/>
          </a:xfrm>
          <a:prstGeom prst="rect">
            <a:avLst/>
          </a:prstGeom>
          <a:solidFill>
            <a:schemeClr val="accent1">
              <a:lumMod val="20000"/>
              <a:lumOff val="80000"/>
            </a:schemeClr>
          </a:solidFill>
          <a:ln w="0">
            <a:noFill/>
          </a:ln>
        </p:spPr>
        <p:style>
          <a:lnRef idx="0"/>
          <a:fillRef idx="0"/>
          <a:effectRef idx="0"/>
          <a:fontRef idx="minor"/>
        </p:style>
        <p:txBody>
          <a:bodyPr lIns="90000" rIns="90000" tIns="45000" bIns="45000" anchor="t">
            <a:spAutoFit/>
          </a:bodyPr>
          <a:p>
            <a:pPr defTabSz="914400">
              <a:lnSpc>
                <a:spcPct val="107000"/>
              </a:lnSpc>
              <a:spcAft>
                <a:spcPts val="799"/>
              </a:spcAft>
              <a:tabLst>
                <a:tab algn="l" pos="678240"/>
              </a:tabLst>
            </a:pPr>
            <a:r>
              <a:rPr lang="it-IT" sz="1500" b="1" u="none" strike="noStrike">
                <a:solidFill>
                  <a:srgbClr val="050e17"/>
                </a:solidFill>
                <a:effectLst/>
                <a:uFillTx/>
                <a:latin typeface="-apple-system"/>
              </a:rPr>
              <a:t>Le applicazioni che realizzeremo</a:t>
            </a:r>
            <a:endParaRPr lang="it-IT" sz="1500" b="0" u="none" strike="noStrike">
              <a:solidFill>
                <a:srgbClr val="000000"/>
              </a:solidFill>
              <a:effectLst/>
              <a:uFillTx/>
              <a:latin typeface="Arial"/>
            </a:endParaRPr>
          </a:p>
        </p:txBody>
      </p:sp>
      <p:sp>
        <p:nvSpPr>
          <p:cNvPr id="209" name="CasellaDiTesto 5"/>
          <p:cNvSpPr/>
          <p:nvPr/>
        </p:nvSpPr>
        <p:spPr>
          <a:xfrm>
            <a:off x="3597120" y="406080"/>
            <a:ext cx="6094080" cy="36900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lang="it-IT" sz="1800" b="1" u="none" strike="noStrike">
                <a:solidFill>
                  <a:srgbClr val="050e17"/>
                </a:solidFill>
                <a:effectLst/>
                <a:uFillTx/>
                <a:latin typeface="-apple-system"/>
              </a:rPr>
              <a:t>Applicazioni a finestra</a:t>
            </a:r>
            <a:endParaRPr lang="it-IT"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10" name="Picture 2" descr="Java Logo, symbol, meaning, history, PNG, brand"/>
          <p:cNvPicPr/>
          <p:nvPr/>
        </p:nvPicPr>
        <p:blipFill>
          <a:blip r:embed="rId1"/>
          <a:stretch/>
        </p:blipFill>
        <p:spPr>
          <a:xfrm>
            <a:off x="10632600" y="0"/>
            <a:ext cx="1420560" cy="795240"/>
          </a:xfrm>
          <a:prstGeom prst="rect">
            <a:avLst/>
          </a:prstGeom>
          <a:noFill/>
          <a:ln w="0">
            <a:noFill/>
          </a:ln>
        </p:spPr>
      </p:pic>
      <p:sp>
        <p:nvSpPr>
          <p:cNvPr id="211" name="CasellaDiTesto 4"/>
          <p:cNvSpPr/>
          <p:nvPr/>
        </p:nvSpPr>
        <p:spPr>
          <a:xfrm>
            <a:off x="3048840" y="1905480"/>
            <a:ext cx="6094080" cy="304668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lang="it-IT" sz="3200" b="0" u="none" strike="noStrike">
                <a:solidFill>
                  <a:srgbClr val="050e17"/>
                </a:solidFill>
                <a:effectLst/>
                <a:uFillTx/>
                <a:latin typeface="-apple-system"/>
              </a:rPr>
              <a:t>Inoltre, Java fornisce un elevato livello di portabilità del codice, il che significa che gli sviluppatori possono scrivere un'applicazione una volta e farla funzionare su diverse piattaforme.</a:t>
            </a:r>
            <a:endParaRPr lang="it-IT" sz="3200" b="0" u="none" strike="noStrike">
              <a:solidFill>
                <a:srgbClr val="000000"/>
              </a:solidFill>
              <a:effectLst/>
              <a:uFillTx/>
              <a:latin typeface="Arial"/>
            </a:endParaRPr>
          </a:p>
        </p:txBody>
      </p:sp>
      <p:sp>
        <p:nvSpPr>
          <p:cNvPr id="212" name="CasellaDiTesto 1"/>
          <p:cNvSpPr/>
          <p:nvPr/>
        </p:nvSpPr>
        <p:spPr>
          <a:xfrm>
            <a:off x="281880" y="421920"/>
            <a:ext cx="3114000" cy="373320"/>
          </a:xfrm>
          <a:prstGeom prst="rect">
            <a:avLst/>
          </a:prstGeom>
          <a:solidFill>
            <a:schemeClr val="accent2">
              <a:lumMod val="40000"/>
              <a:lumOff val="60000"/>
            </a:schemeClr>
          </a:solidFill>
          <a:ln w="0">
            <a:noFill/>
          </a:ln>
        </p:spPr>
        <p:style>
          <a:lnRef idx="0"/>
          <a:fillRef idx="0"/>
          <a:effectRef idx="0"/>
          <a:fontRef idx="minor"/>
        </p:style>
        <p:txBody>
          <a:bodyPr lIns="90000" rIns="90000" tIns="45000" bIns="45000" anchor="t">
            <a:spAutoFit/>
          </a:bodyPr>
          <a:p>
            <a:pPr algn="just" defTabSz="914400">
              <a:lnSpc>
                <a:spcPct val="107000"/>
              </a:lnSpc>
              <a:spcAft>
                <a:spcPts val="799"/>
              </a:spcAft>
              <a:tabLst>
                <a:tab algn="l" pos="678240"/>
              </a:tabLst>
            </a:pPr>
            <a:r>
              <a:rPr lang="it-IT" sz="1800" b="1" u="none" strike="noStrike">
                <a:solidFill>
                  <a:srgbClr val="050e17"/>
                </a:solidFill>
                <a:effectLst/>
                <a:uFillTx/>
                <a:latin typeface="-apple-system"/>
              </a:rPr>
              <a:t>Tipi di applicazioni JAVA</a:t>
            </a:r>
            <a:endParaRPr lang="it-IT" sz="1800" b="0" u="none" strike="noStrike">
              <a:solidFill>
                <a:srgbClr val="000000"/>
              </a:solidFill>
              <a:effectLst/>
              <a:uFillTx/>
              <a:latin typeface="Arial"/>
            </a:endParaRPr>
          </a:p>
        </p:txBody>
      </p:sp>
      <p:sp>
        <p:nvSpPr>
          <p:cNvPr id="213" name="CasellaDiTesto 3"/>
          <p:cNvSpPr/>
          <p:nvPr/>
        </p:nvSpPr>
        <p:spPr>
          <a:xfrm>
            <a:off x="281880" y="910800"/>
            <a:ext cx="3114000" cy="327960"/>
          </a:xfrm>
          <a:prstGeom prst="rect">
            <a:avLst/>
          </a:prstGeom>
          <a:solidFill>
            <a:schemeClr val="accent1">
              <a:lumMod val="20000"/>
              <a:lumOff val="80000"/>
            </a:schemeClr>
          </a:solidFill>
          <a:ln w="0">
            <a:noFill/>
          </a:ln>
        </p:spPr>
        <p:style>
          <a:lnRef idx="0"/>
          <a:fillRef idx="0"/>
          <a:effectRef idx="0"/>
          <a:fontRef idx="minor"/>
        </p:style>
        <p:txBody>
          <a:bodyPr lIns="90000" rIns="90000" tIns="45000" bIns="45000" anchor="t">
            <a:spAutoFit/>
          </a:bodyPr>
          <a:p>
            <a:pPr defTabSz="914400">
              <a:lnSpc>
                <a:spcPct val="107000"/>
              </a:lnSpc>
              <a:spcAft>
                <a:spcPts val="799"/>
              </a:spcAft>
              <a:tabLst>
                <a:tab algn="l" pos="678240"/>
              </a:tabLst>
            </a:pPr>
            <a:r>
              <a:rPr lang="it-IT" sz="1500" b="1" u="none" strike="noStrike">
                <a:solidFill>
                  <a:srgbClr val="050e17"/>
                </a:solidFill>
                <a:effectLst/>
                <a:uFillTx/>
                <a:latin typeface="-apple-system"/>
              </a:rPr>
              <a:t>Le applicazioni che realizzeremo</a:t>
            </a:r>
            <a:endParaRPr lang="it-IT" sz="1500" b="0" u="none" strike="noStrike">
              <a:solidFill>
                <a:srgbClr val="000000"/>
              </a:solidFill>
              <a:effectLst/>
              <a:uFillTx/>
              <a:latin typeface="Arial"/>
            </a:endParaRPr>
          </a:p>
        </p:txBody>
      </p:sp>
      <p:sp>
        <p:nvSpPr>
          <p:cNvPr id="214" name="CasellaDiTesto 5"/>
          <p:cNvSpPr/>
          <p:nvPr/>
        </p:nvSpPr>
        <p:spPr>
          <a:xfrm>
            <a:off x="3597120" y="406080"/>
            <a:ext cx="6094080" cy="36900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lang="it-IT" sz="1800" b="1" u="none" strike="noStrike">
                <a:solidFill>
                  <a:srgbClr val="050e17"/>
                </a:solidFill>
                <a:effectLst/>
                <a:uFillTx/>
                <a:latin typeface="-apple-system"/>
              </a:rPr>
              <a:t>Applicazioni a finestra</a:t>
            </a:r>
            <a:endParaRPr lang="it-IT"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15" name="Picture 2" descr="Java Logo, symbol, meaning, history, PNG, brand"/>
          <p:cNvPicPr/>
          <p:nvPr/>
        </p:nvPicPr>
        <p:blipFill>
          <a:blip r:embed="rId1"/>
          <a:stretch/>
        </p:blipFill>
        <p:spPr>
          <a:xfrm>
            <a:off x="10632600" y="0"/>
            <a:ext cx="1420560" cy="795240"/>
          </a:xfrm>
          <a:prstGeom prst="rect">
            <a:avLst/>
          </a:prstGeom>
          <a:noFill/>
          <a:ln w="0">
            <a:noFill/>
          </a:ln>
        </p:spPr>
      </p:pic>
      <p:sp>
        <p:nvSpPr>
          <p:cNvPr id="216" name="CasellaDiTesto 4"/>
          <p:cNvSpPr/>
          <p:nvPr/>
        </p:nvSpPr>
        <p:spPr>
          <a:xfrm>
            <a:off x="3048840" y="2151720"/>
            <a:ext cx="6094080" cy="255420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lang="it-IT" sz="3200" b="0" u="none" strike="noStrike">
                <a:solidFill>
                  <a:srgbClr val="050e17"/>
                </a:solidFill>
                <a:effectLst/>
                <a:uFillTx/>
                <a:latin typeface="-apple-system"/>
              </a:rPr>
              <a:t>Le applicazioni a finestra in Java sono utilizzate in una vasta gamma di applicazioni, tra cui applicazioni desktop, applicazioni web e applicazioni mobili.</a:t>
            </a:r>
            <a:endParaRPr lang="it-IT" sz="3200" b="0" u="none" strike="noStrike">
              <a:solidFill>
                <a:srgbClr val="000000"/>
              </a:solidFill>
              <a:effectLst/>
              <a:uFillTx/>
              <a:latin typeface="Arial"/>
            </a:endParaRPr>
          </a:p>
        </p:txBody>
      </p:sp>
      <p:sp>
        <p:nvSpPr>
          <p:cNvPr id="217" name="CasellaDiTesto 1"/>
          <p:cNvSpPr/>
          <p:nvPr/>
        </p:nvSpPr>
        <p:spPr>
          <a:xfrm>
            <a:off x="281880" y="421920"/>
            <a:ext cx="3114000" cy="373320"/>
          </a:xfrm>
          <a:prstGeom prst="rect">
            <a:avLst/>
          </a:prstGeom>
          <a:solidFill>
            <a:schemeClr val="accent2">
              <a:lumMod val="40000"/>
              <a:lumOff val="60000"/>
            </a:schemeClr>
          </a:solidFill>
          <a:ln w="0">
            <a:noFill/>
          </a:ln>
        </p:spPr>
        <p:style>
          <a:lnRef idx="0"/>
          <a:fillRef idx="0"/>
          <a:effectRef idx="0"/>
          <a:fontRef idx="minor"/>
        </p:style>
        <p:txBody>
          <a:bodyPr lIns="90000" rIns="90000" tIns="45000" bIns="45000" anchor="t">
            <a:spAutoFit/>
          </a:bodyPr>
          <a:p>
            <a:pPr algn="just" defTabSz="914400">
              <a:lnSpc>
                <a:spcPct val="107000"/>
              </a:lnSpc>
              <a:spcAft>
                <a:spcPts val="799"/>
              </a:spcAft>
              <a:tabLst>
                <a:tab algn="l" pos="678240"/>
              </a:tabLst>
            </a:pPr>
            <a:r>
              <a:rPr lang="it-IT" sz="1800" b="1" u="none" strike="noStrike">
                <a:solidFill>
                  <a:srgbClr val="050e17"/>
                </a:solidFill>
                <a:effectLst/>
                <a:uFillTx/>
                <a:latin typeface="-apple-system"/>
              </a:rPr>
              <a:t>Tipi di applicazioni JAVA</a:t>
            </a:r>
            <a:endParaRPr lang="it-IT" sz="1800" b="0" u="none" strike="noStrike">
              <a:solidFill>
                <a:srgbClr val="000000"/>
              </a:solidFill>
              <a:effectLst/>
              <a:uFillTx/>
              <a:latin typeface="Arial"/>
            </a:endParaRPr>
          </a:p>
        </p:txBody>
      </p:sp>
      <p:sp>
        <p:nvSpPr>
          <p:cNvPr id="218" name="CasellaDiTesto 3"/>
          <p:cNvSpPr/>
          <p:nvPr/>
        </p:nvSpPr>
        <p:spPr>
          <a:xfrm>
            <a:off x="281880" y="910800"/>
            <a:ext cx="3114000" cy="327960"/>
          </a:xfrm>
          <a:prstGeom prst="rect">
            <a:avLst/>
          </a:prstGeom>
          <a:solidFill>
            <a:schemeClr val="accent1">
              <a:lumMod val="20000"/>
              <a:lumOff val="80000"/>
            </a:schemeClr>
          </a:solidFill>
          <a:ln w="0">
            <a:noFill/>
          </a:ln>
        </p:spPr>
        <p:style>
          <a:lnRef idx="0"/>
          <a:fillRef idx="0"/>
          <a:effectRef idx="0"/>
          <a:fontRef idx="minor"/>
        </p:style>
        <p:txBody>
          <a:bodyPr lIns="90000" rIns="90000" tIns="45000" bIns="45000" anchor="t">
            <a:spAutoFit/>
          </a:bodyPr>
          <a:p>
            <a:pPr defTabSz="914400">
              <a:lnSpc>
                <a:spcPct val="107000"/>
              </a:lnSpc>
              <a:spcAft>
                <a:spcPts val="799"/>
              </a:spcAft>
              <a:tabLst>
                <a:tab algn="l" pos="678240"/>
              </a:tabLst>
            </a:pPr>
            <a:r>
              <a:rPr lang="it-IT" sz="1500" b="1" u="none" strike="noStrike">
                <a:solidFill>
                  <a:srgbClr val="050e17"/>
                </a:solidFill>
                <a:effectLst/>
                <a:uFillTx/>
                <a:latin typeface="-apple-system"/>
              </a:rPr>
              <a:t>Le applicazioni che realizzeremo</a:t>
            </a:r>
            <a:endParaRPr lang="it-IT" sz="1500" b="0" u="none" strike="noStrike">
              <a:solidFill>
                <a:srgbClr val="000000"/>
              </a:solidFill>
              <a:effectLst/>
              <a:uFillTx/>
              <a:latin typeface="Arial"/>
            </a:endParaRPr>
          </a:p>
        </p:txBody>
      </p:sp>
      <p:sp>
        <p:nvSpPr>
          <p:cNvPr id="219" name="CasellaDiTesto 5"/>
          <p:cNvSpPr/>
          <p:nvPr/>
        </p:nvSpPr>
        <p:spPr>
          <a:xfrm>
            <a:off x="3597120" y="406080"/>
            <a:ext cx="6094080" cy="36900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lang="it-IT" sz="1800" b="1" u="none" strike="noStrike">
                <a:solidFill>
                  <a:srgbClr val="050e17"/>
                </a:solidFill>
                <a:effectLst/>
                <a:uFillTx/>
                <a:latin typeface="-apple-system"/>
              </a:rPr>
              <a:t>Applicazioni a finestra</a:t>
            </a:r>
            <a:endParaRPr lang="it-IT"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20" name="Picture 2" descr="Java Logo, symbol, meaning, history, PNG, brand"/>
          <p:cNvPicPr/>
          <p:nvPr/>
        </p:nvPicPr>
        <p:blipFill>
          <a:blip r:embed="rId1"/>
          <a:stretch/>
        </p:blipFill>
        <p:spPr>
          <a:xfrm>
            <a:off x="10632600" y="0"/>
            <a:ext cx="1420560" cy="795240"/>
          </a:xfrm>
          <a:prstGeom prst="rect">
            <a:avLst/>
          </a:prstGeom>
          <a:noFill/>
          <a:ln w="0">
            <a:noFill/>
          </a:ln>
        </p:spPr>
      </p:pic>
      <p:sp>
        <p:nvSpPr>
          <p:cNvPr id="221" name="CasellaDiTesto 4"/>
          <p:cNvSpPr/>
          <p:nvPr/>
        </p:nvSpPr>
        <p:spPr>
          <a:xfrm>
            <a:off x="3048840" y="2459520"/>
            <a:ext cx="6094080" cy="193860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lang="it-IT" sz="3000" b="0" u="none" strike="noStrike">
                <a:solidFill>
                  <a:srgbClr val="050e17"/>
                </a:solidFill>
                <a:effectLst/>
                <a:uFillTx/>
                <a:latin typeface="-apple-system"/>
              </a:rPr>
              <a:t>Le applicazioni server in Java sono programmi che forniscono servizi o risorse a client o altre applicazioni attraverso una rete.</a:t>
            </a:r>
            <a:endParaRPr lang="it-IT" sz="3000" b="0" u="none" strike="noStrike">
              <a:solidFill>
                <a:srgbClr val="000000"/>
              </a:solidFill>
              <a:effectLst/>
              <a:uFillTx/>
              <a:latin typeface="Arial"/>
            </a:endParaRPr>
          </a:p>
        </p:txBody>
      </p:sp>
      <p:sp>
        <p:nvSpPr>
          <p:cNvPr id="222" name="CasellaDiTesto 1"/>
          <p:cNvSpPr/>
          <p:nvPr/>
        </p:nvSpPr>
        <p:spPr>
          <a:xfrm>
            <a:off x="281880" y="421920"/>
            <a:ext cx="3114000" cy="373320"/>
          </a:xfrm>
          <a:prstGeom prst="rect">
            <a:avLst/>
          </a:prstGeom>
          <a:solidFill>
            <a:schemeClr val="accent2">
              <a:lumMod val="40000"/>
              <a:lumOff val="60000"/>
            </a:schemeClr>
          </a:solidFill>
          <a:ln w="0">
            <a:noFill/>
          </a:ln>
        </p:spPr>
        <p:style>
          <a:lnRef idx="0"/>
          <a:fillRef idx="0"/>
          <a:effectRef idx="0"/>
          <a:fontRef idx="minor"/>
        </p:style>
        <p:txBody>
          <a:bodyPr lIns="90000" rIns="90000" tIns="45000" bIns="45000" anchor="t">
            <a:spAutoFit/>
          </a:bodyPr>
          <a:p>
            <a:pPr algn="just" defTabSz="914400">
              <a:lnSpc>
                <a:spcPct val="107000"/>
              </a:lnSpc>
              <a:spcAft>
                <a:spcPts val="799"/>
              </a:spcAft>
              <a:tabLst>
                <a:tab algn="l" pos="678240"/>
              </a:tabLst>
            </a:pPr>
            <a:r>
              <a:rPr lang="it-IT" sz="1800" b="1" u="none" strike="noStrike">
                <a:solidFill>
                  <a:srgbClr val="050e17"/>
                </a:solidFill>
                <a:effectLst/>
                <a:uFillTx/>
                <a:latin typeface="-apple-system"/>
              </a:rPr>
              <a:t>Tipi di applicazioni JAVA</a:t>
            </a:r>
            <a:endParaRPr lang="it-IT" sz="1800" b="0" u="none" strike="noStrike">
              <a:solidFill>
                <a:srgbClr val="000000"/>
              </a:solidFill>
              <a:effectLst/>
              <a:uFillTx/>
              <a:latin typeface="Arial"/>
            </a:endParaRPr>
          </a:p>
        </p:txBody>
      </p:sp>
      <p:sp>
        <p:nvSpPr>
          <p:cNvPr id="223" name="CasellaDiTesto 3"/>
          <p:cNvSpPr/>
          <p:nvPr/>
        </p:nvSpPr>
        <p:spPr>
          <a:xfrm>
            <a:off x="281880" y="910800"/>
            <a:ext cx="3114000" cy="327960"/>
          </a:xfrm>
          <a:prstGeom prst="rect">
            <a:avLst/>
          </a:prstGeom>
          <a:solidFill>
            <a:schemeClr val="accent1">
              <a:lumMod val="20000"/>
              <a:lumOff val="80000"/>
            </a:schemeClr>
          </a:solidFill>
          <a:ln w="0">
            <a:noFill/>
          </a:ln>
        </p:spPr>
        <p:style>
          <a:lnRef idx="0"/>
          <a:fillRef idx="0"/>
          <a:effectRef idx="0"/>
          <a:fontRef idx="minor"/>
        </p:style>
        <p:txBody>
          <a:bodyPr lIns="90000" rIns="90000" tIns="45000" bIns="45000" anchor="t">
            <a:spAutoFit/>
          </a:bodyPr>
          <a:p>
            <a:pPr defTabSz="914400">
              <a:lnSpc>
                <a:spcPct val="107000"/>
              </a:lnSpc>
              <a:spcAft>
                <a:spcPts val="799"/>
              </a:spcAft>
              <a:tabLst>
                <a:tab algn="l" pos="678240"/>
              </a:tabLst>
            </a:pPr>
            <a:r>
              <a:rPr lang="it-IT" sz="1500" b="1" u="none" strike="noStrike">
                <a:solidFill>
                  <a:srgbClr val="050e17"/>
                </a:solidFill>
                <a:effectLst/>
                <a:uFillTx/>
                <a:latin typeface="-apple-system"/>
              </a:rPr>
              <a:t>Le applicazioni che realizzeremo</a:t>
            </a:r>
            <a:endParaRPr lang="it-IT" sz="1500" b="0" u="none" strike="noStrike">
              <a:solidFill>
                <a:srgbClr val="000000"/>
              </a:solidFill>
              <a:effectLst/>
              <a:uFillTx/>
              <a:latin typeface="Arial"/>
            </a:endParaRPr>
          </a:p>
        </p:txBody>
      </p:sp>
      <p:sp>
        <p:nvSpPr>
          <p:cNvPr id="224" name="CasellaDiTesto 5"/>
          <p:cNvSpPr/>
          <p:nvPr/>
        </p:nvSpPr>
        <p:spPr>
          <a:xfrm>
            <a:off x="3597120" y="406080"/>
            <a:ext cx="6094080" cy="36900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lang="it-IT" sz="1800" b="1" u="none" strike="noStrike">
                <a:solidFill>
                  <a:srgbClr val="050e17"/>
                </a:solidFill>
                <a:effectLst/>
                <a:uFillTx/>
                <a:latin typeface="-apple-system"/>
              </a:rPr>
              <a:t>Applicazioni Server</a:t>
            </a:r>
            <a:endParaRPr lang="it-IT"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25" name="Picture 2" descr="Java Logo, symbol, meaning, history, PNG, brand"/>
          <p:cNvPicPr/>
          <p:nvPr/>
        </p:nvPicPr>
        <p:blipFill>
          <a:blip r:embed="rId1"/>
          <a:stretch/>
        </p:blipFill>
        <p:spPr>
          <a:xfrm>
            <a:off x="10632600" y="0"/>
            <a:ext cx="1420560" cy="795240"/>
          </a:xfrm>
          <a:prstGeom prst="rect">
            <a:avLst/>
          </a:prstGeom>
          <a:noFill/>
          <a:ln w="0">
            <a:noFill/>
          </a:ln>
        </p:spPr>
      </p:pic>
      <p:sp>
        <p:nvSpPr>
          <p:cNvPr id="226" name="CasellaDiTesto 4"/>
          <p:cNvSpPr/>
          <p:nvPr/>
        </p:nvSpPr>
        <p:spPr>
          <a:xfrm>
            <a:off x="3048840" y="1766880"/>
            <a:ext cx="6094080" cy="332352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lang="it-IT" sz="3000" b="0" u="none" strike="noStrike">
                <a:solidFill>
                  <a:srgbClr val="050e17"/>
                </a:solidFill>
                <a:effectLst/>
                <a:uFillTx/>
                <a:latin typeface="-apple-system"/>
              </a:rPr>
              <a:t>Un'applicazione server in Java può gestire diverse richieste dai client contemporaneamente e può eseguire operazioni complesse come l'elaborazione di dati, il recupero di informazioni da un database o la gestione di connessioni di rete.</a:t>
            </a:r>
            <a:endParaRPr lang="it-IT" sz="3000" b="0" u="none" strike="noStrike">
              <a:solidFill>
                <a:srgbClr val="000000"/>
              </a:solidFill>
              <a:effectLst/>
              <a:uFillTx/>
              <a:latin typeface="Arial"/>
            </a:endParaRPr>
          </a:p>
        </p:txBody>
      </p:sp>
      <p:sp>
        <p:nvSpPr>
          <p:cNvPr id="227" name="CasellaDiTesto 1"/>
          <p:cNvSpPr/>
          <p:nvPr/>
        </p:nvSpPr>
        <p:spPr>
          <a:xfrm>
            <a:off x="281880" y="421920"/>
            <a:ext cx="3114000" cy="373320"/>
          </a:xfrm>
          <a:prstGeom prst="rect">
            <a:avLst/>
          </a:prstGeom>
          <a:solidFill>
            <a:schemeClr val="accent2">
              <a:lumMod val="40000"/>
              <a:lumOff val="60000"/>
            </a:schemeClr>
          </a:solidFill>
          <a:ln w="0">
            <a:noFill/>
          </a:ln>
        </p:spPr>
        <p:style>
          <a:lnRef idx="0"/>
          <a:fillRef idx="0"/>
          <a:effectRef idx="0"/>
          <a:fontRef idx="minor"/>
        </p:style>
        <p:txBody>
          <a:bodyPr lIns="90000" rIns="90000" tIns="45000" bIns="45000" anchor="t">
            <a:spAutoFit/>
          </a:bodyPr>
          <a:p>
            <a:pPr algn="just" defTabSz="914400">
              <a:lnSpc>
                <a:spcPct val="107000"/>
              </a:lnSpc>
              <a:spcAft>
                <a:spcPts val="799"/>
              </a:spcAft>
              <a:tabLst>
                <a:tab algn="l" pos="678240"/>
              </a:tabLst>
            </a:pPr>
            <a:r>
              <a:rPr lang="it-IT" sz="1800" b="1" u="none" strike="noStrike">
                <a:solidFill>
                  <a:srgbClr val="050e17"/>
                </a:solidFill>
                <a:effectLst/>
                <a:uFillTx/>
                <a:latin typeface="-apple-system"/>
              </a:rPr>
              <a:t>Tipi di applicazioni JAVA</a:t>
            </a:r>
            <a:endParaRPr lang="it-IT" sz="1800" b="0" u="none" strike="noStrike">
              <a:solidFill>
                <a:srgbClr val="000000"/>
              </a:solidFill>
              <a:effectLst/>
              <a:uFillTx/>
              <a:latin typeface="Arial"/>
            </a:endParaRPr>
          </a:p>
        </p:txBody>
      </p:sp>
      <p:sp>
        <p:nvSpPr>
          <p:cNvPr id="228" name="CasellaDiTesto 3"/>
          <p:cNvSpPr/>
          <p:nvPr/>
        </p:nvSpPr>
        <p:spPr>
          <a:xfrm>
            <a:off x="281880" y="910800"/>
            <a:ext cx="3114000" cy="327960"/>
          </a:xfrm>
          <a:prstGeom prst="rect">
            <a:avLst/>
          </a:prstGeom>
          <a:solidFill>
            <a:schemeClr val="accent1">
              <a:lumMod val="20000"/>
              <a:lumOff val="80000"/>
            </a:schemeClr>
          </a:solidFill>
          <a:ln w="0">
            <a:noFill/>
          </a:ln>
        </p:spPr>
        <p:style>
          <a:lnRef idx="0"/>
          <a:fillRef idx="0"/>
          <a:effectRef idx="0"/>
          <a:fontRef idx="minor"/>
        </p:style>
        <p:txBody>
          <a:bodyPr lIns="90000" rIns="90000" tIns="45000" bIns="45000" anchor="t">
            <a:spAutoFit/>
          </a:bodyPr>
          <a:p>
            <a:pPr defTabSz="914400">
              <a:lnSpc>
                <a:spcPct val="107000"/>
              </a:lnSpc>
              <a:spcAft>
                <a:spcPts val="799"/>
              </a:spcAft>
              <a:tabLst>
                <a:tab algn="l" pos="678240"/>
              </a:tabLst>
            </a:pPr>
            <a:r>
              <a:rPr lang="it-IT" sz="1500" b="1" u="none" strike="noStrike">
                <a:solidFill>
                  <a:srgbClr val="050e17"/>
                </a:solidFill>
                <a:effectLst/>
                <a:uFillTx/>
                <a:latin typeface="-apple-system"/>
              </a:rPr>
              <a:t>Le applicazioni che realizzeremo</a:t>
            </a:r>
            <a:endParaRPr lang="it-IT" sz="1500" b="0" u="none" strike="noStrike">
              <a:solidFill>
                <a:srgbClr val="000000"/>
              </a:solidFill>
              <a:effectLst/>
              <a:uFillTx/>
              <a:latin typeface="Arial"/>
            </a:endParaRPr>
          </a:p>
        </p:txBody>
      </p:sp>
      <p:sp>
        <p:nvSpPr>
          <p:cNvPr id="229" name="CasellaDiTesto 5"/>
          <p:cNvSpPr/>
          <p:nvPr/>
        </p:nvSpPr>
        <p:spPr>
          <a:xfrm>
            <a:off x="3597120" y="406080"/>
            <a:ext cx="6094080" cy="36900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lang="it-IT" sz="1800" b="1" u="none" strike="noStrike">
                <a:solidFill>
                  <a:srgbClr val="050e17"/>
                </a:solidFill>
                <a:effectLst/>
                <a:uFillTx/>
                <a:latin typeface="-apple-system"/>
              </a:rPr>
              <a:t>Applicazioni Server</a:t>
            </a:r>
            <a:endParaRPr lang="it-IT"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30" name="Picture 2" descr="Java Logo, symbol, meaning, history, PNG, brand"/>
          <p:cNvPicPr/>
          <p:nvPr/>
        </p:nvPicPr>
        <p:blipFill>
          <a:blip r:embed="rId1"/>
          <a:stretch/>
        </p:blipFill>
        <p:spPr>
          <a:xfrm>
            <a:off x="10632600" y="0"/>
            <a:ext cx="1420560" cy="795240"/>
          </a:xfrm>
          <a:prstGeom prst="rect">
            <a:avLst/>
          </a:prstGeom>
          <a:noFill/>
          <a:ln w="0">
            <a:noFill/>
          </a:ln>
        </p:spPr>
      </p:pic>
      <p:sp>
        <p:nvSpPr>
          <p:cNvPr id="231" name="CasellaDiTesto 4"/>
          <p:cNvSpPr/>
          <p:nvPr/>
        </p:nvSpPr>
        <p:spPr>
          <a:xfrm>
            <a:off x="3048840" y="1766880"/>
            <a:ext cx="6094080" cy="332352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lang="it-IT" sz="3000" b="0" u="none" strike="noStrike">
                <a:solidFill>
                  <a:srgbClr val="050e17"/>
                </a:solidFill>
                <a:effectLst/>
                <a:uFillTx/>
                <a:latin typeface="-apple-system"/>
              </a:rPr>
              <a:t>Un'applicazione server in Java può essere implementata utilizzando il framework Java EE (Java Enterprise Edition), che fornisce una vasta gamma di API e componenti per la gestione delle richieste dei client e la gestione delle risorse del server.</a:t>
            </a:r>
            <a:endParaRPr lang="it-IT" sz="3000" b="0" u="none" strike="noStrike">
              <a:solidFill>
                <a:srgbClr val="000000"/>
              </a:solidFill>
              <a:effectLst/>
              <a:uFillTx/>
              <a:latin typeface="Arial"/>
            </a:endParaRPr>
          </a:p>
        </p:txBody>
      </p:sp>
      <p:sp>
        <p:nvSpPr>
          <p:cNvPr id="232" name="CasellaDiTesto 1"/>
          <p:cNvSpPr/>
          <p:nvPr/>
        </p:nvSpPr>
        <p:spPr>
          <a:xfrm>
            <a:off x="281880" y="421920"/>
            <a:ext cx="3114000" cy="373320"/>
          </a:xfrm>
          <a:prstGeom prst="rect">
            <a:avLst/>
          </a:prstGeom>
          <a:solidFill>
            <a:schemeClr val="accent2">
              <a:lumMod val="40000"/>
              <a:lumOff val="60000"/>
            </a:schemeClr>
          </a:solidFill>
          <a:ln w="0">
            <a:noFill/>
          </a:ln>
        </p:spPr>
        <p:style>
          <a:lnRef idx="0"/>
          <a:fillRef idx="0"/>
          <a:effectRef idx="0"/>
          <a:fontRef idx="minor"/>
        </p:style>
        <p:txBody>
          <a:bodyPr lIns="90000" rIns="90000" tIns="45000" bIns="45000" anchor="t">
            <a:spAutoFit/>
          </a:bodyPr>
          <a:p>
            <a:pPr algn="just" defTabSz="914400">
              <a:lnSpc>
                <a:spcPct val="107000"/>
              </a:lnSpc>
              <a:spcAft>
                <a:spcPts val="799"/>
              </a:spcAft>
              <a:tabLst>
                <a:tab algn="l" pos="678240"/>
              </a:tabLst>
            </a:pPr>
            <a:r>
              <a:rPr lang="it-IT" sz="1800" b="1" u="none" strike="noStrike">
                <a:solidFill>
                  <a:srgbClr val="050e17"/>
                </a:solidFill>
                <a:effectLst/>
                <a:uFillTx/>
                <a:latin typeface="-apple-system"/>
              </a:rPr>
              <a:t>Tipi di applicazioni JAVA</a:t>
            </a:r>
            <a:endParaRPr lang="it-IT" sz="1800" b="0" u="none" strike="noStrike">
              <a:solidFill>
                <a:srgbClr val="000000"/>
              </a:solidFill>
              <a:effectLst/>
              <a:uFillTx/>
              <a:latin typeface="Arial"/>
            </a:endParaRPr>
          </a:p>
        </p:txBody>
      </p:sp>
      <p:sp>
        <p:nvSpPr>
          <p:cNvPr id="233" name="CasellaDiTesto 3"/>
          <p:cNvSpPr/>
          <p:nvPr/>
        </p:nvSpPr>
        <p:spPr>
          <a:xfrm>
            <a:off x="281880" y="910800"/>
            <a:ext cx="3114000" cy="327960"/>
          </a:xfrm>
          <a:prstGeom prst="rect">
            <a:avLst/>
          </a:prstGeom>
          <a:solidFill>
            <a:schemeClr val="accent1">
              <a:lumMod val="20000"/>
              <a:lumOff val="80000"/>
            </a:schemeClr>
          </a:solidFill>
          <a:ln w="0">
            <a:noFill/>
          </a:ln>
        </p:spPr>
        <p:style>
          <a:lnRef idx="0"/>
          <a:fillRef idx="0"/>
          <a:effectRef idx="0"/>
          <a:fontRef idx="minor"/>
        </p:style>
        <p:txBody>
          <a:bodyPr lIns="90000" rIns="90000" tIns="45000" bIns="45000" anchor="t">
            <a:spAutoFit/>
          </a:bodyPr>
          <a:p>
            <a:pPr defTabSz="914400">
              <a:lnSpc>
                <a:spcPct val="107000"/>
              </a:lnSpc>
              <a:spcAft>
                <a:spcPts val="799"/>
              </a:spcAft>
              <a:tabLst>
                <a:tab algn="l" pos="678240"/>
              </a:tabLst>
            </a:pPr>
            <a:r>
              <a:rPr lang="it-IT" sz="1500" b="1" u="none" strike="noStrike">
                <a:solidFill>
                  <a:srgbClr val="050e17"/>
                </a:solidFill>
                <a:effectLst/>
                <a:uFillTx/>
                <a:latin typeface="-apple-system"/>
              </a:rPr>
              <a:t>Le applicazioni che realizzeremo</a:t>
            </a:r>
            <a:endParaRPr lang="it-IT" sz="1500" b="0" u="none" strike="noStrike">
              <a:solidFill>
                <a:srgbClr val="000000"/>
              </a:solidFill>
              <a:effectLst/>
              <a:uFillTx/>
              <a:latin typeface="Arial"/>
            </a:endParaRPr>
          </a:p>
        </p:txBody>
      </p:sp>
      <p:sp>
        <p:nvSpPr>
          <p:cNvPr id="234" name="CasellaDiTesto 5"/>
          <p:cNvSpPr/>
          <p:nvPr/>
        </p:nvSpPr>
        <p:spPr>
          <a:xfrm>
            <a:off x="3597120" y="406080"/>
            <a:ext cx="6094080" cy="36900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lang="it-IT" sz="1800" b="1" u="none" strike="noStrike">
                <a:solidFill>
                  <a:srgbClr val="050e17"/>
                </a:solidFill>
                <a:effectLst/>
                <a:uFillTx/>
                <a:latin typeface="-apple-system"/>
              </a:rPr>
              <a:t>Applicazioni Server</a:t>
            </a:r>
            <a:endParaRPr lang="it-IT"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35" name="Picture 2" descr="Java Logo, symbol, meaning, history, PNG, brand"/>
          <p:cNvPicPr/>
          <p:nvPr/>
        </p:nvPicPr>
        <p:blipFill>
          <a:blip r:embed="rId1"/>
          <a:stretch/>
        </p:blipFill>
        <p:spPr>
          <a:xfrm>
            <a:off x="10632600" y="0"/>
            <a:ext cx="1420560" cy="795240"/>
          </a:xfrm>
          <a:prstGeom prst="rect">
            <a:avLst/>
          </a:prstGeom>
          <a:noFill/>
          <a:ln w="0">
            <a:noFill/>
          </a:ln>
        </p:spPr>
      </p:pic>
      <p:sp>
        <p:nvSpPr>
          <p:cNvPr id="236" name="CasellaDiTesto 4"/>
          <p:cNvSpPr/>
          <p:nvPr/>
        </p:nvSpPr>
        <p:spPr>
          <a:xfrm>
            <a:off x="221760" y="1382400"/>
            <a:ext cx="10350360" cy="39960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lang="it-IT" sz="2000" b="0" u="none" strike="noStrike">
                <a:solidFill>
                  <a:srgbClr val="050e17"/>
                </a:solidFill>
                <a:effectLst/>
                <a:uFillTx/>
                <a:latin typeface="-apple-system"/>
              </a:rPr>
              <a:t>Le applicazioni server in Java possono essere utilizzate in una vasta gamma di applicazioni, tra cui:</a:t>
            </a:r>
            <a:endParaRPr lang="it-IT" sz="2000" b="0" u="none" strike="noStrike">
              <a:solidFill>
                <a:srgbClr val="000000"/>
              </a:solidFill>
              <a:effectLst/>
              <a:uFillTx/>
              <a:latin typeface="Arial"/>
            </a:endParaRPr>
          </a:p>
        </p:txBody>
      </p:sp>
      <p:sp>
        <p:nvSpPr>
          <p:cNvPr id="237" name="CasellaDiTesto 1"/>
          <p:cNvSpPr/>
          <p:nvPr/>
        </p:nvSpPr>
        <p:spPr>
          <a:xfrm>
            <a:off x="281880" y="421920"/>
            <a:ext cx="3114000" cy="373320"/>
          </a:xfrm>
          <a:prstGeom prst="rect">
            <a:avLst/>
          </a:prstGeom>
          <a:solidFill>
            <a:schemeClr val="accent2">
              <a:lumMod val="40000"/>
              <a:lumOff val="60000"/>
            </a:schemeClr>
          </a:solidFill>
          <a:ln w="0">
            <a:noFill/>
          </a:ln>
        </p:spPr>
        <p:style>
          <a:lnRef idx="0"/>
          <a:fillRef idx="0"/>
          <a:effectRef idx="0"/>
          <a:fontRef idx="minor"/>
        </p:style>
        <p:txBody>
          <a:bodyPr lIns="90000" rIns="90000" tIns="45000" bIns="45000" anchor="t">
            <a:spAutoFit/>
          </a:bodyPr>
          <a:p>
            <a:pPr algn="just" defTabSz="914400">
              <a:lnSpc>
                <a:spcPct val="107000"/>
              </a:lnSpc>
              <a:spcAft>
                <a:spcPts val="799"/>
              </a:spcAft>
              <a:tabLst>
                <a:tab algn="l" pos="678240"/>
              </a:tabLst>
            </a:pPr>
            <a:r>
              <a:rPr lang="it-IT" sz="1800" b="1" u="none" strike="noStrike">
                <a:solidFill>
                  <a:srgbClr val="050e17"/>
                </a:solidFill>
                <a:effectLst/>
                <a:uFillTx/>
                <a:latin typeface="-apple-system"/>
              </a:rPr>
              <a:t>Tipi di applicazioni JAVA</a:t>
            </a:r>
            <a:endParaRPr lang="it-IT" sz="1800" b="0" u="none" strike="noStrike">
              <a:solidFill>
                <a:srgbClr val="000000"/>
              </a:solidFill>
              <a:effectLst/>
              <a:uFillTx/>
              <a:latin typeface="Arial"/>
            </a:endParaRPr>
          </a:p>
        </p:txBody>
      </p:sp>
      <p:sp>
        <p:nvSpPr>
          <p:cNvPr id="238" name="CasellaDiTesto 3"/>
          <p:cNvSpPr/>
          <p:nvPr/>
        </p:nvSpPr>
        <p:spPr>
          <a:xfrm>
            <a:off x="281880" y="910800"/>
            <a:ext cx="3114000" cy="327960"/>
          </a:xfrm>
          <a:prstGeom prst="rect">
            <a:avLst/>
          </a:prstGeom>
          <a:solidFill>
            <a:schemeClr val="accent1">
              <a:lumMod val="20000"/>
              <a:lumOff val="80000"/>
            </a:schemeClr>
          </a:solidFill>
          <a:ln w="0">
            <a:noFill/>
          </a:ln>
        </p:spPr>
        <p:style>
          <a:lnRef idx="0"/>
          <a:fillRef idx="0"/>
          <a:effectRef idx="0"/>
          <a:fontRef idx="minor"/>
        </p:style>
        <p:txBody>
          <a:bodyPr lIns="90000" rIns="90000" tIns="45000" bIns="45000" anchor="t">
            <a:spAutoFit/>
          </a:bodyPr>
          <a:p>
            <a:pPr defTabSz="914400">
              <a:lnSpc>
                <a:spcPct val="107000"/>
              </a:lnSpc>
              <a:spcAft>
                <a:spcPts val="799"/>
              </a:spcAft>
              <a:tabLst>
                <a:tab algn="l" pos="678240"/>
              </a:tabLst>
            </a:pPr>
            <a:r>
              <a:rPr lang="it-IT" sz="1500" b="1" u="none" strike="noStrike">
                <a:solidFill>
                  <a:srgbClr val="050e17"/>
                </a:solidFill>
                <a:effectLst/>
                <a:uFillTx/>
                <a:latin typeface="-apple-system"/>
              </a:rPr>
              <a:t>Le applicazioni che realizzeremo</a:t>
            </a:r>
            <a:endParaRPr lang="it-IT" sz="1500" b="0" u="none" strike="noStrike">
              <a:solidFill>
                <a:srgbClr val="000000"/>
              </a:solidFill>
              <a:effectLst/>
              <a:uFillTx/>
              <a:latin typeface="Arial"/>
            </a:endParaRPr>
          </a:p>
        </p:txBody>
      </p:sp>
      <p:sp>
        <p:nvSpPr>
          <p:cNvPr id="239" name="CasellaDiTesto 5"/>
          <p:cNvSpPr/>
          <p:nvPr/>
        </p:nvSpPr>
        <p:spPr>
          <a:xfrm>
            <a:off x="3597120" y="406080"/>
            <a:ext cx="6094080" cy="36900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lang="it-IT" sz="1800" b="1" u="none" strike="noStrike">
                <a:solidFill>
                  <a:srgbClr val="050e17"/>
                </a:solidFill>
                <a:effectLst/>
                <a:uFillTx/>
                <a:latin typeface="-apple-system"/>
              </a:rPr>
              <a:t>Applicazioni Server</a:t>
            </a:r>
            <a:endParaRPr lang="it-IT"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40" name="Picture 2" descr="Java Logo, symbol, meaning, history, PNG, brand"/>
          <p:cNvPicPr/>
          <p:nvPr/>
        </p:nvPicPr>
        <p:blipFill>
          <a:blip r:embed="rId1"/>
          <a:stretch/>
        </p:blipFill>
        <p:spPr>
          <a:xfrm>
            <a:off x="10632600" y="0"/>
            <a:ext cx="1420560" cy="795240"/>
          </a:xfrm>
          <a:prstGeom prst="rect">
            <a:avLst/>
          </a:prstGeom>
          <a:noFill/>
          <a:ln w="0">
            <a:noFill/>
          </a:ln>
        </p:spPr>
      </p:pic>
      <p:sp>
        <p:nvSpPr>
          <p:cNvPr id="241" name="CasellaDiTesto 4"/>
          <p:cNvSpPr/>
          <p:nvPr/>
        </p:nvSpPr>
        <p:spPr>
          <a:xfrm>
            <a:off x="221760" y="1382400"/>
            <a:ext cx="10350360" cy="163080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lang="it-IT" sz="2000" b="0" u="none" strike="noStrike">
                <a:solidFill>
                  <a:srgbClr val="050e17"/>
                </a:solidFill>
                <a:effectLst/>
                <a:uFillTx/>
                <a:latin typeface="-apple-system"/>
              </a:rPr>
              <a:t>Le applicazioni server in Java possono essere utilizzate in una vasta gamma di applicazioni, tra cui:</a:t>
            </a:r>
            <a:endParaRPr lang="it-IT" sz="2000" b="0" u="none" strike="noStrike">
              <a:solidFill>
                <a:srgbClr val="000000"/>
              </a:solidFill>
              <a:effectLst/>
              <a:uFillTx/>
              <a:latin typeface="Arial"/>
            </a:endParaRPr>
          </a:p>
          <a:p>
            <a:pPr indent="-216000" defTabSz="914400">
              <a:lnSpc>
                <a:spcPct val="100000"/>
              </a:lnSpc>
              <a:buClr>
                <a:srgbClr val="050e17"/>
              </a:buClr>
              <a:buFont typeface="Arial"/>
              <a:buChar char="•"/>
            </a:pPr>
            <a:r>
              <a:rPr lang="it-IT" sz="2000" b="0" u="none" strike="noStrike">
                <a:solidFill>
                  <a:srgbClr val="050e17"/>
                </a:solidFill>
                <a:effectLst/>
                <a:uFillTx/>
                <a:latin typeface="-apple-system"/>
              </a:rPr>
              <a:t>Applicazioni web: le applicazioni server in Java possono fornire servizi web attraverso protocolli come HTTP e HTTPS. In questo modo, le applicazioni web possono interagire con i client attraverso un browser web e fornire servizi come la visualizzazione di pagine web dinamiche o l'elaborazione di formulari.</a:t>
            </a:r>
            <a:endParaRPr lang="it-IT" sz="2000" b="0" u="none" strike="noStrike">
              <a:solidFill>
                <a:srgbClr val="000000"/>
              </a:solidFill>
              <a:effectLst/>
              <a:uFillTx/>
              <a:latin typeface="Arial"/>
            </a:endParaRPr>
          </a:p>
        </p:txBody>
      </p:sp>
      <p:sp>
        <p:nvSpPr>
          <p:cNvPr id="242" name="CasellaDiTesto 1"/>
          <p:cNvSpPr/>
          <p:nvPr/>
        </p:nvSpPr>
        <p:spPr>
          <a:xfrm>
            <a:off x="281880" y="421920"/>
            <a:ext cx="3114000" cy="373320"/>
          </a:xfrm>
          <a:prstGeom prst="rect">
            <a:avLst/>
          </a:prstGeom>
          <a:solidFill>
            <a:schemeClr val="accent2">
              <a:lumMod val="40000"/>
              <a:lumOff val="60000"/>
            </a:schemeClr>
          </a:solidFill>
          <a:ln w="0">
            <a:noFill/>
          </a:ln>
        </p:spPr>
        <p:style>
          <a:lnRef idx="0"/>
          <a:fillRef idx="0"/>
          <a:effectRef idx="0"/>
          <a:fontRef idx="minor"/>
        </p:style>
        <p:txBody>
          <a:bodyPr lIns="90000" rIns="90000" tIns="45000" bIns="45000" anchor="t">
            <a:spAutoFit/>
          </a:bodyPr>
          <a:p>
            <a:pPr algn="just" defTabSz="914400">
              <a:lnSpc>
                <a:spcPct val="107000"/>
              </a:lnSpc>
              <a:spcAft>
                <a:spcPts val="799"/>
              </a:spcAft>
              <a:tabLst>
                <a:tab algn="l" pos="678240"/>
              </a:tabLst>
            </a:pPr>
            <a:r>
              <a:rPr lang="it-IT" sz="1800" b="1" u="none" strike="noStrike">
                <a:solidFill>
                  <a:srgbClr val="050e17"/>
                </a:solidFill>
                <a:effectLst/>
                <a:uFillTx/>
                <a:latin typeface="-apple-system"/>
              </a:rPr>
              <a:t>Tipi di applicazioni JAVA</a:t>
            </a:r>
            <a:endParaRPr lang="it-IT" sz="1800" b="0" u="none" strike="noStrike">
              <a:solidFill>
                <a:srgbClr val="000000"/>
              </a:solidFill>
              <a:effectLst/>
              <a:uFillTx/>
              <a:latin typeface="Arial"/>
            </a:endParaRPr>
          </a:p>
        </p:txBody>
      </p:sp>
      <p:sp>
        <p:nvSpPr>
          <p:cNvPr id="243" name="CasellaDiTesto 3"/>
          <p:cNvSpPr/>
          <p:nvPr/>
        </p:nvSpPr>
        <p:spPr>
          <a:xfrm>
            <a:off x="281880" y="910800"/>
            <a:ext cx="3114000" cy="327960"/>
          </a:xfrm>
          <a:prstGeom prst="rect">
            <a:avLst/>
          </a:prstGeom>
          <a:solidFill>
            <a:schemeClr val="accent1">
              <a:lumMod val="20000"/>
              <a:lumOff val="80000"/>
            </a:schemeClr>
          </a:solidFill>
          <a:ln w="0">
            <a:noFill/>
          </a:ln>
        </p:spPr>
        <p:style>
          <a:lnRef idx="0"/>
          <a:fillRef idx="0"/>
          <a:effectRef idx="0"/>
          <a:fontRef idx="minor"/>
        </p:style>
        <p:txBody>
          <a:bodyPr lIns="90000" rIns="90000" tIns="45000" bIns="45000" anchor="t">
            <a:spAutoFit/>
          </a:bodyPr>
          <a:p>
            <a:pPr defTabSz="914400">
              <a:lnSpc>
                <a:spcPct val="107000"/>
              </a:lnSpc>
              <a:spcAft>
                <a:spcPts val="799"/>
              </a:spcAft>
              <a:tabLst>
                <a:tab algn="l" pos="678240"/>
              </a:tabLst>
            </a:pPr>
            <a:r>
              <a:rPr lang="it-IT" sz="1500" b="1" u="none" strike="noStrike">
                <a:solidFill>
                  <a:srgbClr val="050e17"/>
                </a:solidFill>
                <a:effectLst/>
                <a:uFillTx/>
                <a:latin typeface="-apple-system"/>
              </a:rPr>
              <a:t>Le applicazioni che realizzeremo</a:t>
            </a:r>
            <a:endParaRPr lang="it-IT" sz="1500" b="0" u="none" strike="noStrike">
              <a:solidFill>
                <a:srgbClr val="000000"/>
              </a:solidFill>
              <a:effectLst/>
              <a:uFillTx/>
              <a:latin typeface="Arial"/>
            </a:endParaRPr>
          </a:p>
        </p:txBody>
      </p:sp>
      <p:sp>
        <p:nvSpPr>
          <p:cNvPr id="244" name="CasellaDiTesto 5"/>
          <p:cNvSpPr/>
          <p:nvPr/>
        </p:nvSpPr>
        <p:spPr>
          <a:xfrm>
            <a:off x="3597120" y="406080"/>
            <a:ext cx="6094080" cy="36900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lang="it-IT" sz="1800" b="1" u="none" strike="noStrike">
                <a:solidFill>
                  <a:srgbClr val="050e17"/>
                </a:solidFill>
                <a:effectLst/>
                <a:uFillTx/>
                <a:latin typeface="-apple-system"/>
              </a:rPr>
              <a:t>Applicazioni Server</a:t>
            </a:r>
            <a:endParaRPr lang="it-IT"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45" name="Picture 2" descr="Java Logo, symbol, meaning, history, PNG, brand"/>
          <p:cNvPicPr/>
          <p:nvPr/>
        </p:nvPicPr>
        <p:blipFill>
          <a:blip r:embed="rId1"/>
          <a:stretch/>
        </p:blipFill>
        <p:spPr>
          <a:xfrm>
            <a:off x="10632600" y="0"/>
            <a:ext cx="1420560" cy="795240"/>
          </a:xfrm>
          <a:prstGeom prst="rect">
            <a:avLst/>
          </a:prstGeom>
          <a:noFill/>
          <a:ln w="0">
            <a:noFill/>
          </a:ln>
        </p:spPr>
      </p:pic>
      <p:sp>
        <p:nvSpPr>
          <p:cNvPr id="246" name="CasellaDiTesto 4"/>
          <p:cNvSpPr/>
          <p:nvPr/>
        </p:nvSpPr>
        <p:spPr>
          <a:xfrm>
            <a:off x="221760" y="1382400"/>
            <a:ext cx="10350360" cy="255420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lang="it-IT" sz="2000" b="0" u="none" strike="noStrike">
                <a:solidFill>
                  <a:srgbClr val="050e17"/>
                </a:solidFill>
                <a:effectLst/>
                <a:uFillTx/>
                <a:latin typeface="-apple-system"/>
              </a:rPr>
              <a:t>Le applicazioni server in Java possono essere utilizzate in una vasta gamma di applicazioni, tra cui:</a:t>
            </a:r>
            <a:endParaRPr lang="it-IT" sz="2000" b="0" u="none" strike="noStrike">
              <a:solidFill>
                <a:srgbClr val="000000"/>
              </a:solidFill>
              <a:effectLst/>
              <a:uFillTx/>
              <a:latin typeface="Arial"/>
            </a:endParaRPr>
          </a:p>
          <a:p>
            <a:pPr indent="-216000" defTabSz="914400">
              <a:lnSpc>
                <a:spcPct val="100000"/>
              </a:lnSpc>
              <a:buClr>
                <a:srgbClr val="050e17"/>
              </a:buClr>
              <a:buFont typeface="Arial"/>
              <a:buChar char="•"/>
            </a:pPr>
            <a:r>
              <a:rPr lang="it-IT" sz="2000" b="0" u="none" strike="noStrike">
                <a:solidFill>
                  <a:srgbClr val="050e17"/>
                </a:solidFill>
                <a:effectLst/>
                <a:uFillTx/>
                <a:latin typeface="-apple-system"/>
              </a:rPr>
              <a:t>Applicazioni web: le applicazioni server in Java possono fornire servizi web attraverso protocolli come HTTP e HTTPS. In questo modo, le applicazioni web possono interagire con i client attraverso un browser web e fornire servizi come la visualizzazione di pagine web dinamiche o l'elaborazione di formulari.</a:t>
            </a:r>
            <a:endParaRPr lang="it-IT" sz="2000" b="0" u="none" strike="noStrike">
              <a:solidFill>
                <a:srgbClr val="000000"/>
              </a:solidFill>
              <a:effectLst/>
              <a:uFillTx/>
              <a:latin typeface="Arial"/>
            </a:endParaRPr>
          </a:p>
          <a:p>
            <a:pPr indent="-216000" defTabSz="914400">
              <a:lnSpc>
                <a:spcPct val="100000"/>
              </a:lnSpc>
              <a:buClr>
                <a:srgbClr val="050e17"/>
              </a:buClr>
              <a:buFont typeface="Arial"/>
              <a:buChar char="•"/>
            </a:pPr>
            <a:r>
              <a:rPr lang="it-IT" sz="2000" b="0" u="none" strike="noStrike">
                <a:solidFill>
                  <a:srgbClr val="050e17"/>
                </a:solidFill>
                <a:effectLst/>
                <a:uFillTx/>
                <a:latin typeface="-apple-system"/>
              </a:rPr>
              <a:t>Applicazioni di business: le applicazioni server in Java possono essere utilizzate per gestire processi aziendali complessi, come la gestione dell'inventario, la gestione delle risorse umane o la gestione della produzione.</a:t>
            </a:r>
            <a:endParaRPr lang="it-IT" sz="2000" b="0" u="none" strike="noStrike">
              <a:solidFill>
                <a:srgbClr val="000000"/>
              </a:solidFill>
              <a:effectLst/>
              <a:uFillTx/>
              <a:latin typeface="Arial"/>
            </a:endParaRPr>
          </a:p>
        </p:txBody>
      </p:sp>
      <p:sp>
        <p:nvSpPr>
          <p:cNvPr id="247" name="CasellaDiTesto 1"/>
          <p:cNvSpPr/>
          <p:nvPr/>
        </p:nvSpPr>
        <p:spPr>
          <a:xfrm>
            <a:off x="281880" y="421920"/>
            <a:ext cx="3114000" cy="373320"/>
          </a:xfrm>
          <a:prstGeom prst="rect">
            <a:avLst/>
          </a:prstGeom>
          <a:solidFill>
            <a:schemeClr val="accent2">
              <a:lumMod val="40000"/>
              <a:lumOff val="60000"/>
            </a:schemeClr>
          </a:solidFill>
          <a:ln w="0">
            <a:noFill/>
          </a:ln>
        </p:spPr>
        <p:style>
          <a:lnRef idx="0"/>
          <a:fillRef idx="0"/>
          <a:effectRef idx="0"/>
          <a:fontRef idx="minor"/>
        </p:style>
        <p:txBody>
          <a:bodyPr lIns="90000" rIns="90000" tIns="45000" bIns="45000" anchor="t">
            <a:spAutoFit/>
          </a:bodyPr>
          <a:p>
            <a:pPr algn="just" defTabSz="914400">
              <a:lnSpc>
                <a:spcPct val="107000"/>
              </a:lnSpc>
              <a:spcAft>
                <a:spcPts val="799"/>
              </a:spcAft>
              <a:tabLst>
                <a:tab algn="l" pos="678240"/>
              </a:tabLst>
            </a:pPr>
            <a:r>
              <a:rPr lang="it-IT" sz="1800" b="1" u="none" strike="noStrike">
                <a:solidFill>
                  <a:srgbClr val="050e17"/>
                </a:solidFill>
                <a:effectLst/>
                <a:uFillTx/>
                <a:latin typeface="-apple-system"/>
              </a:rPr>
              <a:t>Tipi di applicazioni JAVA</a:t>
            </a:r>
            <a:endParaRPr lang="it-IT" sz="1800" b="0" u="none" strike="noStrike">
              <a:solidFill>
                <a:srgbClr val="000000"/>
              </a:solidFill>
              <a:effectLst/>
              <a:uFillTx/>
              <a:latin typeface="Arial"/>
            </a:endParaRPr>
          </a:p>
        </p:txBody>
      </p:sp>
      <p:sp>
        <p:nvSpPr>
          <p:cNvPr id="248" name="CasellaDiTesto 3"/>
          <p:cNvSpPr/>
          <p:nvPr/>
        </p:nvSpPr>
        <p:spPr>
          <a:xfrm>
            <a:off x="281880" y="910800"/>
            <a:ext cx="3114000" cy="327960"/>
          </a:xfrm>
          <a:prstGeom prst="rect">
            <a:avLst/>
          </a:prstGeom>
          <a:solidFill>
            <a:schemeClr val="accent1">
              <a:lumMod val="20000"/>
              <a:lumOff val="80000"/>
            </a:schemeClr>
          </a:solidFill>
          <a:ln w="0">
            <a:noFill/>
          </a:ln>
        </p:spPr>
        <p:style>
          <a:lnRef idx="0"/>
          <a:fillRef idx="0"/>
          <a:effectRef idx="0"/>
          <a:fontRef idx="minor"/>
        </p:style>
        <p:txBody>
          <a:bodyPr lIns="90000" rIns="90000" tIns="45000" bIns="45000" anchor="t">
            <a:spAutoFit/>
          </a:bodyPr>
          <a:p>
            <a:pPr defTabSz="914400">
              <a:lnSpc>
                <a:spcPct val="107000"/>
              </a:lnSpc>
              <a:spcAft>
                <a:spcPts val="799"/>
              </a:spcAft>
              <a:tabLst>
                <a:tab algn="l" pos="678240"/>
              </a:tabLst>
            </a:pPr>
            <a:r>
              <a:rPr lang="it-IT" sz="1500" b="1" u="none" strike="noStrike">
                <a:solidFill>
                  <a:srgbClr val="050e17"/>
                </a:solidFill>
                <a:effectLst/>
                <a:uFillTx/>
                <a:latin typeface="-apple-system"/>
              </a:rPr>
              <a:t>Le applicazioni che realizzeremo</a:t>
            </a:r>
            <a:endParaRPr lang="it-IT" sz="1500" b="0" u="none" strike="noStrike">
              <a:solidFill>
                <a:srgbClr val="000000"/>
              </a:solidFill>
              <a:effectLst/>
              <a:uFillTx/>
              <a:latin typeface="Arial"/>
            </a:endParaRPr>
          </a:p>
        </p:txBody>
      </p:sp>
      <p:sp>
        <p:nvSpPr>
          <p:cNvPr id="249" name="CasellaDiTesto 5"/>
          <p:cNvSpPr/>
          <p:nvPr/>
        </p:nvSpPr>
        <p:spPr>
          <a:xfrm>
            <a:off x="3597120" y="406080"/>
            <a:ext cx="6094080" cy="36900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lang="it-IT" sz="1800" b="1" u="none" strike="noStrike">
                <a:solidFill>
                  <a:srgbClr val="050e17"/>
                </a:solidFill>
                <a:effectLst/>
                <a:uFillTx/>
                <a:latin typeface="-apple-system"/>
              </a:rPr>
              <a:t>Applicazioni Server</a:t>
            </a:r>
            <a:endParaRPr lang="it-IT"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50" name="Picture 2" descr="Java Logo, symbol, meaning, history, PNG, brand"/>
          <p:cNvPicPr/>
          <p:nvPr/>
        </p:nvPicPr>
        <p:blipFill>
          <a:blip r:embed="rId1"/>
          <a:stretch/>
        </p:blipFill>
        <p:spPr>
          <a:xfrm>
            <a:off x="10632600" y="0"/>
            <a:ext cx="1420560" cy="795240"/>
          </a:xfrm>
          <a:prstGeom prst="rect">
            <a:avLst/>
          </a:prstGeom>
          <a:noFill/>
          <a:ln w="0">
            <a:noFill/>
          </a:ln>
        </p:spPr>
      </p:pic>
      <p:sp>
        <p:nvSpPr>
          <p:cNvPr id="251" name="CasellaDiTesto 4"/>
          <p:cNvSpPr/>
          <p:nvPr/>
        </p:nvSpPr>
        <p:spPr>
          <a:xfrm>
            <a:off x="221760" y="1382400"/>
            <a:ext cx="10350360" cy="347760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lang="it-IT" sz="2000" b="0" u="none" strike="noStrike">
                <a:solidFill>
                  <a:srgbClr val="050e17"/>
                </a:solidFill>
                <a:effectLst/>
                <a:uFillTx/>
                <a:latin typeface="-apple-system"/>
              </a:rPr>
              <a:t>Le applicazioni server in Java possono essere utilizzate in una vasta gamma di applicazioni, tra cui:</a:t>
            </a:r>
            <a:endParaRPr lang="it-IT" sz="2000" b="0" u="none" strike="noStrike">
              <a:solidFill>
                <a:srgbClr val="000000"/>
              </a:solidFill>
              <a:effectLst/>
              <a:uFillTx/>
              <a:latin typeface="Arial"/>
            </a:endParaRPr>
          </a:p>
          <a:p>
            <a:pPr indent="-216000" defTabSz="914400">
              <a:lnSpc>
                <a:spcPct val="100000"/>
              </a:lnSpc>
              <a:buClr>
                <a:srgbClr val="050e17"/>
              </a:buClr>
              <a:buFont typeface="Arial"/>
              <a:buChar char="•"/>
            </a:pPr>
            <a:r>
              <a:rPr lang="it-IT" sz="2000" b="0" u="none" strike="noStrike">
                <a:solidFill>
                  <a:srgbClr val="050e17"/>
                </a:solidFill>
                <a:effectLst/>
                <a:uFillTx/>
                <a:latin typeface="-apple-system"/>
              </a:rPr>
              <a:t>Applicazioni web: le applicazioni server in Java possono fornire servizi web attraverso protocolli come HTTP e HTTPS. In questo modo, le applicazioni web possono interagire con i client attraverso un browser web e fornire servizi come la visualizzazione di pagine web dinamiche o l'elaborazione di formulari.</a:t>
            </a:r>
            <a:endParaRPr lang="it-IT" sz="2000" b="0" u="none" strike="noStrike">
              <a:solidFill>
                <a:srgbClr val="000000"/>
              </a:solidFill>
              <a:effectLst/>
              <a:uFillTx/>
              <a:latin typeface="Arial"/>
            </a:endParaRPr>
          </a:p>
          <a:p>
            <a:pPr indent="-216000" defTabSz="914400">
              <a:lnSpc>
                <a:spcPct val="100000"/>
              </a:lnSpc>
              <a:buClr>
                <a:srgbClr val="050e17"/>
              </a:buClr>
              <a:buFont typeface="Arial"/>
              <a:buChar char="•"/>
            </a:pPr>
            <a:r>
              <a:rPr lang="it-IT" sz="2000" b="0" u="none" strike="noStrike">
                <a:solidFill>
                  <a:srgbClr val="050e17"/>
                </a:solidFill>
                <a:effectLst/>
                <a:uFillTx/>
                <a:latin typeface="-apple-system"/>
              </a:rPr>
              <a:t>Applicazioni di business: le applicazioni server in Java possono essere utilizzate per gestire processi aziendali complessi, come la gestione dell'inventario, la gestione delle risorse umane o la gestione della produzione.</a:t>
            </a:r>
            <a:endParaRPr lang="it-IT" sz="2000" b="0" u="none" strike="noStrike">
              <a:solidFill>
                <a:srgbClr val="000000"/>
              </a:solidFill>
              <a:effectLst/>
              <a:uFillTx/>
              <a:latin typeface="Arial"/>
            </a:endParaRPr>
          </a:p>
          <a:p>
            <a:pPr indent="-216000" defTabSz="914400">
              <a:lnSpc>
                <a:spcPct val="100000"/>
              </a:lnSpc>
              <a:buClr>
                <a:srgbClr val="050e17"/>
              </a:buClr>
              <a:buFont typeface="Arial"/>
              <a:buChar char="•"/>
            </a:pPr>
            <a:r>
              <a:rPr lang="it-IT" sz="2000" b="0" u="none" strike="noStrike">
                <a:solidFill>
                  <a:srgbClr val="050e17"/>
                </a:solidFill>
                <a:effectLst/>
                <a:uFillTx/>
                <a:latin typeface="-apple-system"/>
              </a:rPr>
              <a:t>Applicazioni di e-commerce: le applicazioni server in Java possono essere utilizzate per fornire servizi di e-commerce, come il pagamento online, la gestione degli ordini e la gestione delle spedizioni.</a:t>
            </a:r>
            <a:endParaRPr lang="it-IT" sz="2000" b="0" u="none" strike="noStrike">
              <a:solidFill>
                <a:srgbClr val="000000"/>
              </a:solidFill>
              <a:effectLst/>
              <a:uFillTx/>
              <a:latin typeface="Arial"/>
            </a:endParaRPr>
          </a:p>
        </p:txBody>
      </p:sp>
      <p:sp>
        <p:nvSpPr>
          <p:cNvPr id="252" name="CasellaDiTesto 1"/>
          <p:cNvSpPr/>
          <p:nvPr/>
        </p:nvSpPr>
        <p:spPr>
          <a:xfrm>
            <a:off x="281880" y="421920"/>
            <a:ext cx="3114000" cy="373320"/>
          </a:xfrm>
          <a:prstGeom prst="rect">
            <a:avLst/>
          </a:prstGeom>
          <a:solidFill>
            <a:schemeClr val="accent2">
              <a:lumMod val="40000"/>
              <a:lumOff val="60000"/>
            </a:schemeClr>
          </a:solidFill>
          <a:ln w="0">
            <a:noFill/>
          </a:ln>
        </p:spPr>
        <p:style>
          <a:lnRef idx="0"/>
          <a:fillRef idx="0"/>
          <a:effectRef idx="0"/>
          <a:fontRef idx="minor"/>
        </p:style>
        <p:txBody>
          <a:bodyPr lIns="90000" rIns="90000" tIns="45000" bIns="45000" anchor="t">
            <a:spAutoFit/>
          </a:bodyPr>
          <a:p>
            <a:pPr algn="just" defTabSz="914400">
              <a:lnSpc>
                <a:spcPct val="107000"/>
              </a:lnSpc>
              <a:spcAft>
                <a:spcPts val="799"/>
              </a:spcAft>
              <a:tabLst>
                <a:tab algn="l" pos="678240"/>
              </a:tabLst>
            </a:pPr>
            <a:r>
              <a:rPr lang="it-IT" sz="1800" b="1" u="none" strike="noStrike">
                <a:solidFill>
                  <a:srgbClr val="050e17"/>
                </a:solidFill>
                <a:effectLst/>
                <a:uFillTx/>
                <a:latin typeface="-apple-system"/>
              </a:rPr>
              <a:t>Tipi di applicazioni JAVA</a:t>
            </a:r>
            <a:endParaRPr lang="it-IT" sz="1800" b="0" u="none" strike="noStrike">
              <a:solidFill>
                <a:srgbClr val="000000"/>
              </a:solidFill>
              <a:effectLst/>
              <a:uFillTx/>
              <a:latin typeface="Arial"/>
            </a:endParaRPr>
          </a:p>
        </p:txBody>
      </p:sp>
      <p:sp>
        <p:nvSpPr>
          <p:cNvPr id="253" name="CasellaDiTesto 3"/>
          <p:cNvSpPr/>
          <p:nvPr/>
        </p:nvSpPr>
        <p:spPr>
          <a:xfrm>
            <a:off x="281880" y="910800"/>
            <a:ext cx="3114000" cy="327960"/>
          </a:xfrm>
          <a:prstGeom prst="rect">
            <a:avLst/>
          </a:prstGeom>
          <a:solidFill>
            <a:schemeClr val="accent1">
              <a:lumMod val="20000"/>
              <a:lumOff val="80000"/>
            </a:schemeClr>
          </a:solidFill>
          <a:ln w="0">
            <a:noFill/>
          </a:ln>
        </p:spPr>
        <p:style>
          <a:lnRef idx="0"/>
          <a:fillRef idx="0"/>
          <a:effectRef idx="0"/>
          <a:fontRef idx="minor"/>
        </p:style>
        <p:txBody>
          <a:bodyPr lIns="90000" rIns="90000" tIns="45000" bIns="45000" anchor="t">
            <a:spAutoFit/>
          </a:bodyPr>
          <a:p>
            <a:pPr defTabSz="914400">
              <a:lnSpc>
                <a:spcPct val="107000"/>
              </a:lnSpc>
              <a:spcAft>
                <a:spcPts val="799"/>
              </a:spcAft>
              <a:tabLst>
                <a:tab algn="l" pos="678240"/>
              </a:tabLst>
            </a:pPr>
            <a:r>
              <a:rPr lang="it-IT" sz="1500" b="1" u="none" strike="noStrike">
                <a:solidFill>
                  <a:srgbClr val="050e17"/>
                </a:solidFill>
                <a:effectLst/>
                <a:uFillTx/>
                <a:latin typeface="-apple-system"/>
              </a:rPr>
              <a:t>Le applicazioni che realizzeremo</a:t>
            </a:r>
            <a:endParaRPr lang="it-IT" sz="1500" b="0" u="none" strike="noStrike">
              <a:solidFill>
                <a:srgbClr val="000000"/>
              </a:solidFill>
              <a:effectLst/>
              <a:uFillTx/>
              <a:latin typeface="Arial"/>
            </a:endParaRPr>
          </a:p>
        </p:txBody>
      </p:sp>
      <p:sp>
        <p:nvSpPr>
          <p:cNvPr id="254" name="CasellaDiTesto 5"/>
          <p:cNvSpPr/>
          <p:nvPr/>
        </p:nvSpPr>
        <p:spPr>
          <a:xfrm>
            <a:off x="3597120" y="406080"/>
            <a:ext cx="6094080" cy="36900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lang="it-IT" sz="1800" b="1" u="none" strike="noStrike">
                <a:solidFill>
                  <a:srgbClr val="050e17"/>
                </a:solidFill>
                <a:effectLst/>
                <a:uFillTx/>
                <a:latin typeface="-apple-system"/>
              </a:rPr>
              <a:t>Applicazioni Server</a:t>
            </a:r>
            <a:endParaRPr lang="it-IT"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55" name="Picture 2" descr="Java Logo, symbol, meaning, history, PNG, brand"/>
          <p:cNvPicPr/>
          <p:nvPr/>
        </p:nvPicPr>
        <p:blipFill>
          <a:blip r:embed="rId1"/>
          <a:stretch/>
        </p:blipFill>
        <p:spPr>
          <a:xfrm>
            <a:off x="10632600" y="0"/>
            <a:ext cx="1420560" cy="795240"/>
          </a:xfrm>
          <a:prstGeom prst="rect">
            <a:avLst/>
          </a:prstGeom>
          <a:noFill/>
          <a:ln w="0">
            <a:noFill/>
          </a:ln>
        </p:spPr>
      </p:pic>
      <p:sp>
        <p:nvSpPr>
          <p:cNvPr id="256" name="CasellaDiTesto 4"/>
          <p:cNvSpPr/>
          <p:nvPr/>
        </p:nvSpPr>
        <p:spPr>
          <a:xfrm>
            <a:off x="221760" y="1382400"/>
            <a:ext cx="10350360" cy="409320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lang="it-IT" sz="2000" b="0" u="none" strike="noStrike">
                <a:solidFill>
                  <a:srgbClr val="050e17"/>
                </a:solidFill>
                <a:effectLst/>
                <a:uFillTx/>
                <a:latin typeface="-apple-system"/>
              </a:rPr>
              <a:t>Le applicazioni server in Java possono essere utilizzate in una vasta gamma di applicazioni, tra cui:</a:t>
            </a:r>
            <a:endParaRPr lang="it-IT" sz="2000" b="0" u="none" strike="noStrike">
              <a:solidFill>
                <a:srgbClr val="000000"/>
              </a:solidFill>
              <a:effectLst/>
              <a:uFillTx/>
              <a:latin typeface="Arial"/>
            </a:endParaRPr>
          </a:p>
          <a:p>
            <a:pPr indent="-216000" defTabSz="914400">
              <a:lnSpc>
                <a:spcPct val="100000"/>
              </a:lnSpc>
              <a:buClr>
                <a:srgbClr val="050e17"/>
              </a:buClr>
              <a:buFont typeface="Arial"/>
              <a:buChar char="•"/>
            </a:pPr>
            <a:r>
              <a:rPr lang="it-IT" sz="2000" b="0" u="none" strike="noStrike">
                <a:solidFill>
                  <a:srgbClr val="050e17"/>
                </a:solidFill>
                <a:effectLst/>
                <a:uFillTx/>
                <a:latin typeface="-apple-system"/>
              </a:rPr>
              <a:t>Applicazioni web: le applicazioni server in Java possono fornire servizi web attraverso protocolli come HTTP e HTTPS. In questo modo, le applicazioni web possono interagire con i client attraverso un browser web e fornire servizi come la visualizzazione di pagine web dinamiche o l'elaborazione di formulari.</a:t>
            </a:r>
            <a:endParaRPr lang="it-IT" sz="2000" b="0" u="none" strike="noStrike">
              <a:solidFill>
                <a:srgbClr val="000000"/>
              </a:solidFill>
              <a:effectLst/>
              <a:uFillTx/>
              <a:latin typeface="Arial"/>
            </a:endParaRPr>
          </a:p>
          <a:p>
            <a:pPr indent="-216000" defTabSz="914400">
              <a:lnSpc>
                <a:spcPct val="100000"/>
              </a:lnSpc>
              <a:buClr>
                <a:srgbClr val="050e17"/>
              </a:buClr>
              <a:buFont typeface="Arial"/>
              <a:buChar char="•"/>
            </a:pPr>
            <a:r>
              <a:rPr lang="it-IT" sz="2000" b="0" u="none" strike="noStrike">
                <a:solidFill>
                  <a:srgbClr val="050e17"/>
                </a:solidFill>
                <a:effectLst/>
                <a:uFillTx/>
                <a:latin typeface="-apple-system"/>
              </a:rPr>
              <a:t>Applicazioni di business: le applicazioni server in Java possono essere utilizzate per gestire processi aziendali complessi, come la gestione dell'inventario, la gestione delle risorse umane o la gestione della produzione.</a:t>
            </a:r>
            <a:endParaRPr lang="it-IT" sz="2000" b="0" u="none" strike="noStrike">
              <a:solidFill>
                <a:srgbClr val="000000"/>
              </a:solidFill>
              <a:effectLst/>
              <a:uFillTx/>
              <a:latin typeface="Arial"/>
            </a:endParaRPr>
          </a:p>
          <a:p>
            <a:pPr indent="-216000" defTabSz="914400">
              <a:lnSpc>
                <a:spcPct val="100000"/>
              </a:lnSpc>
              <a:buClr>
                <a:srgbClr val="050e17"/>
              </a:buClr>
              <a:buFont typeface="Arial"/>
              <a:buChar char="•"/>
            </a:pPr>
            <a:r>
              <a:rPr lang="it-IT" sz="2000" b="0" u="none" strike="noStrike">
                <a:solidFill>
                  <a:srgbClr val="050e17"/>
                </a:solidFill>
                <a:effectLst/>
                <a:uFillTx/>
                <a:latin typeface="-apple-system"/>
              </a:rPr>
              <a:t>Applicazioni di e-commerce: le applicazioni server in Java possono essere utilizzate per fornire servizi di e-commerce, come il pagamento online, la gestione degli ordini e la gestione delle spedizioni.</a:t>
            </a:r>
            <a:endParaRPr lang="it-IT" sz="2000" b="0" u="none" strike="noStrike">
              <a:solidFill>
                <a:srgbClr val="000000"/>
              </a:solidFill>
              <a:effectLst/>
              <a:uFillTx/>
              <a:latin typeface="Arial"/>
            </a:endParaRPr>
          </a:p>
          <a:p>
            <a:pPr defTabSz="914400">
              <a:lnSpc>
                <a:spcPct val="100000"/>
              </a:lnSpc>
            </a:pPr>
            <a:r>
              <a:rPr lang="it-IT" sz="2000" b="0" u="none" strike="noStrike">
                <a:solidFill>
                  <a:srgbClr val="050e17"/>
                </a:solidFill>
                <a:effectLst/>
                <a:uFillTx/>
                <a:latin typeface="-apple-system"/>
              </a:rPr>
              <a:t>Le applicazioni server in Java possono essere eseguite su diverse piattaforme, inclusi Windows, Linux e macOS, e possono essere scalate per gestire grandi volumi di traffico o richieste dei client.</a:t>
            </a:r>
            <a:endParaRPr lang="it-IT" sz="2000" b="0" u="none" strike="noStrike">
              <a:solidFill>
                <a:srgbClr val="000000"/>
              </a:solidFill>
              <a:effectLst/>
              <a:uFillTx/>
              <a:latin typeface="Arial"/>
            </a:endParaRPr>
          </a:p>
        </p:txBody>
      </p:sp>
      <p:sp>
        <p:nvSpPr>
          <p:cNvPr id="257" name="CasellaDiTesto 1"/>
          <p:cNvSpPr/>
          <p:nvPr/>
        </p:nvSpPr>
        <p:spPr>
          <a:xfrm>
            <a:off x="281880" y="421920"/>
            <a:ext cx="3114000" cy="373320"/>
          </a:xfrm>
          <a:prstGeom prst="rect">
            <a:avLst/>
          </a:prstGeom>
          <a:solidFill>
            <a:schemeClr val="accent2">
              <a:lumMod val="40000"/>
              <a:lumOff val="60000"/>
            </a:schemeClr>
          </a:solidFill>
          <a:ln w="0">
            <a:noFill/>
          </a:ln>
        </p:spPr>
        <p:style>
          <a:lnRef idx="0"/>
          <a:fillRef idx="0"/>
          <a:effectRef idx="0"/>
          <a:fontRef idx="minor"/>
        </p:style>
        <p:txBody>
          <a:bodyPr lIns="90000" rIns="90000" tIns="45000" bIns="45000" anchor="t">
            <a:spAutoFit/>
          </a:bodyPr>
          <a:p>
            <a:pPr algn="just" defTabSz="914400">
              <a:lnSpc>
                <a:spcPct val="107000"/>
              </a:lnSpc>
              <a:spcAft>
                <a:spcPts val="799"/>
              </a:spcAft>
              <a:tabLst>
                <a:tab algn="l" pos="678240"/>
              </a:tabLst>
            </a:pPr>
            <a:r>
              <a:rPr lang="it-IT" sz="1800" b="1" u="none" strike="noStrike">
                <a:solidFill>
                  <a:srgbClr val="050e17"/>
                </a:solidFill>
                <a:effectLst/>
                <a:uFillTx/>
                <a:latin typeface="-apple-system"/>
              </a:rPr>
              <a:t>Tipi di applicazioni JAVA</a:t>
            </a:r>
            <a:endParaRPr lang="it-IT" sz="1800" b="0" u="none" strike="noStrike">
              <a:solidFill>
                <a:srgbClr val="000000"/>
              </a:solidFill>
              <a:effectLst/>
              <a:uFillTx/>
              <a:latin typeface="Arial"/>
            </a:endParaRPr>
          </a:p>
        </p:txBody>
      </p:sp>
      <p:sp>
        <p:nvSpPr>
          <p:cNvPr id="258" name="CasellaDiTesto 3"/>
          <p:cNvSpPr/>
          <p:nvPr/>
        </p:nvSpPr>
        <p:spPr>
          <a:xfrm>
            <a:off x="281880" y="910800"/>
            <a:ext cx="3114000" cy="327960"/>
          </a:xfrm>
          <a:prstGeom prst="rect">
            <a:avLst/>
          </a:prstGeom>
          <a:solidFill>
            <a:schemeClr val="accent1">
              <a:lumMod val="20000"/>
              <a:lumOff val="80000"/>
            </a:schemeClr>
          </a:solidFill>
          <a:ln w="0">
            <a:noFill/>
          </a:ln>
        </p:spPr>
        <p:style>
          <a:lnRef idx="0"/>
          <a:fillRef idx="0"/>
          <a:effectRef idx="0"/>
          <a:fontRef idx="minor"/>
        </p:style>
        <p:txBody>
          <a:bodyPr lIns="90000" rIns="90000" tIns="45000" bIns="45000" anchor="t">
            <a:spAutoFit/>
          </a:bodyPr>
          <a:p>
            <a:pPr defTabSz="914400">
              <a:lnSpc>
                <a:spcPct val="107000"/>
              </a:lnSpc>
              <a:spcAft>
                <a:spcPts val="799"/>
              </a:spcAft>
              <a:tabLst>
                <a:tab algn="l" pos="678240"/>
              </a:tabLst>
            </a:pPr>
            <a:r>
              <a:rPr lang="it-IT" sz="1500" b="1" u="none" strike="noStrike">
                <a:solidFill>
                  <a:srgbClr val="050e17"/>
                </a:solidFill>
                <a:effectLst/>
                <a:uFillTx/>
                <a:latin typeface="-apple-system"/>
              </a:rPr>
              <a:t>Le applicazioni che realizzeremo</a:t>
            </a:r>
            <a:endParaRPr lang="it-IT" sz="1500" b="0" u="none" strike="noStrike">
              <a:solidFill>
                <a:srgbClr val="000000"/>
              </a:solidFill>
              <a:effectLst/>
              <a:uFillTx/>
              <a:latin typeface="Arial"/>
            </a:endParaRPr>
          </a:p>
        </p:txBody>
      </p:sp>
      <p:sp>
        <p:nvSpPr>
          <p:cNvPr id="259" name="CasellaDiTesto 5"/>
          <p:cNvSpPr/>
          <p:nvPr/>
        </p:nvSpPr>
        <p:spPr>
          <a:xfrm>
            <a:off x="3597120" y="406080"/>
            <a:ext cx="6094080" cy="36900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lang="it-IT" sz="1800" b="1" u="none" strike="noStrike">
                <a:solidFill>
                  <a:srgbClr val="050e17"/>
                </a:solidFill>
                <a:effectLst/>
                <a:uFillTx/>
                <a:latin typeface="-apple-system"/>
              </a:rPr>
              <a:t>Applicazioni Server</a:t>
            </a:r>
            <a:endParaRPr lang="it-IT"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60" name="Picture 2" descr="Java Logo, symbol, meaning, history, PNG, brand"/>
          <p:cNvPicPr/>
          <p:nvPr/>
        </p:nvPicPr>
        <p:blipFill>
          <a:blip r:embed="rId1"/>
          <a:stretch/>
        </p:blipFill>
        <p:spPr>
          <a:xfrm>
            <a:off x="10632600" y="0"/>
            <a:ext cx="1420560" cy="795240"/>
          </a:xfrm>
          <a:prstGeom prst="rect">
            <a:avLst/>
          </a:prstGeom>
          <a:noFill/>
          <a:ln w="0">
            <a:noFill/>
          </a:ln>
        </p:spPr>
      </p:pic>
      <p:sp>
        <p:nvSpPr>
          <p:cNvPr id="261" name="CasellaDiTesto 4"/>
          <p:cNvSpPr/>
          <p:nvPr/>
        </p:nvSpPr>
        <p:spPr>
          <a:xfrm>
            <a:off x="3523320" y="978480"/>
            <a:ext cx="6094080" cy="517032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lang="it-IT" sz="3000" b="0" u="none" strike="noStrike">
                <a:solidFill>
                  <a:srgbClr val="050e17"/>
                </a:solidFill>
                <a:effectLst/>
                <a:uFillTx/>
                <a:latin typeface="-apple-system"/>
              </a:rPr>
              <a:t>In JAVA è possibile sviluppare qualunque tipo di applicazione, tra quelle elencate.</a:t>
            </a:r>
            <a:endParaRPr lang="it-IT" sz="3000" b="0" u="none" strike="noStrike">
              <a:solidFill>
                <a:srgbClr val="000000"/>
              </a:solidFill>
              <a:effectLst/>
              <a:uFillTx/>
              <a:latin typeface="Arial"/>
            </a:endParaRPr>
          </a:p>
          <a:p>
            <a:pPr defTabSz="914400">
              <a:lnSpc>
                <a:spcPct val="100000"/>
              </a:lnSpc>
            </a:pPr>
            <a:r>
              <a:rPr lang="it-IT" sz="3000" b="0" u="none" strike="noStrike">
                <a:solidFill>
                  <a:srgbClr val="050e17"/>
                </a:solidFill>
                <a:effectLst/>
                <a:uFillTx/>
                <a:latin typeface="-apple-system"/>
              </a:rPr>
              <a:t>Inizialmente, la maniera migliore per apprendere in modo proficuo il linguaggio JAVA è iniziare sviluppando applicazioni console.</a:t>
            </a:r>
            <a:endParaRPr lang="it-IT" sz="3000" b="0" u="none" strike="noStrike">
              <a:solidFill>
                <a:srgbClr val="000000"/>
              </a:solidFill>
              <a:effectLst/>
              <a:uFillTx/>
              <a:latin typeface="Arial"/>
            </a:endParaRPr>
          </a:p>
          <a:p>
            <a:pPr defTabSz="914400">
              <a:lnSpc>
                <a:spcPct val="100000"/>
              </a:lnSpc>
            </a:pPr>
            <a:r>
              <a:rPr lang="it-IT" sz="3000" b="0" u="none" strike="noStrike">
                <a:solidFill>
                  <a:srgbClr val="050e17"/>
                </a:solidFill>
                <a:effectLst/>
                <a:uFillTx/>
                <a:latin typeface="-apple-system"/>
              </a:rPr>
              <a:t>Successivamente è possibile proseguire con altre metodologie e tipi di applicazioni.</a:t>
            </a:r>
            <a:endParaRPr lang="it-IT" sz="3000" b="0" u="none" strike="noStrike">
              <a:solidFill>
                <a:srgbClr val="000000"/>
              </a:solidFill>
              <a:effectLst/>
              <a:uFillTx/>
              <a:latin typeface="Arial"/>
            </a:endParaRPr>
          </a:p>
          <a:p>
            <a:pPr defTabSz="914400">
              <a:lnSpc>
                <a:spcPct val="100000"/>
              </a:lnSpc>
            </a:pPr>
            <a:r>
              <a:rPr lang="it-IT" sz="3000" b="0" u="none" strike="noStrike">
                <a:solidFill>
                  <a:srgbClr val="050e17"/>
                </a:solidFill>
                <a:effectLst/>
                <a:uFillTx/>
                <a:latin typeface="-apple-system"/>
              </a:rPr>
              <a:t>Noi quindi inizieremo da quelle.</a:t>
            </a:r>
            <a:endParaRPr lang="it-IT" sz="3000" b="0" u="none" strike="noStrike">
              <a:solidFill>
                <a:srgbClr val="000000"/>
              </a:solidFill>
              <a:effectLst/>
              <a:uFillTx/>
              <a:latin typeface="Arial"/>
            </a:endParaRPr>
          </a:p>
        </p:txBody>
      </p:sp>
      <p:sp>
        <p:nvSpPr>
          <p:cNvPr id="262" name="CasellaDiTesto 1"/>
          <p:cNvSpPr/>
          <p:nvPr/>
        </p:nvSpPr>
        <p:spPr>
          <a:xfrm>
            <a:off x="281880" y="421920"/>
            <a:ext cx="3114000" cy="373320"/>
          </a:xfrm>
          <a:prstGeom prst="rect">
            <a:avLst/>
          </a:prstGeom>
          <a:solidFill>
            <a:schemeClr val="accent2">
              <a:lumMod val="40000"/>
              <a:lumOff val="60000"/>
            </a:schemeClr>
          </a:solidFill>
          <a:ln w="0">
            <a:noFill/>
          </a:ln>
        </p:spPr>
        <p:style>
          <a:lnRef idx="0"/>
          <a:fillRef idx="0"/>
          <a:effectRef idx="0"/>
          <a:fontRef idx="minor"/>
        </p:style>
        <p:txBody>
          <a:bodyPr lIns="90000" rIns="90000" tIns="45000" bIns="45000" anchor="t">
            <a:spAutoFit/>
          </a:bodyPr>
          <a:p>
            <a:pPr algn="just" defTabSz="914400">
              <a:lnSpc>
                <a:spcPct val="107000"/>
              </a:lnSpc>
              <a:spcAft>
                <a:spcPts val="799"/>
              </a:spcAft>
              <a:tabLst>
                <a:tab algn="l" pos="678240"/>
              </a:tabLst>
            </a:pPr>
            <a:r>
              <a:rPr lang="it-IT" sz="1800" b="1" u="none" strike="noStrike">
                <a:solidFill>
                  <a:srgbClr val="050e17"/>
                </a:solidFill>
                <a:effectLst/>
                <a:uFillTx/>
                <a:latin typeface="-apple-system"/>
              </a:rPr>
              <a:t>Tipi di applicazioni JAVA</a:t>
            </a:r>
            <a:endParaRPr lang="it-IT" sz="1800" b="0" u="none" strike="noStrike">
              <a:solidFill>
                <a:srgbClr val="000000"/>
              </a:solidFill>
              <a:effectLst/>
              <a:uFillTx/>
              <a:latin typeface="Arial"/>
            </a:endParaRPr>
          </a:p>
        </p:txBody>
      </p:sp>
      <p:sp>
        <p:nvSpPr>
          <p:cNvPr id="263" name="CasellaDiTesto 3"/>
          <p:cNvSpPr/>
          <p:nvPr/>
        </p:nvSpPr>
        <p:spPr>
          <a:xfrm>
            <a:off x="281880" y="910800"/>
            <a:ext cx="3114000" cy="327960"/>
          </a:xfrm>
          <a:prstGeom prst="rect">
            <a:avLst/>
          </a:prstGeom>
          <a:solidFill>
            <a:schemeClr val="accent1">
              <a:lumMod val="20000"/>
              <a:lumOff val="80000"/>
            </a:schemeClr>
          </a:solidFill>
          <a:ln w="0">
            <a:noFill/>
          </a:ln>
        </p:spPr>
        <p:style>
          <a:lnRef idx="0"/>
          <a:fillRef idx="0"/>
          <a:effectRef idx="0"/>
          <a:fontRef idx="minor"/>
        </p:style>
        <p:txBody>
          <a:bodyPr lIns="90000" rIns="90000" tIns="45000" bIns="45000" anchor="t">
            <a:spAutoFit/>
          </a:bodyPr>
          <a:p>
            <a:pPr defTabSz="914400">
              <a:lnSpc>
                <a:spcPct val="107000"/>
              </a:lnSpc>
              <a:spcAft>
                <a:spcPts val="799"/>
              </a:spcAft>
              <a:tabLst>
                <a:tab algn="l" pos="678240"/>
              </a:tabLst>
            </a:pPr>
            <a:r>
              <a:rPr lang="it-IT" sz="1500" b="1" u="none" strike="noStrike">
                <a:solidFill>
                  <a:srgbClr val="050e17"/>
                </a:solidFill>
                <a:effectLst/>
                <a:uFillTx/>
                <a:latin typeface="-apple-system"/>
              </a:rPr>
              <a:t>Le applicazioni che realizzeremo</a:t>
            </a:r>
            <a:endParaRPr lang="it-IT" sz="1500" b="0" u="none" strike="noStrike">
              <a:solidFill>
                <a:srgbClr val="000000"/>
              </a:solidFill>
              <a:effectLst/>
              <a:uFillTx/>
              <a:latin typeface="Arial"/>
            </a:endParaRPr>
          </a:p>
        </p:txBody>
      </p:sp>
      <p:sp>
        <p:nvSpPr>
          <p:cNvPr id="264" name="CasellaDiTesto 5"/>
          <p:cNvSpPr/>
          <p:nvPr/>
        </p:nvSpPr>
        <p:spPr>
          <a:xfrm>
            <a:off x="3597120" y="406080"/>
            <a:ext cx="6094080" cy="36900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lang="it-IT" sz="1800" b="1" u="none" strike="noStrike">
                <a:solidFill>
                  <a:srgbClr val="050e17"/>
                </a:solidFill>
                <a:effectLst/>
                <a:uFillTx/>
                <a:latin typeface="-apple-system"/>
              </a:rPr>
              <a:t>SI MA NOI? COSA REALIZZEREMO?</a:t>
            </a:r>
            <a:endParaRPr lang="it-IT"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65" name="Picture 2" descr="Java Logo, symbol, meaning, history, PNG, brand"/>
          <p:cNvPicPr/>
          <p:nvPr/>
        </p:nvPicPr>
        <p:blipFill>
          <a:blip r:embed="rId1"/>
          <a:stretch/>
        </p:blipFill>
        <p:spPr>
          <a:xfrm>
            <a:off x="10632600" y="0"/>
            <a:ext cx="1420560" cy="795240"/>
          </a:xfrm>
          <a:prstGeom prst="rect">
            <a:avLst/>
          </a:prstGeom>
          <a:noFill/>
          <a:ln w="0">
            <a:noFill/>
          </a:ln>
        </p:spPr>
      </p:pic>
      <p:sp>
        <p:nvSpPr>
          <p:cNvPr id="266" name="CasellaDiTesto 4"/>
          <p:cNvSpPr/>
          <p:nvPr/>
        </p:nvSpPr>
        <p:spPr>
          <a:xfrm>
            <a:off x="3523320" y="978480"/>
            <a:ext cx="6094080" cy="39960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lang="it-IT" sz="2000" b="0" u="none" strike="noStrike">
                <a:solidFill>
                  <a:srgbClr val="050e17"/>
                </a:solidFill>
                <a:effectLst/>
                <a:uFillTx/>
                <a:latin typeface="-apple-system"/>
              </a:rPr>
              <a:t>Da un punto di vista generale, noi </a:t>
            </a:r>
            <a:endParaRPr lang="it-IT" sz="2000" b="0" u="none" strike="noStrike">
              <a:solidFill>
                <a:srgbClr val="000000"/>
              </a:solidFill>
              <a:effectLst/>
              <a:uFillTx/>
              <a:latin typeface="Arial"/>
            </a:endParaRPr>
          </a:p>
        </p:txBody>
      </p:sp>
      <p:sp>
        <p:nvSpPr>
          <p:cNvPr id="267" name="CasellaDiTesto 1"/>
          <p:cNvSpPr/>
          <p:nvPr/>
        </p:nvSpPr>
        <p:spPr>
          <a:xfrm>
            <a:off x="281880" y="421920"/>
            <a:ext cx="3114000" cy="373320"/>
          </a:xfrm>
          <a:prstGeom prst="rect">
            <a:avLst/>
          </a:prstGeom>
          <a:solidFill>
            <a:schemeClr val="accent2">
              <a:lumMod val="40000"/>
              <a:lumOff val="60000"/>
            </a:schemeClr>
          </a:solidFill>
          <a:ln w="0">
            <a:noFill/>
          </a:ln>
        </p:spPr>
        <p:style>
          <a:lnRef idx="0"/>
          <a:fillRef idx="0"/>
          <a:effectRef idx="0"/>
          <a:fontRef idx="minor"/>
        </p:style>
        <p:txBody>
          <a:bodyPr lIns="90000" rIns="90000" tIns="45000" bIns="45000" anchor="t">
            <a:spAutoFit/>
          </a:bodyPr>
          <a:p>
            <a:pPr algn="just" defTabSz="914400">
              <a:lnSpc>
                <a:spcPct val="107000"/>
              </a:lnSpc>
              <a:spcAft>
                <a:spcPts val="799"/>
              </a:spcAft>
              <a:tabLst>
                <a:tab algn="l" pos="678240"/>
              </a:tabLst>
            </a:pPr>
            <a:r>
              <a:rPr lang="it-IT" sz="1800" b="1" u="none" strike="noStrike">
                <a:solidFill>
                  <a:srgbClr val="050e17"/>
                </a:solidFill>
                <a:effectLst/>
                <a:uFillTx/>
                <a:latin typeface="-apple-system"/>
              </a:rPr>
              <a:t>Tipi di applicazioni JAVA</a:t>
            </a:r>
            <a:endParaRPr lang="it-IT" sz="1800" b="0" u="none" strike="noStrike">
              <a:solidFill>
                <a:srgbClr val="000000"/>
              </a:solidFill>
              <a:effectLst/>
              <a:uFillTx/>
              <a:latin typeface="Arial"/>
            </a:endParaRPr>
          </a:p>
        </p:txBody>
      </p:sp>
      <p:sp>
        <p:nvSpPr>
          <p:cNvPr id="268" name="CasellaDiTesto 3"/>
          <p:cNvSpPr/>
          <p:nvPr/>
        </p:nvSpPr>
        <p:spPr>
          <a:xfrm>
            <a:off x="281880" y="910800"/>
            <a:ext cx="3114000" cy="327960"/>
          </a:xfrm>
          <a:prstGeom prst="rect">
            <a:avLst/>
          </a:prstGeom>
          <a:solidFill>
            <a:schemeClr val="accent1">
              <a:lumMod val="20000"/>
              <a:lumOff val="80000"/>
            </a:schemeClr>
          </a:solidFill>
          <a:ln w="0">
            <a:noFill/>
          </a:ln>
        </p:spPr>
        <p:style>
          <a:lnRef idx="0"/>
          <a:fillRef idx="0"/>
          <a:effectRef idx="0"/>
          <a:fontRef idx="minor"/>
        </p:style>
        <p:txBody>
          <a:bodyPr lIns="90000" rIns="90000" tIns="45000" bIns="45000" anchor="t">
            <a:spAutoFit/>
          </a:bodyPr>
          <a:p>
            <a:pPr defTabSz="914400">
              <a:lnSpc>
                <a:spcPct val="107000"/>
              </a:lnSpc>
              <a:spcAft>
                <a:spcPts val="799"/>
              </a:spcAft>
              <a:tabLst>
                <a:tab algn="l" pos="678240"/>
              </a:tabLst>
            </a:pPr>
            <a:r>
              <a:rPr lang="it-IT" sz="1500" b="1" u="none" strike="noStrike">
                <a:solidFill>
                  <a:srgbClr val="050e17"/>
                </a:solidFill>
                <a:effectLst/>
                <a:uFillTx/>
                <a:latin typeface="-apple-system"/>
              </a:rPr>
              <a:t>Le applicazioni che realizzeremo</a:t>
            </a:r>
            <a:endParaRPr lang="it-IT" sz="1500" b="0" u="none" strike="noStrike">
              <a:solidFill>
                <a:srgbClr val="000000"/>
              </a:solidFill>
              <a:effectLst/>
              <a:uFillTx/>
              <a:latin typeface="Arial"/>
            </a:endParaRPr>
          </a:p>
        </p:txBody>
      </p:sp>
      <p:sp>
        <p:nvSpPr>
          <p:cNvPr id="269" name="CasellaDiTesto 5"/>
          <p:cNvSpPr/>
          <p:nvPr/>
        </p:nvSpPr>
        <p:spPr>
          <a:xfrm>
            <a:off x="3597120" y="406080"/>
            <a:ext cx="6094080" cy="36900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lang="it-IT" sz="1800" b="1" u="none" strike="noStrike">
                <a:solidFill>
                  <a:srgbClr val="050e17"/>
                </a:solidFill>
                <a:effectLst/>
                <a:uFillTx/>
                <a:latin typeface="-apple-system"/>
              </a:rPr>
              <a:t>Da un punto di vista generale</a:t>
            </a:r>
            <a:endParaRPr lang="it-IT"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70" name="Picture 2" descr="Java Logo, symbol, meaning, history, PNG, brand"/>
          <p:cNvPicPr/>
          <p:nvPr/>
        </p:nvPicPr>
        <p:blipFill>
          <a:blip r:embed="rId1"/>
          <a:stretch/>
        </p:blipFill>
        <p:spPr>
          <a:xfrm>
            <a:off x="10632600" y="0"/>
            <a:ext cx="1420560" cy="795240"/>
          </a:xfrm>
          <a:prstGeom prst="rect">
            <a:avLst/>
          </a:prstGeom>
          <a:noFill/>
          <a:ln w="0">
            <a:noFill/>
          </a:ln>
        </p:spPr>
      </p:pic>
      <p:sp>
        <p:nvSpPr>
          <p:cNvPr id="271" name="CasellaDiTesto 4"/>
          <p:cNvSpPr/>
          <p:nvPr/>
        </p:nvSpPr>
        <p:spPr>
          <a:xfrm>
            <a:off x="3523320" y="978480"/>
            <a:ext cx="6094080" cy="132300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lang="it-IT" sz="2000" b="0" u="none" strike="noStrike">
                <a:solidFill>
                  <a:srgbClr val="050e17"/>
                </a:solidFill>
                <a:effectLst/>
                <a:uFillTx/>
                <a:latin typeface="-apple-system"/>
              </a:rPr>
              <a:t>Da un punto di vista generale, noi </a:t>
            </a:r>
            <a:endParaRPr lang="it-IT" sz="2000" b="0" u="none" strike="noStrike">
              <a:solidFill>
                <a:srgbClr val="000000"/>
              </a:solidFill>
              <a:effectLst/>
              <a:uFillTx/>
              <a:latin typeface="Arial"/>
            </a:endParaRPr>
          </a:p>
          <a:p>
            <a:pPr marL="343080" indent="-343080" defTabSz="914400">
              <a:lnSpc>
                <a:spcPct val="100000"/>
              </a:lnSpc>
              <a:buClr>
                <a:srgbClr val="050e17"/>
              </a:buClr>
              <a:buFont typeface="OpenSymbol"/>
              <a:buChar char="-"/>
            </a:pPr>
            <a:r>
              <a:rPr lang="it-IT" sz="2000" b="0" u="none" strike="noStrike">
                <a:solidFill>
                  <a:srgbClr val="050e17"/>
                </a:solidFill>
                <a:effectLst/>
                <a:uFillTx/>
                <a:latin typeface="-apple-system"/>
              </a:rPr>
              <a:t>Scriveremo del codice dentro dei file, che chiameremo con nomi terminanti con estensioni ".java"</a:t>
            </a:r>
            <a:endParaRPr lang="it-IT" sz="2000" b="0" u="none" strike="noStrike">
              <a:solidFill>
                <a:srgbClr val="000000"/>
              </a:solidFill>
              <a:effectLst/>
              <a:uFillTx/>
              <a:latin typeface="Arial"/>
            </a:endParaRPr>
          </a:p>
        </p:txBody>
      </p:sp>
      <p:sp>
        <p:nvSpPr>
          <p:cNvPr id="272" name="CasellaDiTesto 1"/>
          <p:cNvSpPr/>
          <p:nvPr/>
        </p:nvSpPr>
        <p:spPr>
          <a:xfrm>
            <a:off x="281880" y="421920"/>
            <a:ext cx="3114000" cy="373320"/>
          </a:xfrm>
          <a:prstGeom prst="rect">
            <a:avLst/>
          </a:prstGeom>
          <a:solidFill>
            <a:schemeClr val="accent2">
              <a:lumMod val="40000"/>
              <a:lumOff val="60000"/>
            </a:schemeClr>
          </a:solidFill>
          <a:ln w="0">
            <a:noFill/>
          </a:ln>
        </p:spPr>
        <p:style>
          <a:lnRef idx="0"/>
          <a:fillRef idx="0"/>
          <a:effectRef idx="0"/>
          <a:fontRef idx="minor"/>
        </p:style>
        <p:txBody>
          <a:bodyPr lIns="90000" rIns="90000" tIns="45000" bIns="45000" anchor="t">
            <a:spAutoFit/>
          </a:bodyPr>
          <a:p>
            <a:pPr algn="just" defTabSz="914400">
              <a:lnSpc>
                <a:spcPct val="107000"/>
              </a:lnSpc>
              <a:spcAft>
                <a:spcPts val="799"/>
              </a:spcAft>
              <a:tabLst>
                <a:tab algn="l" pos="678240"/>
              </a:tabLst>
            </a:pPr>
            <a:r>
              <a:rPr lang="it-IT" sz="1800" b="1" u="none" strike="noStrike">
                <a:solidFill>
                  <a:srgbClr val="050e17"/>
                </a:solidFill>
                <a:effectLst/>
                <a:uFillTx/>
                <a:latin typeface="-apple-system"/>
              </a:rPr>
              <a:t>Tipi di applicazioni JAVA</a:t>
            </a:r>
            <a:endParaRPr lang="it-IT" sz="1800" b="0" u="none" strike="noStrike">
              <a:solidFill>
                <a:srgbClr val="000000"/>
              </a:solidFill>
              <a:effectLst/>
              <a:uFillTx/>
              <a:latin typeface="Arial"/>
            </a:endParaRPr>
          </a:p>
        </p:txBody>
      </p:sp>
      <p:sp>
        <p:nvSpPr>
          <p:cNvPr id="273" name="CasellaDiTesto 3"/>
          <p:cNvSpPr/>
          <p:nvPr/>
        </p:nvSpPr>
        <p:spPr>
          <a:xfrm>
            <a:off x="281880" y="910800"/>
            <a:ext cx="3114000" cy="327960"/>
          </a:xfrm>
          <a:prstGeom prst="rect">
            <a:avLst/>
          </a:prstGeom>
          <a:solidFill>
            <a:schemeClr val="accent1">
              <a:lumMod val="20000"/>
              <a:lumOff val="80000"/>
            </a:schemeClr>
          </a:solidFill>
          <a:ln w="0">
            <a:noFill/>
          </a:ln>
        </p:spPr>
        <p:style>
          <a:lnRef idx="0"/>
          <a:fillRef idx="0"/>
          <a:effectRef idx="0"/>
          <a:fontRef idx="minor"/>
        </p:style>
        <p:txBody>
          <a:bodyPr lIns="90000" rIns="90000" tIns="45000" bIns="45000" anchor="t">
            <a:spAutoFit/>
          </a:bodyPr>
          <a:p>
            <a:pPr defTabSz="914400">
              <a:lnSpc>
                <a:spcPct val="107000"/>
              </a:lnSpc>
              <a:spcAft>
                <a:spcPts val="799"/>
              </a:spcAft>
              <a:tabLst>
                <a:tab algn="l" pos="678240"/>
              </a:tabLst>
            </a:pPr>
            <a:r>
              <a:rPr lang="it-IT" sz="1500" b="1" u="none" strike="noStrike">
                <a:solidFill>
                  <a:srgbClr val="050e17"/>
                </a:solidFill>
                <a:effectLst/>
                <a:uFillTx/>
                <a:latin typeface="-apple-system"/>
              </a:rPr>
              <a:t>Le applicazioni che realizzeremo</a:t>
            </a:r>
            <a:endParaRPr lang="it-IT" sz="1500" b="0" u="none" strike="noStrike">
              <a:solidFill>
                <a:srgbClr val="000000"/>
              </a:solidFill>
              <a:effectLst/>
              <a:uFillTx/>
              <a:latin typeface="Arial"/>
            </a:endParaRPr>
          </a:p>
        </p:txBody>
      </p:sp>
      <p:sp>
        <p:nvSpPr>
          <p:cNvPr id="274" name="CasellaDiTesto 5"/>
          <p:cNvSpPr/>
          <p:nvPr/>
        </p:nvSpPr>
        <p:spPr>
          <a:xfrm>
            <a:off x="3597120" y="406080"/>
            <a:ext cx="6094080" cy="36900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lang="it-IT" sz="1800" b="1" u="none" strike="noStrike">
                <a:solidFill>
                  <a:srgbClr val="050e17"/>
                </a:solidFill>
                <a:effectLst/>
                <a:uFillTx/>
                <a:latin typeface="-apple-system"/>
              </a:rPr>
              <a:t>Da un punto di vista generale</a:t>
            </a:r>
            <a:endParaRPr lang="it-IT"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75" name="Picture 2" descr="Java Logo, symbol, meaning, history, PNG, brand"/>
          <p:cNvPicPr/>
          <p:nvPr/>
        </p:nvPicPr>
        <p:blipFill>
          <a:blip r:embed="rId1"/>
          <a:stretch/>
        </p:blipFill>
        <p:spPr>
          <a:xfrm>
            <a:off x="10632600" y="0"/>
            <a:ext cx="1420560" cy="795240"/>
          </a:xfrm>
          <a:prstGeom prst="rect">
            <a:avLst/>
          </a:prstGeom>
          <a:noFill/>
          <a:ln w="0">
            <a:noFill/>
          </a:ln>
        </p:spPr>
      </p:pic>
      <p:sp>
        <p:nvSpPr>
          <p:cNvPr id="276" name="CasellaDiTesto 4"/>
          <p:cNvSpPr/>
          <p:nvPr/>
        </p:nvSpPr>
        <p:spPr>
          <a:xfrm>
            <a:off x="3523320" y="978480"/>
            <a:ext cx="6094080" cy="224640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lang="it-IT" sz="2000" b="0" u="none" strike="noStrike">
                <a:solidFill>
                  <a:srgbClr val="050e17"/>
                </a:solidFill>
                <a:effectLst/>
                <a:uFillTx/>
                <a:latin typeface="-apple-system"/>
              </a:rPr>
              <a:t>Da un punto di vista generale, noi </a:t>
            </a:r>
            <a:endParaRPr lang="it-IT" sz="2000" b="0" u="none" strike="noStrike">
              <a:solidFill>
                <a:srgbClr val="000000"/>
              </a:solidFill>
              <a:effectLst/>
              <a:uFillTx/>
              <a:latin typeface="Arial"/>
            </a:endParaRPr>
          </a:p>
          <a:p>
            <a:pPr marL="343080" indent="-343080" defTabSz="914400">
              <a:lnSpc>
                <a:spcPct val="100000"/>
              </a:lnSpc>
              <a:buClr>
                <a:srgbClr val="050e17"/>
              </a:buClr>
              <a:buFont typeface="OpenSymbol"/>
              <a:buChar char="-"/>
            </a:pPr>
            <a:r>
              <a:rPr lang="it-IT" sz="2000" b="0" u="none" strike="noStrike">
                <a:solidFill>
                  <a:srgbClr val="050e17"/>
                </a:solidFill>
                <a:effectLst/>
                <a:uFillTx/>
                <a:latin typeface="-apple-system"/>
              </a:rPr>
              <a:t>Scriveremo del codice dentro dei file, che chiameremo con nomi terminanti con estensioni ".java" </a:t>
            </a:r>
            <a:endParaRPr lang="it-IT" sz="2000" b="0" u="none" strike="noStrike">
              <a:solidFill>
                <a:srgbClr val="000000"/>
              </a:solidFill>
              <a:effectLst/>
              <a:uFillTx/>
              <a:latin typeface="Arial"/>
            </a:endParaRPr>
          </a:p>
          <a:p>
            <a:pPr marL="343080" indent="-343080" defTabSz="914400">
              <a:lnSpc>
                <a:spcPct val="100000"/>
              </a:lnSpc>
              <a:buClr>
                <a:srgbClr val="050e17"/>
              </a:buClr>
              <a:buFont typeface="OpenSymbol"/>
              <a:buChar char="-"/>
            </a:pPr>
            <a:r>
              <a:rPr lang="it-IT" sz="2000" b="0" u="none" strike="noStrike">
                <a:solidFill>
                  <a:srgbClr val="050e17"/>
                </a:solidFill>
                <a:effectLst/>
                <a:uFillTx/>
                <a:latin typeface="-apple-system"/>
              </a:rPr>
              <a:t>Useremo un programmino messo a disposizione dal KIT di sviluppo di JAVA per trasformare (compilare) questi file in dei file ".class" </a:t>
            </a:r>
            <a:endParaRPr lang="it-IT" sz="2000" b="0" u="none" strike="noStrike">
              <a:solidFill>
                <a:srgbClr val="000000"/>
              </a:solidFill>
              <a:effectLst/>
              <a:uFillTx/>
              <a:latin typeface="Arial"/>
            </a:endParaRPr>
          </a:p>
        </p:txBody>
      </p:sp>
      <p:sp>
        <p:nvSpPr>
          <p:cNvPr id="277" name="CasellaDiTesto 1"/>
          <p:cNvSpPr/>
          <p:nvPr/>
        </p:nvSpPr>
        <p:spPr>
          <a:xfrm>
            <a:off x="281880" y="421920"/>
            <a:ext cx="3114000" cy="373320"/>
          </a:xfrm>
          <a:prstGeom prst="rect">
            <a:avLst/>
          </a:prstGeom>
          <a:solidFill>
            <a:schemeClr val="accent2">
              <a:lumMod val="40000"/>
              <a:lumOff val="60000"/>
            </a:schemeClr>
          </a:solidFill>
          <a:ln w="0">
            <a:noFill/>
          </a:ln>
        </p:spPr>
        <p:style>
          <a:lnRef idx="0"/>
          <a:fillRef idx="0"/>
          <a:effectRef idx="0"/>
          <a:fontRef idx="minor"/>
        </p:style>
        <p:txBody>
          <a:bodyPr lIns="90000" rIns="90000" tIns="45000" bIns="45000" anchor="t">
            <a:spAutoFit/>
          </a:bodyPr>
          <a:p>
            <a:pPr algn="just" defTabSz="914400">
              <a:lnSpc>
                <a:spcPct val="107000"/>
              </a:lnSpc>
              <a:spcAft>
                <a:spcPts val="799"/>
              </a:spcAft>
              <a:tabLst>
                <a:tab algn="l" pos="678240"/>
              </a:tabLst>
            </a:pPr>
            <a:r>
              <a:rPr lang="it-IT" sz="1800" b="1" u="none" strike="noStrike">
                <a:solidFill>
                  <a:srgbClr val="050e17"/>
                </a:solidFill>
                <a:effectLst/>
                <a:uFillTx/>
                <a:latin typeface="-apple-system"/>
              </a:rPr>
              <a:t>Tipi di applicazioni JAVA</a:t>
            </a:r>
            <a:endParaRPr lang="it-IT" sz="1800" b="0" u="none" strike="noStrike">
              <a:solidFill>
                <a:srgbClr val="000000"/>
              </a:solidFill>
              <a:effectLst/>
              <a:uFillTx/>
              <a:latin typeface="Arial"/>
            </a:endParaRPr>
          </a:p>
        </p:txBody>
      </p:sp>
      <p:sp>
        <p:nvSpPr>
          <p:cNvPr id="278" name="CasellaDiTesto 3"/>
          <p:cNvSpPr/>
          <p:nvPr/>
        </p:nvSpPr>
        <p:spPr>
          <a:xfrm>
            <a:off x="281880" y="910800"/>
            <a:ext cx="3114000" cy="327960"/>
          </a:xfrm>
          <a:prstGeom prst="rect">
            <a:avLst/>
          </a:prstGeom>
          <a:solidFill>
            <a:schemeClr val="accent1">
              <a:lumMod val="20000"/>
              <a:lumOff val="80000"/>
            </a:schemeClr>
          </a:solidFill>
          <a:ln w="0">
            <a:noFill/>
          </a:ln>
        </p:spPr>
        <p:style>
          <a:lnRef idx="0"/>
          <a:fillRef idx="0"/>
          <a:effectRef idx="0"/>
          <a:fontRef idx="minor"/>
        </p:style>
        <p:txBody>
          <a:bodyPr lIns="90000" rIns="90000" tIns="45000" bIns="45000" anchor="t">
            <a:spAutoFit/>
          </a:bodyPr>
          <a:p>
            <a:pPr defTabSz="914400">
              <a:lnSpc>
                <a:spcPct val="107000"/>
              </a:lnSpc>
              <a:spcAft>
                <a:spcPts val="799"/>
              </a:spcAft>
              <a:tabLst>
                <a:tab algn="l" pos="678240"/>
              </a:tabLst>
            </a:pPr>
            <a:r>
              <a:rPr lang="it-IT" sz="1500" b="1" u="none" strike="noStrike">
                <a:solidFill>
                  <a:srgbClr val="050e17"/>
                </a:solidFill>
                <a:effectLst/>
                <a:uFillTx/>
                <a:latin typeface="-apple-system"/>
              </a:rPr>
              <a:t>Le applicazioni che realizzeremo</a:t>
            </a:r>
            <a:endParaRPr lang="it-IT" sz="1500" b="0" u="none" strike="noStrike">
              <a:solidFill>
                <a:srgbClr val="000000"/>
              </a:solidFill>
              <a:effectLst/>
              <a:uFillTx/>
              <a:latin typeface="Arial"/>
            </a:endParaRPr>
          </a:p>
        </p:txBody>
      </p:sp>
      <p:sp>
        <p:nvSpPr>
          <p:cNvPr id="279" name="CasellaDiTesto 5"/>
          <p:cNvSpPr/>
          <p:nvPr/>
        </p:nvSpPr>
        <p:spPr>
          <a:xfrm>
            <a:off x="3597120" y="406080"/>
            <a:ext cx="6094080" cy="36900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lang="it-IT" sz="1800" b="1" u="none" strike="noStrike">
                <a:solidFill>
                  <a:srgbClr val="050e17"/>
                </a:solidFill>
                <a:effectLst/>
                <a:uFillTx/>
                <a:latin typeface="-apple-system"/>
              </a:rPr>
              <a:t>Da un punto di vista generale</a:t>
            </a:r>
            <a:endParaRPr lang="it-IT"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80" name="Picture 2" descr="Java Logo, symbol, meaning, history, PNG, brand"/>
          <p:cNvPicPr/>
          <p:nvPr/>
        </p:nvPicPr>
        <p:blipFill>
          <a:blip r:embed="rId1"/>
          <a:stretch/>
        </p:blipFill>
        <p:spPr>
          <a:xfrm>
            <a:off x="10632600" y="0"/>
            <a:ext cx="1420560" cy="795240"/>
          </a:xfrm>
          <a:prstGeom prst="rect">
            <a:avLst/>
          </a:prstGeom>
          <a:noFill/>
          <a:ln w="0">
            <a:noFill/>
          </a:ln>
        </p:spPr>
      </p:pic>
      <p:sp>
        <p:nvSpPr>
          <p:cNvPr id="281" name="CasellaDiTesto 4"/>
          <p:cNvSpPr/>
          <p:nvPr/>
        </p:nvSpPr>
        <p:spPr>
          <a:xfrm>
            <a:off x="3523320" y="978480"/>
            <a:ext cx="6094080" cy="347760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lang="it-IT" sz="2000" b="0" u="none" strike="noStrike">
                <a:solidFill>
                  <a:srgbClr val="050e17"/>
                </a:solidFill>
                <a:effectLst/>
                <a:uFillTx/>
                <a:latin typeface="-apple-system"/>
              </a:rPr>
              <a:t>Da un punto di vista generale, noi </a:t>
            </a:r>
            <a:endParaRPr lang="it-IT" sz="2000" b="0" u="none" strike="noStrike">
              <a:solidFill>
                <a:srgbClr val="000000"/>
              </a:solidFill>
              <a:effectLst/>
              <a:uFillTx/>
              <a:latin typeface="Arial"/>
            </a:endParaRPr>
          </a:p>
          <a:p>
            <a:pPr marL="343080" indent="-343080" defTabSz="914400">
              <a:lnSpc>
                <a:spcPct val="100000"/>
              </a:lnSpc>
              <a:buClr>
                <a:srgbClr val="050e17"/>
              </a:buClr>
              <a:buFont typeface="OpenSymbol"/>
              <a:buChar char="-"/>
            </a:pPr>
            <a:r>
              <a:rPr lang="it-IT" sz="2000" b="0" u="none" strike="noStrike">
                <a:solidFill>
                  <a:srgbClr val="050e17"/>
                </a:solidFill>
                <a:effectLst/>
                <a:uFillTx/>
                <a:latin typeface="-apple-system"/>
              </a:rPr>
              <a:t>Scriveremo del codice dentro dei file, che chiameremo con nomi terminanti con estensioni ".java" </a:t>
            </a:r>
            <a:endParaRPr lang="it-IT" sz="2000" b="0" u="none" strike="noStrike">
              <a:solidFill>
                <a:srgbClr val="000000"/>
              </a:solidFill>
              <a:effectLst/>
              <a:uFillTx/>
              <a:latin typeface="Arial"/>
            </a:endParaRPr>
          </a:p>
          <a:p>
            <a:pPr marL="343080" indent="-343080" defTabSz="914400">
              <a:lnSpc>
                <a:spcPct val="100000"/>
              </a:lnSpc>
              <a:buClr>
                <a:srgbClr val="050e17"/>
              </a:buClr>
              <a:buFont typeface="OpenSymbol"/>
              <a:buChar char="-"/>
            </a:pPr>
            <a:r>
              <a:rPr lang="it-IT" sz="2000" b="0" u="none" strike="noStrike">
                <a:solidFill>
                  <a:srgbClr val="050e17"/>
                </a:solidFill>
                <a:effectLst/>
                <a:uFillTx/>
                <a:latin typeface="-apple-system"/>
              </a:rPr>
              <a:t>Useremo un programmino messo a disposizione dal KIT di sviluppo di JAVA per trasformare (compilare) questi file in dei file ".class" </a:t>
            </a:r>
            <a:endParaRPr lang="it-IT" sz="2000" b="0" u="none" strike="noStrike">
              <a:solidFill>
                <a:srgbClr val="000000"/>
              </a:solidFill>
              <a:effectLst/>
              <a:uFillTx/>
              <a:latin typeface="Arial"/>
            </a:endParaRPr>
          </a:p>
          <a:p>
            <a:pPr marL="343080" indent="-343080" defTabSz="914400">
              <a:lnSpc>
                <a:spcPct val="100000"/>
              </a:lnSpc>
              <a:buClr>
                <a:srgbClr val="050e17"/>
              </a:buClr>
              <a:buFont typeface="OpenSymbol"/>
              <a:buChar char="-"/>
            </a:pPr>
            <a:r>
              <a:rPr lang="it-IT" sz="2000" b="0" u="none" strike="noStrike">
                <a:solidFill>
                  <a:srgbClr val="050e17"/>
                </a:solidFill>
                <a:effectLst/>
                <a:uFillTx/>
                <a:latin typeface="-apple-system"/>
              </a:rPr>
              <a:t>Alcuni di quei file, a seconda di come avremo scritto il codice, potranno essere file eseguibili (applicazioni) mentre altri saranno solo file di supporto (necessari, magari, all’esecuzione ma non eseguibili)</a:t>
            </a:r>
            <a:endParaRPr lang="it-IT" sz="2000" b="0" u="none" strike="noStrike">
              <a:solidFill>
                <a:srgbClr val="000000"/>
              </a:solidFill>
              <a:effectLst/>
              <a:uFillTx/>
              <a:latin typeface="Arial"/>
            </a:endParaRPr>
          </a:p>
        </p:txBody>
      </p:sp>
      <p:sp>
        <p:nvSpPr>
          <p:cNvPr id="282" name="CasellaDiTesto 1"/>
          <p:cNvSpPr/>
          <p:nvPr/>
        </p:nvSpPr>
        <p:spPr>
          <a:xfrm>
            <a:off x="281880" y="421920"/>
            <a:ext cx="3114000" cy="373320"/>
          </a:xfrm>
          <a:prstGeom prst="rect">
            <a:avLst/>
          </a:prstGeom>
          <a:solidFill>
            <a:schemeClr val="accent2">
              <a:lumMod val="40000"/>
              <a:lumOff val="60000"/>
            </a:schemeClr>
          </a:solidFill>
          <a:ln w="0">
            <a:noFill/>
          </a:ln>
        </p:spPr>
        <p:style>
          <a:lnRef idx="0"/>
          <a:fillRef idx="0"/>
          <a:effectRef idx="0"/>
          <a:fontRef idx="minor"/>
        </p:style>
        <p:txBody>
          <a:bodyPr lIns="90000" rIns="90000" tIns="45000" bIns="45000" anchor="t">
            <a:spAutoFit/>
          </a:bodyPr>
          <a:p>
            <a:pPr algn="just" defTabSz="914400">
              <a:lnSpc>
                <a:spcPct val="107000"/>
              </a:lnSpc>
              <a:spcAft>
                <a:spcPts val="799"/>
              </a:spcAft>
              <a:tabLst>
                <a:tab algn="l" pos="678240"/>
              </a:tabLst>
            </a:pPr>
            <a:r>
              <a:rPr lang="it-IT" sz="1800" b="1" u="none" strike="noStrike">
                <a:solidFill>
                  <a:srgbClr val="050e17"/>
                </a:solidFill>
                <a:effectLst/>
                <a:uFillTx/>
                <a:latin typeface="-apple-system"/>
              </a:rPr>
              <a:t>Tipi di applicazioni JAVA</a:t>
            </a:r>
            <a:endParaRPr lang="it-IT" sz="1800" b="0" u="none" strike="noStrike">
              <a:solidFill>
                <a:srgbClr val="000000"/>
              </a:solidFill>
              <a:effectLst/>
              <a:uFillTx/>
              <a:latin typeface="Arial"/>
            </a:endParaRPr>
          </a:p>
        </p:txBody>
      </p:sp>
      <p:sp>
        <p:nvSpPr>
          <p:cNvPr id="283" name="CasellaDiTesto 3"/>
          <p:cNvSpPr/>
          <p:nvPr/>
        </p:nvSpPr>
        <p:spPr>
          <a:xfrm>
            <a:off x="281880" y="910800"/>
            <a:ext cx="3114000" cy="327960"/>
          </a:xfrm>
          <a:prstGeom prst="rect">
            <a:avLst/>
          </a:prstGeom>
          <a:solidFill>
            <a:schemeClr val="accent1">
              <a:lumMod val="20000"/>
              <a:lumOff val="80000"/>
            </a:schemeClr>
          </a:solidFill>
          <a:ln w="0">
            <a:noFill/>
          </a:ln>
        </p:spPr>
        <p:style>
          <a:lnRef idx="0"/>
          <a:fillRef idx="0"/>
          <a:effectRef idx="0"/>
          <a:fontRef idx="minor"/>
        </p:style>
        <p:txBody>
          <a:bodyPr lIns="90000" rIns="90000" tIns="45000" bIns="45000" anchor="t">
            <a:spAutoFit/>
          </a:bodyPr>
          <a:p>
            <a:pPr defTabSz="914400">
              <a:lnSpc>
                <a:spcPct val="107000"/>
              </a:lnSpc>
              <a:spcAft>
                <a:spcPts val="799"/>
              </a:spcAft>
              <a:tabLst>
                <a:tab algn="l" pos="678240"/>
              </a:tabLst>
            </a:pPr>
            <a:r>
              <a:rPr lang="it-IT" sz="1500" b="1" u="none" strike="noStrike">
                <a:solidFill>
                  <a:srgbClr val="050e17"/>
                </a:solidFill>
                <a:effectLst/>
                <a:uFillTx/>
                <a:latin typeface="-apple-system"/>
              </a:rPr>
              <a:t>Le applicazioni che realizzeremo</a:t>
            </a:r>
            <a:endParaRPr lang="it-IT" sz="1500" b="0" u="none" strike="noStrike">
              <a:solidFill>
                <a:srgbClr val="000000"/>
              </a:solidFill>
              <a:effectLst/>
              <a:uFillTx/>
              <a:latin typeface="Arial"/>
            </a:endParaRPr>
          </a:p>
        </p:txBody>
      </p:sp>
      <p:sp>
        <p:nvSpPr>
          <p:cNvPr id="284" name="CasellaDiTesto 5"/>
          <p:cNvSpPr/>
          <p:nvPr/>
        </p:nvSpPr>
        <p:spPr>
          <a:xfrm>
            <a:off x="3597120" y="406080"/>
            <a:ext cx="6094080" cy="36900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lang="it-IT" sz="1800" b="1" u="none" strike="noStrike">
                <a:solidFill>
                  <a:srgbClr val="050e17"/>
                </a:solidFill>
                <a:effectLst/>
                <a:uFillTx/>
                <a:latin typeface="-apple-system"/>
              </a:rPr>
              <a:t>Da un punto di vista generale</a:t>
            </a:r>
            <a:endParaRPr lang="it-IT"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85" name="Picture 2" descr="Java Logo, symbol, meaning, history, PNG, brand"/>
          <p:cNvPicPr/>
          <p:nvPr/>
        </p:nvPicPr>
        <p:blipFill>
          <a:blip r:embed="rId1"/>
          <a:stretch/>
        </p:blipFill>
        <p:spPr>
          <a:xfrm>
            <a:off x="10632600" y="0"/>
            <a:ext cx="1420560" cy="795240"/>
          </a:xfrm>
          <a:prstGeom prst="rect">
            <a:avLst/>
          </a:prstGeom>
          <a:noFill/>
          <a:ln w="0">
            <a:noFill/>
          </a:ln>
        </p:spPr>
      </p:pic>
      <p:sp>
        <p:nvSpPr>
          <p:cNvPr id="286" name="CasellaDiTesto 4"/>
          <p:cNvSpPr/>
          <p:nvPr/>
        </p:nvSpPr>
        <p:spPr>
          <a:xfrm>
            <a:off x="3523320" y="978480"/>
            <a:ext cx="6094080" cy="440100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lang="it-IT" sz="2000" b="0" u="none" strike="noStrike">
                <a:solidFill>
                  <a:srgbClr val="050e17"/>
                </a:solidFill>
                <a:effectLst/>
                <a:uFillTx/>
                <a:latin typeface="-apple-system"/>
              </a:rPr>
              <a:t>Da un punto di vista generale, noi </a:t>
            </a:r>
            <a:endParaRPr lang="it-IT" sz="2000" b="0" u="none" strike="noStrike">
              <a:solidFill>
                <a:srgbClr val="000000"/>
              </a:solidFill>
              <a:effectLst/>
              <a:uFillTx/>
              <a:latin typeface="Arial"/>
            </a:endParaRPr>
          </a:p>
          <a:p>
            <a:pPr marL="343080" indent="-343080" defTabSz="914400">
              <a:lnSpc>
                <a:spcPct val="100000"/>
              </a:lnSpc>
              <a:buClr>
                <a:srgbClr val="050e17"/>
              </a:buClr>
              <a:buFont typeface="OpenSymbol"/>
              <a:buChar char="-"/>
            </a:pPr>
            <a:r>
              <a:rPr lang="it-IT" sz="2000" b="0" u="none" strike="noStrike">
                <a:solidFill>
                  <a:srgbClr val="050e17"/>
                </a:solidFill>
                <a:effectLst/>
                <a:uFillTx/>
                <a:latin typeface="-apple-system"/>
              </a:rPr>
              <a:t>Scriveremo del codice dentro dei file, che chiameremo con nomi terminanti con estensioni ".java" </a:t>
            </a:r>
            <a:endParaRPr lang="it-IT" sz="2000" b="0" u="none" strike="noStrike">
              <a:solidFill>
                <a:srgbClr val="000000"/>
              </a:solidFill>
              <a:effectLst/>
              <a:uFillTx/>
              <a:latin typeface="Arial"/>
            </a:endParaRPr>
          </a:p>
          <a:p>
            <a:pPr marL="343080" indent="-343080" defTabSz="914400">
              <a:lnSpc>
                <a:spcPct val="100000"/>
              </a:lnSpc>
              <a:buClr>
                <a:srgbClr val="050e17"/>
              </a:buClr>
              <a:buFont typeface="OpenSymbol"/>
              <a:buChar char="-"/>
            </a:pPr>
            <a:r>
              <a:rPr lang="it-IT" sz="2000" b="0" u="none" strike="noStrike">
                <a:solidFill>
                  <a:srgbClr val="050e17"/>
                </a:solidFill>
                <a:effectLst/>
                <a:uFillTx/>
                <a:latin typeface="-apple-system"/>
              </a:rPr>
              <a:t>Useremo un programmino messo a disposizione dal KIT di sviluppo di JAVA per trasformare (compilare) questi file in dei file ".class" </a:t>
            </a:r>
            <a:endParaRPr lang="it-IT" sz="2000" b="0" u="none" strike="noStrike">
              <a:solidFill>
                <a:srgbClr val="000000"/>
              </a:solidFill>
              <a:effectLst/>
              <a:uFillTx/>
              <a:latin typeface="Arial"/>
            </a:endParaRPr>
          </a:p>
          <a:p>
            <a:pPr marL="343080" indent="-343080" defTabSz="914400">
              <a:lnSpc>
                <a:spcPct val="100000"/>
              </a:lnSpc>
              <a:buClr>
                <a:srgbClr val="050e17"/>
              </a:buClr>
              <a:buFont typeface="OpenSymbol"/>
              <a:buChar char="-"/>
            </a:pPr>
            <a:r>
              <a:rPr lang="it-IT" sz="2000" b="0" u="none" strike="noStrike">
                <a:solidFill>
                  <a:srgbClr val="050e17"/>
                </a:solidFill>
                <a:effectLst/>
                <a:uFillTx/>
                <a:latin typeface="-apple-system"/>
              </a:rPr>
              <a:t>Alcuni di quei file, a seconda di come avremo scritto il codice, potranno essere file eseguibili (applicazioni) mentre altri saranno solo file di supporto (necessari, magari, all’esecuzione ma non eseguibili)</a:t>
            </a:r>
            <a:endParaRPr lang="it-IT" sz="2000" b="0" u="none" strike="noStrike">
              <a:solidFill>
                <a:srgbClr val="000000"/>
              </a:solidFill>
              <a:effectLst/>
              <a:uFillTx/>
              <a:latin typeface="Arial"/>
            </a:endParaRPr>
          </a:p>
          <a:p>
            <a:pPr marL="343080" indent="-343080" defTabSz="914400">
              <a:lnSpc>
                <a:spcPct val="100000"/>
              </a:lnSpc>
              <a:buClr>
                <a:srgbClr val="050e17"/>
              </a:buClr>
              <a:buFont typeface="OpenSymbol"/>
              <a:buChar char="-"/>
            </a:pPr>
            <a:r>
              <a:rPr lang="it-IT" sz="2000" b="0" u="none" strike="noStrike">
                <a:solidFill>
                  <a:srgbClr val="050e17"/>
                </a:solidFill>
                <a:effectLst/>
                <a:uFillTx/>
                <a:latin typeface="-apple-system"/>
              </a:rPr>
              <a:t>E per eseguire le applicazioni useremo la JVM (in vari modi, ma in linea generale alla JVM sarà passato il file ".class" da eseguire</a:t>
            </a:r>
            <a:endParaRPr lang="it-IT" sz="2000" b="0" u="none" strike="noStrike">
              <a:solidFill>
                <a:srgbClr val="000000"/>
              </a:solidFill>
              <a:effectLst/>
              <a:uFillTx/>
              <a:latin typeface="Arial"/>
            </a:endParaRPr>
          </a:p>
        </p:txBody>
      </p:sp>
      <p:sp>
        <p:nvSpPr>
          <p:cNvPr id="287" name="CasellaDiTesto 1"/>
          <p:cNvSpPr/>
          <p:nvPr/>
        </p:nvSpPr>
        <p:spPr>
          <a:xfrm>
            <a:off x="281880" y="421920"/>
            <a:ext cx="3114000" cy="373320"/>
          </a:xfrm>
          <a:prstGeom prst="rect">
            <a:avLst/>
          </a:prstGeom>
          <a:solidFill>
            <a:schemeClr val="accent2">
              <a:lumMod val="40000"/>
              <a:lumOff val="60000"/>
            </a:schemeClr>
          </a:solidFill>
          <a:ln w="0">
            <a:noFill/>
          </a:ln>
        </p:spPr>
        <p:style>
          <a:lnRef idx="0"/>
          <a:fillRef idx="0"/>
          <a:effectRef idx="0"/>
          <a:fontRef idx="minor"/>
        </p:style>
        <p:txBody>
          <a:bodyPr lIns="90000" rIns="90000" tIns="45000" bIns="45000" anchor="t">
            <a:spAutoFit/>
          </a:bodyPr>
          <a:p>
            <a:pPr algn="just" defTabSz="914400">
              <a:lnSpc>
                <a:spcPct val="107000"/>
              </a:lnSpc>
              <a:spcAft>
                <a:spcPts val="799"/>
              </a:spcAft>
              <a:tabLst>
                <a:tab algn="l" pos="678240"/>
              </a:tabLst>
            </a:pPr>
            <a:r>
              <a:rPr lang="it-IT" sz="1800" b="1" u="none" strike="noStrike">
                <a:solidFill>
                  <a:srgbClr val="050e17"/>
                </a:solidFill>
                <a:effectLst/>
                <a:uFillTx/>
                <a:latin typeface="-apple-system"/>
              </a:rPr>
              <a:t>Tipi di applicazioni JAVA</a:t>
            </a:r>
            <a:endParaRPr lang="it-IT" sz="1800" b="0" u="none" strike="noStrike">
              <a:solidFill>
                <a:srgbClr val="000000"/>
              </a:solidFill>
              <a:effectLst/>
              <a:uFillTx/>
              <a:latin typeface="Arial"/>
            </a:endParaRPr>
          </a:p>
        </p:txBody>
      </p:sp>
      <p:sp>
        <p:nvSpPr>
          <p:cNvPr id="288" name="CasellaDiTesto 3"/>
          <p:cNvSpPr/>
          <p:nvPr/>
        </p:nvSpPr>
        <p:spPr>
          <a:xfrm>
            <a:off x="281880" y="910800"/>
            <a:ext cx="3114000" cy="327960"/>
          </a:xfrm>
          <a:prstGeom prst="rect">
            <a:avLst/>
          </a:prstGeom>
          <a:solidFill>
            <a:schemeClr val="accent1">
              <a:lumMod val="20000"/>
              <a:lumOff val="80000"/>
            </a:schemeClr>
          </a:solidFill>
          <a:ln w="0">
            <a:noFill/>
          </a:ln>
        </p:spPr>
        <p:style>
          <a:lnRef idx="0"/>
          <a:fillRef idx="0"/>
          <a:effectRef idx="0"/>
          <a:fontRef idx="minor"/>
        </p:style>
        <p:txBody>
          <a:bodyPr lIns="90000" rIns="90000" tIns="45000" bIns="45000" anchor="t">
            <a:spAutoFit/>
          </a:bodyPr>
          <a:p>
            <a:pPr defTabSz="914400">
              <a:lnSpc>
                <a:spcPct val="107000"/>
              </a:lnSpc>
              <a:spcAft>
                <a:spcPts val="799"/>
              </a:spcAft>
              <a:tabLst>
                <a:tab algn="l" pos="678240"/>
              </a:tabLst>
            </a:pPr>
            <a:r>
              <a:rPr lang="it-IT" sz="1500" b="1" u="none" strike="noStrike">
                <a:solidFill>
                  <a:srgbClr val="050e17"/>
                </a:solidFill>
                <a:effectLst/>
                <a:uFillTx/>
                <a:latin typeface="-apple-system"/>
              </a:rPr>
              <a:t>Le applicazioni che realizzeremo</a:t>
            </a:r>
            <a:endParaRPr lang="it-IT" sz="1500" b="0" u="none" strike="noStrike">
              <a:solidFill>
                <a:srgbClr val="000000"/>
              </a:solidFill>
              <a:effectLst/>
              <a:uFillTx/>
              <a:latin typeface="Arial"/>
            </a:endParaRPr>
          </a:p>
        </p:txBody>
      </p:sp>
      <p:sp>
        <p:nvSpPr>
          <p:cNvPr id="289" name="CasellaDiTesto 5"/>
          <p:cNvSpPr/>
          <p:nvPr/>
        </p:nvSpPr>
        <p:spPr>
          <a:xfrm>
            <a:off x="3597120" y="406080"/>
            <a:ext cx="6094080" cy="36900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lang="it-IT" sz="1800" b="1" u="none" strike="noStrike">
                <a:solidFill>
                  <a:srgbClr val="050e17"/>
                </a:solidFill>
                <a:effectLst/>
                <a:uFillTx/>
                <a:latin typeface="-apple-system"/>
              </a:rPr>
              <a:t>Da un punto di vista generale</a:t>
            </a:r>
            <a:endParaRPr lang="it-IT"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90" name="Picture 2" descr="Java Logo, symbol, meaning, history, PNG, brand"/>
          <p:cNvPicPr/>
          <p:nvPr/>
        </p:nvPicPr>
        <p:blipFill>
          <a:blip r:embed="rId1"/>
          <a:stretch/>
        </p:blipFill>
        <p:spPr>
          <a:xfrm>
            <a:off x="10632600" y="0"/>
            <a:ext cx="1420560" cy="795240"/>
          </a:xfrm>
          <a:prstGeom prst="rect">
            <a:avLst/>
          </a:prstGeom>
          <a:noFill/>
          <a:ln w="0">
            <a:noFill/>
          </a:ln>
        </p:spPr>
      </p:pic>
      <p:sp>
        <p:nvSpPr>
          <p:cNvPr id="291" name="CasellaDiTesto 4"/>
          <p:cNvSpPr/>
          <p:nvPr/>
        </p:nvSpPr>
        <p:spPr>
          <a:xfrm>
            <a:off x="3523320" y="978480"/>
            <a:ext cx="6094080" cy="70740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lang="it-IT" sz="2000" b="0" u="none" strike="noStrike">
                <a:solidFill>
                  <a:srgbClr val="050e17"/>
                </a:solidFill>
                <a:effectLst/>
                <a:uFillTx/>
                <a:latin typeface="-apple-system"/>
              </a:rPr>
              <a:t>Java è case sensitive, ovvero fa distinzione tra lettere maiuscole e minuscole. </a:t>
            </a:r>
            <a:endParaRPr lang="it-IT" sz="2000" b="0" u="none" strike="noStrike">
              <a:solidFill>
                <a:srgbClr val="000000"/>
              </a:solidFill>
              <a:effectLst/>
              <a:uFillTx/>
              <a:latin typeface="Arial"/>
            </a:endParaRPr>
          </a:p>
        </p:txBody>
      </p:sp>
      <p:sp>
        <p:nvSpPr>
          <p:cNvPr id="292" name="CasellaDiTesto 1"/>
          <p:cNvSpPr/>
          <p:nvPr/>
        </p:nvSpPr>
        <p:spPr>
          <a:xfrm>
            <a:off x="281880" y="421920"/>
            <a:ext cx="3114000" cy="373320"/>
          </a:xfrm>
          <a:prstGeom prst="rect">
            <a:avLst/>
          </a:prstGeom>
          <a:solidFill>
            <a:schemeClr val="accent2">
              <a:lumMod val="40000"/>
              <a:lumOff val="60000"/>
            </a:schemeClr>
          </a:solidFill>
          <a:ln w="0">
            <a:noFill/>
          </a:ln>
        </p:spPr>
        <p:style>
          <a:lnRef idx="0"/>
          <a:fillRef idx="0"/>
          <a:effectRef idx="0"/>
          <a:fontRef idx="minor"/>
        </p:style>
        <p:txBody>
          <a:bodyPr lIns="90000" rIns="90000" tIns="45000" bIns="45000" anchor="t">
            <a:spAutoFit/>
          </a:bodyPr>
          <a:p>
            <a:pPr algn="just" defTabSz="914400">
              <a:lnSpc>
                <a:spcPct val="107000"/>
              </a:lnSpc>
              <a:spcAft>
                <a:spcPts val="799"/>
              </a:spcAft>
              <a:tabLst>
                <a:tab algn="l" pos="678240"/>
              </a:tabLst>
            </a:pPr>
            <a:r>
              <a:rPr lang="it-IT" sz="1800" b="1" u="none" strike="noStrike">
                <a:solidFill>
                  <a:srgbClr val="050e17"/>
                </a:solidFill>
                <a:effectLst/>
                <a:uFillTx/>
                <a:latin typeface="-apple-system"/>
              </a:rPr>
              <a:t>ATTENZIONE</a:t>
            </a:r>
            <a:endParaRPr lang="it-IT" sz="1800" b="0" u="none" strike="noStrike">
              <a:solidFill>
                <a:srgbClr val="000000"/>
              </a:solidFill>
              <a:effectLst/>
              <a:uFillTx/>
              <a:latin typeface="Arial"/>
            </a:endParaRPr>
          </a:p>
        </p:txBody>
      </p:sp>
      <p:sp>
        <p:nvSpPr>
          <p:cNvPr id="293" name="CasellaDiTesto 3"/>
          <p:cNvSpPr/>
          <p:nvPr/>
        </p:nvSpPr>
        <p:spPr>
          <a:xfrm>
            <a:off x="281880" y="910800"/>
            <a:ext cx="3114000" cy="327960"/>
          </a:xfrm>
          <a:prstGeom prst="rect">
            <a:avLst/>
          </a:prstGeom>
          <a:solidFill>
            <a:schemeClr val="accent1">
              <a:lumMod val="20000"/>
              <a:lumOff val="80000"/>
            </a:schemeClr>
          </a:solidFill>
          <a:ln w="0">
            <a:noFill/>
          </a:ln>
        </p:spPr>
        <p:style>
          <a:lnRef idx="0"/>
          <a:fillRef idx="0"/>
          <a:effectRef idx="0"/>
          <a:fontRef idx="minor"/>
        </p:style>
        <p:txBody>
          <a:bodyPr lIns="90000" rIns="90000" tIns="45000" bIns="45000" anchor="t">
            <a:spAutoFit/>
          </a:bodyPr>
          <a:p>
            <a:pPr defTabSz="914400">
              <a:lnSpc>
                <a:spcPct val="107000"/>
              </a:lnSpc>
              <a:spcAft>
                <a:spcPts val="799"/>
              </a:spcAft>
              <a:tabLst>
                <a:tab algn="l" pos="678240"/>
              </a:tabLst>
            </a:pPr>
            <a:r>
              <a:rPr lang="it-IT" sz="1500" b="1" u="none" strike="noStrike">
                <a:solidFill>
                  <a:srgbClr val="050e17"/>
                </a:solidFill>
                <a:effectLst/>
                <a:uFillTx/>
                <a:latin typeface="-apple-system"/>
              </a:rPr>
              <a:t>Maiuscole e minuscole</a:t>
            </a:r>
            <a:endParaRPr lang="it-IT" sz="1500" b="0" u="none" strike="noStrike">
              <a:solidFill>
                <a:srgbClr val="000000"/>
              </a:solidFill>
              <a:effectLst/>
              <a:uFillTx/>
              <a:latin typeface="Arial"/>
            </a:endParaRPr>
          </a:p>
        </p:txBody>
      </p:sp>
      <p:sp>
        <p:nvSpPr>
          <p:cNvPr id="294" name="CasellaDiTesto 5"/>
          <p:cNvSpPr/>
          <p:nvPr/>
        </p:nvSpPr>
        <p:spPr>
          <a:xfrm>
            <a:off x="3597120" y="406080"/>
            <a:ext cx="6094080" cy="36900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lang="it-IT" sz="1800" b="1" u="none" strike="noStrike">
                <a:solidFill>
                  <a:srgbClr val="050e17"/>
                </a:solidFill>
                <a:effectLst/>
                <a:uFillTx/>
                <a:latin typeface="-apple-system"/>
              </a:rPr>
              <a:t>ATTENZIONE JAVA E’ CASE SENSITIVE</a:t>
            </a:r>
            <a:endParaRPr lang="it-IT"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95" name="Picture 2" descr="Java Logo, symbol, meaning, history, PNG, brand"/>
          <p:cNvPicPr/>
          <p:nvPr/>
        </p:nvPicPr>
        <p:blipFill>
          <a:blip r:embed="rId1"/>
          <a:stretch/>
        </p:blipFill>
        <p:spPr>
          <a:xfrm>
            <a:off x="10632600" y="0"/>
            <a:ext cx="1420560" cy="795240"/>
          </a:xfrm>
          <a:prstGeom prst="rect">
            <a:avLst/>
          </a:prstGeom>
          <a:noFill/>
          <a:ln w="0">
            <a:noFill/>
          </a:ln>
        </p:spPr>
      </p:pic>
      <p:sp>
        <p:nvSpPr>
          <p:cNvPr id="296" name="CasellaDiTesto 4"/>
          <p:cNvSpPr/>
          <p:nvPr/>
        </p:nvSpPr>
        <p:spPr>
          <a:xfrm>
            <a:off x="3523320" y="978480"/>
            <a:ext cx="6094080" cy="255420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lang="it-IT" sz="2000" b="0" u="none" strike="noStrike">
                <a:solidFill>
                  <a:srgbClr val="050e17"/>
                </a:solidFill>
                <a:effectLst/>
                <a:uFillTx/>
                <a:latin typeface="-apple-system"/>
              </a:rPr>
              <a:t>Java è case sensitive, ovvero fa distinzione tra lettere maiuscole e minuscole. </a:t>
            </a:r>
            <a:endParaRPr lang="it-IT" sz="2000" b="0" u="none" strike="noStrike">
              <a:solidFill>
                <a:srgbClr val="000000"/>
              </a:solidFill>
              <a:effectLst/>
              <a:uFillTx/>
              <a:latin typeface="Arial"/>
            </a:endParaRPr>
          </a:p>
          <a:p>
            <a:pPr defTabSz="914400">
              <a:lnSpc>
                <a:spcPct val="100000"/>
              </a:lnSpc>
            </a:pPr>
            <a:r>
              <a:rPr lang="it-IT" sz="2000" b="0" u="none" strike="noStrike">
                <a:solidFill>
                  <a:srgbClr val="050e17"/>
                </a:solidFill>
                <a:effectLst/>
                <a:uFillTx/>
                <a:latin typeface="-apple-system"/>
              </a:rPr>
              <a:t>Ciò significa che se si scrive del codice, ad esempio si dichiara una variabile con il nome "numero", e poi si cerca di richiamarla con il codice "Numero" o "NUMERO", il programma darà errore perché non riconosce la variabile come quella precedentemente dichiarata. </a:t>
            </a:r>
            <a:endParaRPr lang="it-IT" sz="2000" b="0" u="none" strike="noStrike">
              <a:solidFill>
                <a:srgbClr val="000000"/>
              </a:solidFill>
              <a:effectLst/>
              <a:uFillTx/>
              <a:latin typeface="Arial"/>
            </a:endParaRPr>
          </a:p>
        </p:txBody>
      </p:sp>
      <p:sp>
        <p:nvSpPr>
          <p:cNvPr id="297" name="CasellaDiTesto 1"/>
          <p:cNvSpPr/>
          <p:nvPr/>
        </p:nvSpPr>
        <p:spPr>
          <a:xfrm>
            <a:off x="281880" y="421920"/>
            <a:ext cx="3114000" cy="373320"/>
          </a:xfrm>
          <a:prstGeom prst="rect">
            <a:avLst/>
          </a:prstGeom>
          <a:solidFill>
            <a:schemeClr val="accent2">
              <a:lumMod val="40000"/>
              <a:lumOff val="60000"/>
            </a:schemeClr>
          </a:solidFill>
          <a:ln w="0">
            <a:noFill/>
          </a:ln>
        </p:spPr>
        <p:style>
          <a:lnRef idx="0"/>
          <a:fillRef idx="0"/>
          <a:effectRef idx="0"/>
          <a:fontRef idx="minor"/>
        </p:style>
        <p:txBody>
          <a:bodyPr lIns="90000" rIns="90000" tIns="45000" bIns="45000" anchor="t">
            <a:spAutoFit/>
          </a:bodyPr>
          <a:p>
            <a:pPr algn="just" defTabSz="914400">
              <a:lnSpc>
                <a:spcPct val="107000"/>
              </a:lnSpc>
              <a:spcAft>
                <a:spcPts val="799"/>
              </a:spcAft>
              <a:tabLst>
                <a:tab algn="l" pos="678240"/>
              </a:tabLst>
            </a:pPr>
            <a:r>
              <a:rPr lang="it-IT" sz="1800" b="1" u="none" strike="noStrike">
                <a:solidFill>
                  <a:srgbClr val="050e17"/>
                </a:solidFill>
                <a:effectLst/>
                <a:uFillTx/>
                <a:latin typeface="-apple-system"/>
              </a:rPr>
              <a:t>ATTENZIONE</a:t>
            </a:r>
            <a:endParaRPr lang="it-IT" sz="1800" b="0" u="none" strike="noStrike">
              <a:solidFill>
                <a:srgbClr val="000000"/>
              </a:solidFill>
              <a:effectLst/>
              <a:uFillTx/>
              <a:latin typeface="Arial"/>
            </a:endParaRPr>
          </a:p>
        </p:txBody>
      </p:sp>
      <p:sp>
        <p:nvSpPr>
          <p:cNvPr id="298" name="CasellaDiTesto 3"/>
          <p:cNvSpPr/>
          <p:nvPr/>
        </p:nvSpPr>
        <p:spPr>
          <a:xfrm>
            <a:off x="281880" y="910800"/>
            <a:ext cx="3114000" cy="327960"/>
          </a:xfrm>
          <a:prstGeom prst="rect">
            <a:avLst/>
          </a:prstGeom>
          <a:solidFill>
            <a:schemeClr val="accent1">
              <a:lumMod val="20000"/>
              <a:lumOff val="80000"/>
            </a:schemeClr>
          </a:solidFill>
          <a:ln w="0">
            <a:noFill/>
          </a:ln>
        </p:spPr>
        <p:style>
          <a:lnRef idx="0"/>
          <a:fillRef idx="0"/>
          <a:effectRef idx="0"/>
          <a:fontRef idx="minor"/>
        </p:style>
        <p:txBody>
          <a:bodyPr lIns="90000" rIns="90000" tIns="45000" bIns="45000" anchor="t">
            <a:spAutoFit/>
          </a:bodyPr>
          <a:p>
            <a:pPr defTabSz="914400">
              <a:lnSpc>
                <a:spcPct val="107000"/>
              </a:lnSpc>
              <a:spcAft>
                <a:spcPts val="799"/>
              </a:spcAft>
              <a:tabLst>
                <a:tab algn="l" pos="678240"/>
              </a:tabLst>
            </a:pPr>
            <a:r>
              <a:rPr lang="it-IT" sz="1500" b="1" u="none" strike="noStrike">
                <a:solidFill>
                  <a:srgbClr val="050e17"/>
                </a:solidFill>
                <a:effectLst/>
                <a:uFillTx/>
                <a:latin typeface="-apple-system"/>
              </a:rPr>
              <a:t>Maiuscole e minuscole</a:t>
            </a:r>
            <a:endParaRPr lang="it-IT" sz="1500" b="0" u="none" strike="noStrike">
              <a:solidFill>
                <a:srgbClr val="000000"/>
              </a:solidFill>
              <a:effectLst/>
              <a:uFillTx/>
              <a:latin typeface="Arial"/>
            </a:endParaRPr>
          </a:p>
        </p:txBody>
      </p:sp>
      <p:sp>
        <p:nvSpPr>
          <p:cNvPr id="299" name="CasellaDiTesto 5"/>
          <p:cNvSpPr/>
          <p:nvPr/>
        </p:nvSpPr>
        <p:spPr>
          <a:xfrm>
            <a:off x="3597120" y="406080"/>
            <a:ext cx="6094080" cy="36900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lang="it-IT" sz="1800" b="1" u="none" strike="noStrike">
                <a:solidFill>
                  <a:srgbClr val="050e17"/>
                </a:solidFill>
                <a:effectLst/>
                <a:uFillTx/>
                <a:latin typeface="-apple-system"/>
              </a:rPr>
              <a:t>ATTENZIONE JAVA E’ CASE SENSITIVE</a:t>
            </a:r>
            <a:endParaRPr lang="it-IT"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300" name="Picture 2" descr="Java Logo, symbol, meaning, history, PNG, brand"/>
          <p:cNvPicPr/>
          <p:nvPr/>
        </p:nvPicPr>
        <p:blipFill>
          <a:blip r:embed="rId1"/>
          <a:stretch/>
        </p:blipFill>
        <p:spPr>
          <a:xfrm>
            <a:off x="10632600" y="0"/>
            <a:ext cx="1420560" cy="795240"/>
          </a:xfrm>
          <a:prstGeom prst="rect">
            <a:avLst/>
          </a:prstGeom>
          <a:noFill/>
          <a:ln w="0">
            <a:noFill/>
          </a:ln>
        </p:spPr>
      </p:pic>
      <p:sp>
        <p:nvSpPr>
          <p:cNvPr id="301" name="CasellaDiTesto 4"/>
          <p:cNvSpPr/>
          <p:nvPr/>
        </p:nvSpPr>
        <p:spPr>
          <a:xfrm>
            <a:off x="3523320" y="978480"/>
            <a:ext cx="6094080" cy="440100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lang="it-IT" sz="2000" b="0" u="none" strike="noStrike">
                <a:solidFill>
                  <a:srgbClr val="050e17"/>
                </a:solidFill>
                <a:effectLst/>
                <a:uFillTx/>
                <a:latin typeface="-apple-system"/>
              </a:rPr>
              <a:t>Java è case sensitive, ovvero fa distinzione tra lettere maiuscole e minuscole. </a:t>
            </a:r>
            <a:endParaRPr lang="it-IT" sz="2000" b="0" u="none" strike="noStrike">
              <a:solidFill>
                <a:srgbClr val="000000"/>
              </a:solidFill>
              <a:effectLst/>
              <a:uFillTx/>
              <a:latin typeface="Arial"/>
            </a:endParaRPr>
          </a:p>
          <a:p>
            <a:pPr defTabSz="914400">
              <a:lnSpc>
                <a:spcPct val="100000"/>
              </a:lnSpc>
            </a:pPr>
            <a:r>
              <a:rPr lang="it-IT" sz="2000" b="0" u="none" strike="noStrike">
                <a:solidFill>
                  <a:srgbClr val="050e17"/>
                </a:solidFill>
                <a:effectLst/>
                <a:uFillTx/>
                <a:latin typeface="-apple-system"/>
              </a:rPr>
              <a:t>Ciò significa che se si scrive del codice, ad esempio si dichiara una variabile con il nome "numero", e poi si cerca di richiamarla con il codice "Numero" o "NUMERO", il programma darà errore perché non riconosce la variabile come quella precedentemente dichiarata. </a:t>
            </a:r>
            <a:endParaRPr lang="it-IT" sz="2000" b="0" u="none" strike="noStrike">
              <a:solidFill>
                <a:srgbClr val="000000"/>
              </a:solidFill>
              <a:effectLst/>
              <a:uFillTx/>
              <a:latin typeface="Arial"/>
            </a:endParaRPr>
          </a:p>
          <a:p>
            <a:pPr defTabSz="914400">
              <a:lnSpc>
                <a:spcPct val="100000"/>
              </a:lnSpc>
            </a:pPr>
            <a:endParaRPr lang="it-IT" sz="2000" b="0" u="none" strike="noStrike">
              <a:solidFill>
                <a:srgbClr val="000000"/>
              </a:solidFill>
              <a:effectLst/>
              <a:uFillTx/>
              <a:latin typeface="Arial"/>
            </a:endParaRPr>
          </a:p>
          <a:p>
            <a:pPr defTabSz="914400">
              <a:lnSpc>
                <a:spcPct val="100000"/>
              </a:lnSpc>
            </a:pPr>
            <a:r>
              <a:rPr lang="it-IT" sz="2000" b="0" u="none" strike="noStrike">
                <a:solidFill>
                  <a:srgbClr val="050e17"/>
                </a:solidFill>
                <a:effectLst/>
                <a:uFillTx/>
                <a:latin typeface="-apple-system"/>
              </a:rPr>
              <a:t>Per lui</a:t>
            </a:r>
            <a:endParaRPr lang="it-IT" sz="2000" b="0" u="none" strike="noStrike">
              <a:solidFill>
                <a:srgbClr val="000000"/>
              </a:solidFill>
              <a:effectLst/>
              <a:uFillTx/>
              <a:latin typeface="Arial"/>
            </a:endParaRPr>
          </a:p>
          <a:p>
            <a:pPr defTabSz="914400">
              <a:lnSpc>
                <a:spcPct val="100000"/>
              </a:lnSpc>
            </a:pPr>
            <a:endParaRPr lang="it-IT" sz="2000" b="0" u="none" strike="noStrike">
              <a:solidFill>
                <a:srgbClr val="000000"/>
              </a:solidFill>
              <a:effectLst/>
              <a:uFillTx/>
              <a:latin typeface="Arial"/>
            </a:endParaRPr>
          </a:p>
          <a:p>
            <a:pPr defTabSz="914400">
              <a:lnSpc>
                <a:spcPct val="100000"/>
              </a:lnSpc>
            </a:pPr>
            <a:r>
              <a:rPr lang="it-IT" sz="2000" b="0" u="none" strike="noStrike">
                <a:solidFill>
                  <a:schemeClr val="accent5">
                    <a:lumMod val="75000"/>
                  </a:schemeClr>
                </a:solidFill>
                <a:effectLst/>
                <a:uFillTx/>
                <a:latin typeface="-apple-system"/>
              </a:rPr>
              <a:t>numero</a:t>
            </a:r>
            <a:r>
              <a:rPr lang="it-IT" sz="2000" b="0" u="none" strike="noStrike">
                <a:solidFill>
                  <a:srgbClr val="050e17"/>
                </a:solidFill>
                <a:effectLst/>
                <a:uFillTx/>
                <a:latin typeface="-apple-system"/>
              </a:rPr>
              <a:t>  |  </a:t>
            </a:r>
            <a:r>
              <a:rPr lang="it-IT" sz="2000" b="0" u="none" strike="noStrike">
                <a:solidFill>
                  <a:schemeClr val="accent5">
                    <a:lumMod val="75000"/>
                  </a:schemeClr>
                </a:solidFill>
                <a:effectLst/>
                <a:uFillTx/>
                <a:latin typeface="-apple-system"/>
              </a:rPr>
              <a:t>Numero</a:t>
            </a:r>
            <a:r>
              <a:rPr lang="it-IT" sz="2000" b="0" u="none" strike="noStrike">
                <a:solidFill>
                  <a:srgbClr val="050e17"/>
                </a:solidFill>
                <a:effectLst/>
                <a:uFillTx/>
                <a:latin typeface="-apple-system"/>
              </a:rPr>
              <a:t>  |</a:t>
            </a:r>
            <a:r>
              <a:rPr lang="it-IT" sz="2000" b="0" u="none" strike="noStrike">
                <a:solidFill>
                  <a:schemeClr val="accent5">
                    <a:lumMod val="75000"/>
                  </a:schemeClr>
                </a:solidFill>
                <a:effectLst/>
                <a:uFillTx/>
                <a:latin typeface="-apple-system"/>
              </a:rPr>
              <a:t>NUMERO</a:t>
            </a:r>
            <a:endParaRPr lang="it-IT" sz="2000" b="0" u="none" strike="noStrike">
              <a:solidFill>
                <a:srgbClr val="000000"/>
              </a:solidFill>
              <a:effectLst/>
              <a:uFillTx/>
              <a:latin typeface="Arial"/>
            </a:endParaRPr>
          </a:p>
          <a:p>
            <a:pPr defTabSz="914400">
              <a:lnSpc>
                <a:spcPct val="100000"/>
              </a:lnSpc>
            </a:pPr>
            <a:endParaRPr lang="it-IT" sz="2000" b="0" u="none" strike="noStrike">
              <a:solidFill>
                <a:srgbClr val="000000"/>
              </a:solidFill>
              <a:effectLst/>
              <a:uFillTx/>
              <a:latin typeface="Arial"/>
            </a:endParaRPr>
          </a:p>
          <a:p>
            <a:pPr defTabSz="914400">
              <a:lnSpc>
                <a:spcPct val="100000"/>
              </a:lnSpc>
            </a:pPr>
            <a:r>
              <a:rPr lang="it-IT" sz="2000" b="0" u="none" strike="noStrike">
                <a:solidFill>
                  <a:srgbClr val="050e17"/>
                </a:solidFill>
                <a:effectLst/>
                <a:uFillTx/>
                <a:latin typeface="-apple-system"/>
              </a:rPr>
              <a:t>Sono cose diverse!!!</a:t>
            </a:r>
            <a:endParaRPr lang="it-IT" sz="2000" b="0" u="none" strike="noStrike">
              <a:solidFill>
                <a:srgbClr val="000000"/>
              </a:solidFill>
              <a:effectLst/>
              <a:uFillTx/>
              <a:latin typeface="Arial"/>
            </a:endParaRPr>
          </a:p>
        </p:txBody>
      </p:sp>
      <p:sp>
        <p:nvSpPr>
          <p:cNvPr id="302" name="CasellaDiTesto 1"/>
          <p:cNvSpPr/>
          <p:nvPr/>
        </p:nvSpPr>
        <p:spPr>
          <a:xfrm>
            <a:off x="281880" y="421920"/>
            <a:ext cx="3114000" cy="373320"/>
          </a:xfrm>
          <a:prstGeom prst="rect">
            <a:avLst/>
          </a:prstGeom>
          <a:solidFill>
            <a:schemeClr val="accent2">
              <a:lumMod val="40000"/>
              <a:lumOff val="60000"/>
            </a:schemeClr>
          </a:solidFill>
          <a:ln w="0">
            <a:noFill/>
          </a:ln>
        </p:spPr>
        <p:style>
          <a:lnRef idx="0"/>
          <a:fillRef idx="0"/>
          <a:effectRef idx="0"/>
          <a:fontRef idx="minor"/>
        </p:style>
        <p:txBody>
          <a:bodyPr lIns="90000" rIns="90000" tIns="45000" bIns="45000" anchor="t">
            <a:spAutoFit/>
          </a:bodyPr>
          <a:p>
            <a:pPr algn="just" defTabSz="914400">
              <a:lnSpc>
                <a:spcPct val="107000"/>
              </a:lnSpc>
              <a:spcAft>
                <a:spcPts val="799"/>
              </a:spcAft>
              <a:tabLst>
                <a:tab algn="l" pos="678240"/>
              </a:tabLst>
            </a:pPr>
            <a:r>
              <a:rPr lang="it-IT" sz="1800" b="1" u="none" strike="noStrike">
                <a:solidFill>
                  <a:srgbClr val="050e17"/>
                </a:solidFill>
                <a:effectLst/>
                <a:uFillTx/>
                <a:latin typeface="-apple-system"/>
              </a:rPr>
              <a:t>ATTENZIONE</a:t>
            </a:r>
            <a:endParaRPr lang="it-IT" sz="1800" b="0" u="none" strike="noStrike">
              <a:solidFill>
                <a:srgbClr val="000000"/>
              </a:solidFill>
              <a:effectLst/>
              <a:uFillTx/>
              <a:latin typeface="Arial"/>
            </a:endParaRPr>
          </a:p>
        </p:txBody>
      </p:sp>
      <p:sp>
        <p:nvSpPr>
          <p:cNvPr id="303" name="CasellaDiTesto 3"/>
          <p:cNvSpPr/>
          <p:nvPr/>
        </p:nvSpPr>
        <p:spPr>
          <a:xfrm>
            <a:off x="281880" y="910800"/>
            <a:ext cx="3114000" cy="327960"/>
          </a:xfrm>
          <a:prstGeom prst="rect">
            <a:avLst/>
          </a:prstGeom>
          <a:solidFill>
            <a:schemeClr val="accent1">
              <a:lumMod val="20000"/>
              <a:lumOff val="80000"/>
            </a:schemeClr>
          </a:solidFill>
          <a:ln w="0">
            <a:noFill/>
          </a:ln>
        </p:spPr>
        <p:style>
          <a:lnRef idx="0"/>
          <a:fillRef idx="0"/>
          <a:effectRef idx="0"/>
          <a:fontRef idx="minor"/>
        </p:style>
        <p:txBody>
          <a:bodyPr lIns="90000" rIns="90000" tIns="45000" bIns="45000" anchor="t">
            <a:spAutoFit/>
          </a:bodyPr>
          <a:p>
            <a:pPr defTabSz="914400">
              <a:lnSpc>
                <a:spcPct val="107000"/>
              </a:lnSpc>
              <a:spcAft>
                <a:spcPts val="799"/>
              </a:spcAft>
              <a:tabLst>
                <a:tab algn="l" pos="678240"/>
              </a:tabLst>
            </a:pPr>
            <a:r>
              <a:rPr lang="it-IT" sz="1500" b="1" u="none" strike="noStrike">
                <a:solidFill>
                  <a:srgbClr val="050e17"/>
                </a:solidFill>
                <a:effectLst/>
                <a:uFillTx/>
                <a:latin typeface="-apple-system"/>
              </a:rPr>
              <a:t>Maiuscole e minuscole</a:t>
            </a:r>
            <a:endParaRPr lang="it-IT" sz="1500" b="0" u="none" strike="noStrike">
              <a:solidFill>
                <a:srgbClr val="000000"/>
              </a:solidFill>
              <a:effectLst/>
              <a:uFillTx/>
              <a:latin typeface="Arial"/>
            </a:endParaRPr>
          </a:p>
        </p:txBody>
      </p:sp>
      <p:sp>
        <p:nvSpPr>
          <p:cNvPr id="304" name="CasellaDiTesto 5"/>
          <p:cNvSpPr/>
          <p:nvPr/>
        </p:nvSpPr>
        <p:spPr>
          <a:xfrm>
            <a:off x="3597120" y="406080"/>
            <a:ext cx="6094080" cy="36900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lang="it-IT" sz="1800" b="1" u="none" strike="noStrike">
                <a:solidFill>
                  <a:srgbClr val="050e17"/>
                </a:solidFill>
                <a:effectLst/>
                <a:uFillTx/>
                <a:latin typeface="-apple-system"/>
              </a:rPr>
              <a:t>ATTENZIONE JAVA E’ CASE SENSITIVE</a:t>
            </a:r>
            <a:endParaRPr lang="it-IT"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305" name="Picture 2" descr="Java Logo, symbol, meaning, history, PNG, brand"/>
          <p:cNvPicPr/>
          <p:nvPr/>
        </p:nvPicPr>
        <p:blipFill>
          <a:blip r:embed="rId1"/>
          <a:stretch/>
        </p:blipFill>
        <p:spPr>
          <a:xfrm>
            <a:off x="10632600" y="0"/>
            <a:ext cx="1420560" cy="795240"/>
          </a:xfrm>
          <a:prstGeom prst="rect">
            <a:avLst/>
          </a:prstGeom>
          <a:noFill/>
          <a:ln w="0">
            <a:noFill/>
          </a:ln>
        </p:spPr>
      </p:pic>
      <p:sp>
        <p:nvSpPr>
          <p:cNvPr id="306" name="CasellaDiTesto 4"/>
          <p:cNvSpPr/>
          <p:nvPr/>
        </p:nvSpPr>
        <p:spPr>
          <a:xfrm>
            <a:off x="3523320" y="978480"/>
            <a:ext cx="6094080" cy="501624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lang="it-IT" sz="2000" b="0" u="none" strike="noStrike">
                <a:solidFill>
                  <a:srgbClr val="050e17"/>
                </a:solidFill>
                <a:effectLst/>
                <a:uFillTx/>
                <a:latin typeface="-apple-system"/>
              </a:rPr>
              <a:t>Java è case sensitive, ovvero fa distinzione tra lettere maiuscole e minuscole. </a:t>
            </a:r>
            <a:endParaRPr lang="it-IT" sz="2000" b="0" u="none" strike="noStrike">
              <a:solidFill>
                <a:srgbClr val="000000"/>
              </a:solidFill>
              <a:effectLst/>
              <a:uFillTx/>
              <a:latin typeface="Arial"/>
            </a:endParaRPr>
          </a:p>
          <a:p>
            <a:pPr defTabSz="914400">
              <a:lnSpc>
                <a:spcPct val="100000"/>
              </a:lnSpc>
            </a:pPr>
            <a:r>
              <a:rPr lang="it-IT" sz="2000" b="0" u="none" strike="noStrike">
                <a:solidFill>
                  <a:srgbClr val="050e17"/>
                </a:solidFill>
                <a:effectLst/>
                <a:uFillTx/>
                <a:latin typeface="-apple-system"/>
              </a:rPr>
              <a:t>Ciò significa che se si scrive del codice, ad esempio si dichiara una variabile con il nome "numero", e poi si cerca di richiamarla con il codice "Numero" o "NUMERO", il programma darà errore perché non riconosce la variabile come quella precedentemente dichiarata. </a:t>
            </a:r>
            <a:endParaRPr lang="it-IT" sz="2000" b="0" u="none" strike="noStrike">
              <a:solidFill>
                <a:srgbClr val="000000"/>
              </a:solidFill>
              <a:effectLst/>
              <a:uFillTx/>
              <a:latin typeface="Arial"/>
            </a:endParaRPr>
          </a:p>
          <a:p>
            <a:pPr defTabSz="914400">
              <a:lnSpc>
                <a:spcPct val="100000"/>
              </a:lnSpc>
            </a:pPr>
            <a:endParaRPr lang="it-IT" sz="2000" b="0" u="none" strike="noStrike">
              <a:solidFill>
                <a:srgbClr val="000000"/>
              </a:solidFill>
              <a:effectLst/>
              <a:uFillTx/>
              <a:latin typeface="Arial"/>
            </a:endParaRPr>
          </a:p>
          <a:p>
            <a:pPr defTabSz="914400">
              <a:lnSpc>
                <a:spcPct val="100000"/>
              </a:lnSpc>
            </a:pPr>
            <a:r>
              <a:rPr lang="it-IT" sz="2000" b="0" u="none" strike="noStrike">
                <a:solidFill>
                  <a:srgbClr val="050e17"/>
                </a:solidFill>
                <a:effectLst/>
                <a:uFillTx/>
                <a:latin typeface="-apple-system"/>
              </a:rPr>
              <a:t>Per lui</a:t>
            </a:r>
            <a:endParaRPr lang="it-IT" sz="2000" b="0" u="none" strike="noStrike">
              <a:solidFill>
                <a:srgbClr val="000000"/>
              </a:solidFill>
              <a:effectLst/>
              <a:uFillTx/>
              <a:latin typeface="Arial"/>
            </a:endParaRPr>
          </a:p>
          <a:p>
            <a:pPr defTabSz="914400">
              <a:lnSpc>
                <a:spcPct val="100000"/>
              </a:lnSpc>
            </a:pPr>
            <a:endParaRPr lang="it-IT" sz="2000" b="0" u="none" strike="noStrike">
              <a:solidFill>
                <a:srgbClr val="000000"/>
              </a:solidFill>
              <a:effectLst/>
              <a:uFillTx/>
              <a:latin typeface="Arial"/>
            </a:endParaRPr>
          </a:p>
          <a:p>
            <a:pPr defTabSz="914400">
              <a:lnSpc>
                <a:spcPct val="100000"/>
              </a:lnSpc>
            </a:pPr>
            <a:r>
              <a:rPr lang="it-IT" sz="2000" b="0" u="none" strike="noStrike">
                <a:solidFill>
                  <a:schemeClr val="accent5">
                    <a:lumMod val="75000"/>
                  </a:schemeClr>
                </a:solidFill>
                <a:effectLst/>
                <a:uFillTx/>
                <a:latin typeface="-apple-system"/>
              </a:rPr>
              <a:t>numero</a:t>
            </a:r>
            <a:r>
              <a:rPr lang="it-IT" sz="2000" b="0" u="none" strike="noStrike">
                <a:solidFill>
                  <a:srgbClr val="050e17"/>
                </a:solidFill>
                <a:effectLst/>
                <a:uFillTx/>
                <a:latin typeface="-apple-system"/>
              </a:rPr>
              <a:t>  |  </a:t>
            </a:r>
            <a:r>
              <a:rPr lang="it-IT" sz="2000" b="0" u="none" strike="noStrike">
                <a:solidFill>
                  <a:schemeClr val="accent5">
                    <a:lumMod val="75000"/>
                  </a:schemeClr>
                </a:solidFill>
                <a:effectLst/>
                <a:uFillTx/>
                <a:latin typeface="-apple-system"/>
              </a:rPr>
              <a:t>Numero</a:t>
            </a:r>
            <a:r>
              <a:rPr lang="it-IT" sz="2000" b="0" u="none" strike="noStrike">
                <a:solidFill>
                  <a:srgbClr val="050e17"/>
                </a:solidFill>
                <a:effectLst/>
                <a:uFillTx/>
                <a:latin typeface="-apple-system"/>
              </a:rPr>
              <a:t>  |</a:t>
            </a:r>
            <a:r>
              <a:rPr lang="it-IT" sz="2000" b="0" u="none" strike="noStrike">
                <a:solidFill>
                  <a:schemeClr val="accent5">
                    <a:lumMod val="75000"/>
                  </a:schemeClr>
                </a:solidFill>
                <a:effectLst/>
                <a:uFillTx/>
                <a:latin typeface="-apple-system"/>
              </a:rPr>
              <a:t>NUMERO</a:t>
            </a:r>
            <a:endParaRPr lang="it-IT" sz="2000" b="0" u="none" strike="noStrike">
              <a:solidFill>
                <a:srgbClr val="000000"/>
              </a:solidFill>
              <a:effectLst/>
              <a:uFillTx/>
              <a:latin typeface="Arial"/>
            </a:endParaRPr>
          </a:p>
          <a:p>
            <a:pPr defTabSz="914400">
              <a:lnSpc>
                <a:spcPct val="100000"/>
              </a:lnSpc>
            </a:pPr>
            <a:endParaRPr lang="it-IT" sz="2000" b="0" u="none" strike="noStrike">
              <a:solidFill>
                <a:srgbClr val="000000"/>
              </a:solidFill>
              <a:effectLst/>
              <a:uFillTx/>
              <a:latin typeface="Arial"/>
            </a:endParaRPr>
          </a:p>
          <a:p>
            <a:pPr defTabSz="914400">
              <a:lnSpc>
                <a:spcPct val="100000"/>
              </a:lnSpc>
            </a:pPr>
            <a:r>
              <a:rPr lang="it-IT" sz="2000" b="0" u="none" strike="noStrike">
                <a:solidFill>
                  <a:srgbClr val="050e17"/>
                </a:solidFill>
                <a:effectLst/>
                <a:uFillTx/>
                <a:latin typeface="-apple-system"/>
              </a:rPr>
              <a:t>Sono cose diverse!!!</a:t>
            </a:r>
            <a:endParaRPr lang="it-IT" sz="2000" b="0" u="none" strike="noStrike">
              <a:solidFill>
                <a:srgbClr val="000000"/>
              </a:solidFill>
              <a:effectLst/>
              <a:uFillTx/>
              <a:latin typeface="Arial"/>
            </a:endParaRPr>
          </a:p>
          <a:p>
            <a:pPr defTabSz="914400">
              <a:lnSpc>
                <a:spcPct val="100000"/>
              </a:lnSpc>
            </a:pPr>
            <a:endParaRPr lang="it-IT" sz="2000" b="0" u="none" strike="noStrike">
              <a:solidFill>
                <a:srgbClr val="000000"/>
              </a:solidFill>
              <a:effectLst/>
              <a:uFillTx/>
              <a:latin typeface="Arial"/>
            </a:endParaRPr>
          </a:p>
          <a:p>
            <a:pPr defTabSz="914400">
              <a:lnSpc>
                <a:spcPct val="100000"/>
              </a:lnSpc>
            </a:pPr>
            <a:r>
              <a:rPr lang="it-IT" sz="2000" b="0" u="none" strike="noStrike">
                <a:solidFill>
                  <a:srgbClr val="050e17"/>
                </a:solidFill>
                <a:effectLst/>
                <a:uFillTx/>
                <a:latin typeface="-apple-system"/>
              </a:rPr>
              <a:t>Lo stesso vale per i nomi dei metodi e delle classi.</a:t>
            </a:r>
            <a:endParaRPr lang="it-IT" sz="2000" b="0" u="none" strike="noStrike">
              <a:solidFill>
                <a:srgbClr val="000000"/>
              </a:solidFill>
              <a:effectLst/>
              <a:uFillTx/>
              <a:latin typeface="Arial"/>
            </a:endParaRPr>
          </a:p>
        </p:txBody>
      </p:sp>
      <p:sp>
        <p:nvSpPr>
          <p:cNvPr id="307" name="CasellaDiTesto 1"/>
          <p:cNvSpPr/>
          <p:nvPr/>
        </p:nvSpPr>
        <p:spPr>
          <a:xfrm>
            <a:off x="281880" y="421920"/>
            <a:ext cx="3114000" cy="373320"/>
          </a:xfrm>
          <a:prstGeom prst="rect">
            <a:avLst/>
          </a:prstGeom>
          <a:solidFill>
            <a:schemeClr val="accent2">
              <a:lumMod val="40000"/>
              <a:lumOff val="60000"/>
            </a:schemeClr>
          </a:solidFill>
          <a:ln w="0">
            <a:noFill/>
          </a:ln>
        </p:spPr>
        <p:style>
          <a:lnRef idx="0"/>
          <a:fillRef idx="0"/>
          <a:effectRef idx="0"/>
          <a:fontRef idx="minor"/>
        </p:style>
        <p:txBody>
          <a:bodyPr lIns="90000" rIns="90000" tIns="45000" bIns="45000" anchor="t">
            <a:spAutoFit/>
          </a:bodyPr>
          <a:p>
            <a:pPr algn="just" defTabSz="914400">
              <a:lnSpc>
                <a:spcPct val="107000"/>
              </a:lnSpc>
              <a:spcAft>
                <a:spcPts val="799"/>
              </a:spcAft>
              <a:tabLst>
                <a:tab algn="l" pos="678240"/>
              </a:tabLst>
            </a:pPr>
            <a:r>
              <a:rPr lang="it-IT" sz="1800" b="1" u="none" strike="noStrike">
                <a:solidFill>
                  <a:srgbClr val="050e17"/>
                </a:solidFill>
                <a:effectLst/>
                <a:uFillTx/>
                <a:latin typeface="-apple-system"/>
              </a:rPr>
              <a:t>ATTENZIONE</a:t>
            </a:r>
            <a:endParaRPr lang="it-IT" sz="1800" b="0" u="none" strike="noStrike">
              <a:solidFill>
                <a:srgbClr val="000000"/>
              </a:solidFill>
              <a:effectLst/>
              <a:uFillTx/>
              <a:latin typeface="Arial"/>
            </a:endParaRPr>
          </a:p>
        </p:txBody>
      </p:sp>
      <p:sp>
        <p:nvSpPr>
          <p:cNvPr id="308" name="CasellaDiTesto 3"/>
          <p:cNvSpPr/>
          <p:nvPr/>
        </p:nvSpPr>
        <p:spPr>
          <a:xfrm>
            <a:off x="281880" y="910800"/>
            <a:ext cx="3114000" cy="327960"/>
          </a:xfrm>
          <a:prstGeom prst="rect">
            <a:avLst/>
          </a:prstGeom>
          <a:solidFill>
            <a:schemeClr val="accent1">
              <a:lumMod val="20000"/>
              <a:lumOff val="80000"/>
            </a:schemeClr>
          </a:solidFill>
          <a:ln w="0">
            <a:noFill/>
          </a:ln>
        </p:spPr>
        <p:style>
          <a:lnRef idx="0"/>
          <a:fillRef idx="0"/>
          <a:effectRef idx="0"/>
          <a:fontRef idx="minor"/>
        </p:style>
        <p:txBody>
          <a:bodyPr lIns="90000" rIns="90000" tIns="45000" bIns="45000" anchor="t">
            <a:spAutoFit/>
          </a:bodyPr>
          <a:p>
            <a:pPr defTabSz="914400">
              <a:lnSpc>
                <a:spcPct val="107000"/>
              </a:lnSpc>
              <a:spcAft>
                <a:spcPts val="799"/>
              </a:spcAft>
              <a:tabLst>
                <a:tab algn="l" pos="678240"/>
              </a:tabLst>
            </a:pPr>
            <a:r>
              <a:rPr lang="it-IT" sz="1500" b="1" u="none" strike="noStrike">
                <a:solidFill>
                  <a:srgbClr val="050e17"/>
                </a:solidFill>
                <a:effectLst/>
                <a:uFillTx/>
                <a:latin typeface="-apple-system"/>
              </a:rPr>
              <a:t>Maiuscole e minuscole</a:t>
            </a:r>
            <a:endParaRPr lang="it-IT" sz="1500" b="0" u="none" strike="noStrike">
              <a:solidFill>
                <a:srgbClr val="000000"/>
              </a:solidFill>
              <a:effectLst/>
              <a:uFillTx/>
              <a:latin typeface="Arial"/>
            </a:endParaRPr>
          </a:p>
        </p:txBody>
      </p:sp>
      <p:sp>
        <p:nvSpPr>
          <p:cNvPr id="309" name="CasellaDiTesto 5"/>
          <p:cNvSpPr/>
          <p:nvPr/>
        </p:nvSpPr>
        <p:spPr>
          <a:xfrm>
            <a:off x="3597120" y="406080"/>
            <a:ext cx="6094080" cy="36900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lang="it-IT" sz="1800" b="1" u="none" strike="noStrike">
                <a:solidFill>
                  <a:srgbClr val="050e17"/>
                </a:solidFill>
                <a:effectLst/>
                <a:uFillTx/>
                <a:latin typeface="-apple-system"/>
              </a:rPr>
              <a:t>ATTENZIONE JAVA E’ CASE SENSITIVE</a:t>
            </a:r>
            <a:endParaRPr lang="it-IT"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310" name="Picture 2" descr="Java Logo, symbol, meaning, history, PNG, brand"/>
          <p:cNvPicPr/>
          <p:nvPr/>
        </p:nvPicPr>
        <p:blipFill>
          <a:blip r:embed="rId1"/>
          <a:stretch/>
        </p:blipFill>
        <p:spPr>
          <a:xfrm>
            <a:off x="10632600" y="0"/>
            <a:ext cx="1420560" cy="795240"/>
          </a:xfrm>
          <a:prstGeom prst="rect">
            <a:avLst/>
          </a:prstGeom>
          <a:noFill/>
          <a:ln w="0">
            <a:noFill/>
          </a:ln>
        </p:spPr>
      </p:pic>
      <p:sp>
        <p:nvSpPr>
          <p:cNvPr id="311" name="CasellaDiTesto 2"/>
          <p:cNvSpPr/>
          <p:nvPr/>
        </p:nvSpPr>
        <p:spPr>
          <a:xfrm>
            <a:off x="281880" y="421920"/>
            <a:ext cx="3114000" cy="373320"/>
          </a:xfrm>
          <a:prstGeom prst="rect">
            <a:avLst/>
          </a:prstGeom>
          <a:solidFill>
            <a:schemeClr val="accent2">
              <a:lumMod val="40000"/>
              <a:lumOff val="60000"/>
            </a:schemeClr>
          </a:solidFill>
          <a:ln w="0">
            <a:noFill/>
          </a:ln>
        </p:spPr>
        <p:style>
          <a:lnRef idx="0"/>
          <a:fillRef idx="0"/>
          <a:effectRef idx="0"/>
          <a:fontRef idx="minor"/>
        </p:style>
        <p:txBody>
          <a:bodyPr lIns="90000" rIns="90000" tIns="45000" bIns="45000" anchor="t">
            <a:spAutoFit/>
          </a:bodyPr>
          <a:p>
            <a:pPr algn="just" defTabSz="914400">
              <a:lnSpc>
                <a:spcPct val="107000"/>
              </a:lnSpc>
              <a:spcAft>
                <a:spcPts val="799"/>
              </a:spcAft>
              <a:tabLst>
                <a:tab algn="l" pos="678240"/>
              </a:tabLst>
            </a:pPr>
            <a:r>
              <a:rPr lang="it-IT" sz="1800" b="1" u="none" strike="noStrike">
                <a:solidFill>
                  <a:srgbClr val="050e17"/>
                </a:solidFill>
                <a:effectLst/>
                <a:uFillTx/>
                <a:latin typeface="-apple-system"/>
              </a:rPr>
              <a:t>Struttura di una applicazione</a:t>
            </a:r>
            <a:endParaRPr lang="it-IT" sz="1800" b="0" u="none" strike="noStrike">
              <a:solidFill>
                <a:srgbClr val="000000"/>
              </a:solidFill>
              <a:effectLst/>
              <a:uFillTx/>
              <a:latin typeface="Arial"/>
            </a:endParaRPr>
          </a:p>
        </p:txBody>
      </p:sp>
      <p:sp>
        <p:nvSpPr>
          <p:cNvPr id="312" name="CasellaDiTesto 3"/>
          <p:cNvSpPr/>
          <p:nvPr/>
        </p:nvSpPr>
        <p:spPr>
          <a:xfrm>
            <a:off x="3702240" y="795600"/>
            <a:ext cx="8350920" cy="64584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lang="it-IT" sz="1800" b="0" u="none" strike="noStrike">
                <a:solidFill>
                  <a:schemeClr val="dk1"/>
                </a:solidFill>
                <a:effectLst/>
                <a:uFillTx/>
                <a:latin typeface="Calibri"/>
              </a:rPr>
              <a:t>In generale, possiamo dire che i programmi JAVA sono file che definiamo classi:</a:t>
            </a:r>
            <a:endParaRPr lang="it-IT" sz="1800" b="0" u="none" strike="noStrike">
              <a:solidFill>
                <a:srgbClr val="000000"/>
              </a:solidFill>
              <a:effectLst/>
              <a:uFillTx/>
              <a:latin typeface="Arial"/>
            </a:endParaRPr>
          </a:p>
          <a:p>
            <a:pPr defTabSz="914400">
              <a:lnSpc>
                <a:spcPct val="100000"/>
              </a:lnSpc>
            </a:pPr>
            <a:r>
              <a:rPr lang="it-IT" sz="1800" b="0" u="none" strike="noStrike">
                <a:solidFill>
                  <a:schemeClr val="dk1"/>
                </a:solidFill>
                <a:effectLst/>
                <a:uFillTx/>
                <a:latin typeface="Calibri"/>
              </a:rPr>
              <a:t>Ogni classe è prodotta generando un file testuale con la sintassi</a:t>
            </a:r>
            <a:endParaRPr lang="it-IT" sz="1800" b="0" u="none" strike="noStrike">
              <a:solidFill>
                <a:srgbClr val="000000"/>
              </a:solidFill>
              <a:effectLst/>
              <a:uFillTx/>
              <a:latin typeface="Arial"/>
            </a:endParaRPr>
          </a:p>
        </p:txBody>
      </p:sp>
      <p:sp>
        <p:nvSpPr>
          <p:cNvPr id="313" name="CasellaDiTesto 4"/>
          <p:cNvSpPr/>
          <p:nvPr/>
        </p:nvSpPr>
        <p:spPr>
          <a:xfrm>
            <a:off x="3702240" y="1719000"/>
            <a:ext cx="8006400" cy="923040"/>
          </a:xfrm>
          <a:prstGeom prst="rect">
            <a:avLst/>
          </a:prstGeom>
          <a:solidFill>
            <a:schemeClr val="tx1">
              <a:lumMod val="85000"/>
              <a:lumOff val="15000"/>
            </a:schemeClr>
          </a:solidFill>
          <a:ln w="0">
            <a:noFill/>
          </a:ln>
        </p:spPr>
        <p:style>
          <a:lnRef idx="0"/>
          <a:fillRef idx="0"/>
          <a:effectRef idx="0"/>
          <a:fontRef idx="minor"/>
        </p:style>
        <p:txBody>
          <a:bodyPr lIns="90000" rIns="90000" tIns="45000" bIns="45000" anchor="t">
            <a:spAutoFit/>
          </a:bodyPr>
          <a:p>
            <a:pPr defTabSz="914400">
              <a:lnSpc>
                <a:spcPct val="100000"/>
              </a:lnSpc>
            </a:pPr>
            <a:r>
              <a:rPr lang="it-IT" sz="1800" b="0" u="none" strike="noStrike">
                <a:solidFill>
                  <a:srgbClr val="d4d4d4"/>
                </a:solidFill>
                <a:effectLst/>
                <a:uFillTx/>
                <a:latin typeface="Consolas"/>
              </a:rPr>
              <a:t> </a:t>
            </a:r>
            <a:r>
              <a:rPr lang="it-IT" sz="1800" b="0" u="none" strike="noStrike">
                <a:solidFill>
                  <a:srgbClr val="569cd6"/>
                </a:solidFill>
                <a:effectLst/>
                <a:uFillTx/>
                <a:latin typeface="Consolas"/>
              </a:rPr>
              <a:t>public</a:t>
            </a:r>
            <a:r>
              <a:rPr lang="it-IT" sz="1800" b="0" u="none" strike="noStrike">
                <a:solidFill>
                  <a:srgbClr val="d4d4d4"/>
                </a:solidFill>
                <a:effectLst/>
                <a:uFillTx/>
                <a:latin typeface="Consolas"/>
              </a:rPr>
              <a:t> class nomeClasse {</a:t>
            </a:r>
            <a:endParaRPr lang="it-IT" sz="1800" b="0" u="none" strike="noStrike">
              <a:solidFill>
                <a:srgbClr val="ffffff"/>
              </a:solidFill>
              <a:effectLst/>
              <a:uFillTx/>
              <a:latin typeface="Arial"/>
            </a:endParaRPr>
          </a:p>
          <a:p>
            <a:pPr defTabSz="914400">
              <a:lnSpc>
                <a:spcPct val="100000"/>
              </a:lnSpc>
            </a:pPr>
            <a:r>
              <a:rPr lang="it-IT" sz="1800" b="0" u="none" strike="noStrike">
                <a:solidFill>
                  <a:srgbClr val="d4d4d4"/>
                </a:solidFill>
                <a:effectLst/>
                <a:uFillTx/>
                <a:latin typeface="Consolas"/>
              </a:rPr>
              <a:t>	</a:t>
            </a:r>
            <a:r>
              <a:rPr lang="it-IT" sz="1800" b="0" u="none" strike="noStrike">
                <a:solidFill>
                  <a:srgbClr val="d4d4d4"/>
                </a:solidFill>
                <a:effectLst/>
                <a:uFillTx/>
                <a:latin typeface="Consolas"/>
              </a:rPr>
              <a:t>	</a:t>
            </a:r>
            <a:r>
              <a:rPr lang="it-IT" sz="1800" b="0" u="none" strike="noStrike">
                <a:solidFill>
                  <a:srgbClr val="d4d4d4"/>
                </a:solidFill>
                <a:effectLst/>
                <a:uFillTx/>
                <a:latin typeface="Consolas"/>
              </a:rPr>
              <a:t>…</a:t>
            </a:r>
            <a:endParaRPr lang="it-IT" sz="1800" b="0" u="none" strike="noStrike">
              <a:solidFill>
                <a:srgbClr val="ffffff"/>
              </a:solidFill>
              <a:effectLst/>
              <a:uFillTx/>
              <a:latin typeface="Arial"/>
            </a:endParaRPr>
          </a:p>
          <a:p>
            <a:pPr defTabSz="914400">
              <a:lnSpc>
                <a:spcPct val="100000"/>
              </a:lnSpc>
            </a:pPr>
            <a:r>
              <a:rPr lang="it-IT" sz="1800" b="0" u="none" strike="noStrike">
                <a:solidFill>
                  <a:srgbClr val="d4d4d4"/>
                </a:solidFill>
                <a:effectLst/>
                <a:uFillTx/>
                <a:latin typeface="Consolas"/>
              </a:rPr>
              <a:t>          }</a:t>
            </a:r>
            <a:endParaRPr lang="it-IT" sz="1800" b="0" u="none" strike="noStrike">
              <a:solidFill>
                <a:srgbClr val="ffffff"/>
              </a:solidFill>
              <a:effectLst/>
              <a:uFillTx/>
              <a:latin typeface="Arial"/>
            </a:endParaRPr>
          </a:p>
        </p:txBody>
      </p:sp>
      <p:sp>
        <p:nvSpPr>
          <p:cNvPr id="314" name="CasellaDiTesto 5"/>
          <p:cNvSpPr/>
          <p:nvPr/>
        </p:nvSpPr>
        <p:spPr>
          <a:xfrm>
            <a:off x="281880" y="1121760"/>
            <a:ext cx="2863080" cy="2862000"/>
          </a:xfrm>
          <a:prstGeom prst="rect">
            <a:avLst/>
          </a:prstGeom>
          <a:solidFill>
            <a:srgbClr val="ff0000"/>
          </a:solidFill>
          <a:ln w="0">
            <a:noFill/>
          </a:ln>
        </p:spPr>
        <p:style>
          <a:lnRef idx="0"/>
          <a:fillRef idx="0"/>
          <a:effectRef idx="0"/>
          <a:fontRef idx="minor"/>
        </p:style>
        <p:txBody>
          <a:bodyPr lIns="90000" rIns="90000" tIns="45000" bIns="45000" anchor="t">
            <a:spAutoFit/>
          </a:bodyPr>
          <a:p>
            <a:pPr defTabSz="914400">
              <a:lnSpc>
                <a:spcPct val="100000"/>
              </a:lnSpc>
            </a:pPr>
            <a:r>
              <a:rPr lang="it-IT" sz="1800" b="0" u="none" strike="noStrike">
                <a:solidFill>
                  <a:schemeClr val="lt1"/>
                </a:solidFill>
                <a:effectLst/>
                <a:uFillTx/>
                <a:latin typeface="Calibri"/>
              </a:rPr>
              <a:t>Le parentesi graffe, in JAVA, sono delimitatori di blocchi di codice: un programma od una sua sezione, così come una stessa classe è definita in un blocco, quindi tra parentesi. Non esiste metodo o classe che non siano racchiuse tra parentesi.</a:t>
            </a:r>
            <a:endParaRPr lang="it-IT" sz="18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4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315" name="Picture 2" descr="Java Logo, symbol, meaning, history, PNG, brand"/>
          <p:cNvPicPr/>
          <p:nvPr/>
        </p:nvPicPr>
        <p:blipFill>
          <a:blip r:embed="rId1"/>
          <a:stretch/>
        </p:blipFill>
        <p:spPr>
          <a:xfrm>
            <a:off x="10632600" y="0"/>
            <a:ext cx="1420560" cy="795240"/>
          </a:xfrm>
          <a:prstGeom prst="rect">
            <a:avLst/>
          </a:prstGeom>
          <a:noFill/>
          <a:ln w="0">
            <a:noFill/>
          </a:ln>
        </p:spPr>
      </p:pic>
      <p:sp>
        <p:nvSpPr>
          <p:cNvPr id="316" name="CasellaDiTesto 2"/>
          <p:cNvSpPr/>
          <p:nvPr/>
        </p:nvSpPr>
        <p:spPr>
          <a:xfrm>
            <a:off x="281880" y="421920"/>
            <a:ext cx="3114000" cy="373320"/>
          </a:xfrm>
          <a:prstGeom prst="rect">
            <a:avLst/>
          </a:prstGeom>
          <a:solidFill>
            <a:schemeClr val="accent2">
              <a:lumMod val="40000"/>
              <a:lumOff val="60000"/>
            </a:schemeClr>
          </a:solidFill>
          <a:ln w="0">
            <a:noFill/>
          </a:ln>
        </p:spPr>
        <p:style>
          <a:lnRef idx="0"/>
          <a:fillRef idx="0"/>
          <a:effectRef idx="0"/>
          <a:fontRef idx="minor"/>
        </p:style>
        <p:txBody>
          <a:bodyPr lIns="90000" rIns="90000" tIns="45000" bIns="45000" anchor="t">
            <a:spAutoFit/>
          </a:bodyPr>
          <a:p>
            <a:pPr algn="just" defTabSz="914400">
              <a:lnSpc>
                <a:spcPct val="107000"/>
              </a:lnSpc>
              <a:spcAft>
                <a:spcPts val="799"/>
              </a:spcAft>
              <a:tabLst>
                <a:tab algn="l" pos="678240"/>
              </a:tabLst>
            </a:pPr>
            <a:r>
              <a:rPr lang="it-IT" sz="1800" b="1" u="none" strike="noStrike">
                <a:solidFill>
                  <a:srgbClr val="050e17"/>
                </a:solidFill>
                <a:effectLst/>
                <a:uFillTx/>
                <a:latin typeface="-apple-system"/>
              </a:rPr>
              <a:t>Struttura di una applicazione</a:t>
            </a:r>
            <a:endParaRPr lang="it-IT" sz="1800" b="0" u="none" strike="noStrike">
              <a:solidFill>
                <a:srgbClr val="000000"/>
              </a:solidFill>
              <a:effectLst/>
              <a:uFillTx/>
              <a:latin typeface="Arial"/>
            </a:endParaRPr>
          </a:p>
        </p:txBody>
      </p:sp>
      <p:sp>
        <p:nvSpPr>
          <p:cNvPr id="317" name="CasellaDiTesto 3"/>
          <p:cNvSpPr/>
          <p:nvPr/>
        </p:nvSpPr>
        <p:spPr>
          <a:xfrm>
            <a:off x="3702240" y="795600"/>
            <a:ext cx="8350920" cy="64584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lang="it-IT" sz="1800" b="0" u="none" strike="noStrike">
                <a:solidFill>
                  <a:schemeClr val="dk1"/>
                </a:solidFill>
                <a:effectLst/>
                <a:uFillTx/>
                <a:latin typeface="Calibri"/>
              </a:rPr>
              <a:t>In generale, possiamo dire che i programmi JAVA sono file che definiamo classi:</a:t>
            </a:r>
            <a:endParaRPr lang="it-IT" sz="1800" b="0" u="none" strike="noStrike">
              <a:solidFill>
                <a:srgbClr val="000000"/>
              </a:solidFill>
              <a:effectLst/>
              <a:uFillTx/>
              <a:latin typeface="Arial"/>
            </a:endParaRPr>
          </a:p>
          <a:p>
            <a:pPr defTabSz="914400">
              <a:lnSpc>
                <a:spcPct val="100000"/>
              </a:lnSpc>
            </a:pPr>
            <a:r>
              <a:rPr lang="it-IT" sz="1800" b="0" u="none" strike="noStrike">
                <a:solidFill>
                  <a:schemeClr val="dk1"/>
                </a:solidFill>
                <a:effectLst/>
                <a:uFillTx/>
                <a:latin typeface="Calibri"/>
              </a:rPr>
              <a:t>Ogni classe è prodotta generando un file testuale con la sintassi</a:t>
            </a:r>
            <a:endParaRPr lang="it-IT" sz="1800" b="0" u="none" strike="noStrike">
              <a:solidFill>
                <a:srgbClr val="000000"/>
              </a:solidFill>
              <a:effectLst/>
              <a:uFillTx/>
              <a:latin typeface="Arial"/>
            </a:endParaRPr>
          </a:p>
        </p:txBody>
      </p:sp>
      <p:sp>
        <p:nvSpPr>
          <p:cNvPr id="318" name="CasellaDiTesto 4"/>
          <p:cNvSpPr/>
          <p:nvPr/>
        </p:nvSpPr>
        <p:spPr>
          <a:xfrm>
            <a:off x="3702240" y="1719000"/>
            <a:ext cx="8006400" cy="923040"/>
          </a:xfrm>
          <a:prstGeom prst="rect">
            <a:avLst/>
          </a:prstGeom>
          <a:solidFill>
            <a:schemeClr val="tx1">
              <a:lumMod val="85000"/>
              <a:lumOff val="15000"/>
            </a:schemeClr>
          </a:solidFill>
          <a:ln w="0">
            <a:noFill/>
          </a:ln>
        </p:spPr>
        <p:style>
          <a:lnRef idx="0"/>
          <a:fillRef idx="0"/>
          <a:effectRef idx="0"/>
          <a:fontRef idx="minor"/>
        </p:style>
        <p:txBody>
          <a:bodyPr lIns="90000" rIns="90000" tIns="45000" bIns="45000" anchor="t">
            <a:spAutoFit/>
          </a:bodyPr>
          <a:p>
            <a:pPr defTabSz="914400">
              <a:lnSpc>
                <a:spcPct val="100000"/>
              </a:lnSpc>
            </a:pPr>
            <a:r>
              <a:rPr lang="it-IT" sz="1800" b="0" u="none" strike="noStrike">
                <a:solidFill>
                  <a:srgbClr val="d4d4d4"/>
                </a:solidFill>
                <a:effectLst/>
                <a:uFillTx/>
                <a:latin typeface="Consolas"/>
              </a:rPr>
              <a:t> </a:t>
            </a:r>
            <a:r>
              <a:rPr lang="it-IT" sz="1800" b="0" u="none" strike="noStrike">
                <a:solidFill>
                  <a:srgbClr val="569cd6"/>
                </a:solidFill>
                <a:effectLst/>
                <a:uFillTx/>
                <a:latin typeface="Consolas"/>
              </a:rPr>
              <a:t>public</a:t>
            </a:r>
            <a:r>
              <a:rPr lang="it-IT" sz="1800" b="0" u="none" strike="noStrike">
                <a:solidFill>
                  <a:srgbClr val="d4d4d4"/>
                </a:solidFill>
                <a:effectLst/>
                <a:uFillTx/>
                <a:latin typeface="Consolas"/>
              </a:rPr>
              <a:t> class nomeClasse {</a:t>
            </a:r>
            <a:endParaRPr lang="it-IT" sz="1800" b="0" u="none" strike="noStrike">
              <a:solidFill>
                <a:srgbClr val="ffffff"/>
              </a:solidFill>
              <a:effectLst/>
              <a:uFillTx/>
              <a:latin typeface="Arial"/>
            </a:endParaRPr>
          </a:p>
          <a:p>
            <a:pPr defTabSz="914400">
              <a:lnSpc>
                <a:spcPct val="100000"/>
              </a:lnSpc>
            </a:pPr>
            <a:r>
              <a:rPr lang="it-IT" sz="1800" b="0" u="none" strike="noStrike">
                <a:solidFill>
                  <a:srgbClr val="d4d4d4"/>
                </a:solidFill>
                <a:effectLst/>
                <a:uFillTx/>
                <a:latin typeface="Consolas"/>
              </a:rPr>
              <a:t>	</a:t>
            </a:r>
            <a:r>
              <a:rPr lang="it-IT" sz="1800" b="0" u="none" strike="noStrike">
                <a:solidFill>
                  <a:srgbClr val="d4d4d4"/>
                </a:solidFill>
                <a:effectLst/>
                <a:uFillTx/>
                <a:latin typeface="Consolas"/>
              </a:rPr>
              <a:t>	</a:t>
            </a:r>
            <a:r>
              <a:rPr lang="it-IT" sz="1800" b="0" u="none" strike="noStrike">
                <a:solidFill>
                  <a:srgbClr val="d4d4d4"/>
                </a:solidFill>
                <a:effectLst/>
                <a:uFillTx/>
                <a:latin typeface="Consolas"/>
              </a:rPr>
              <a:t>…</a:t>
            </a:r>
            <a:endParaRPr lang="it-IT" sz="1800" b="0" u="none" strike="noStrike">
              <a:solidFill>
                <a:srgbClr val="ffffff"/>
              </a:solidFill>
              <a:effectLst/>
              <a:uFillTx/>
              <a:latin typeface="Arial"/>
            </a:endParaRPr>
          </a:p>
          <a:p>
            <a:pPr defTabSz="914400">
              <a:lnSpc>
                <a:spcPct val="100000"/>
              </a:lnSpc>
            </a:pPr>
            <a:r>
              <a:rPr lang="it-IT" sz="1800" b="0" u="none" strike="noStrike">
                <a:solidFill>
                  <a:srgbClr val="d4d4d4"/>
                </a:solidFill>
                <a:effectLst/>
                <a:uFillTx/>
                <a:latin typeface="Consolas"/>
              </a:rPr>
              <a:t>          }</a:t>
            </a:r>
            <a:endParaRPr lang="it-IT" sz="1800" b="0" u="none" strike="noStrike">
              <a:solidFill>
                <a:srgbClr val="ffffff"/>
              </a:solidFill>
              <a:effectLst/>
              <a:uFillTx/>
              <a:latin typeface="Arial"/>
            </a:endParaRPr>
          </a:p>
        </p:txBody>
      </p:sp>
      <p:sp>
        <p:nvSpPr>
          <p:cNvPr id="319" name="CasellaDiTesto 1"/>
          <p:cNvSpPr/>
          <p:nvPr/>
        </p:nvSpPr>
        <p:spPr>
          <a:xfrm>
            <a:off x="3681000" y="2782800"/>
            <a:ext cx="8006400" cy="92304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lang="it-IT" sz="1800" b="0" u="none" strike="noStrike">
                <a:solidFill>
                  <a:schemeClr val="dk1"/>
                </a:solidFill>
                <a:effectLst/>
                <a:uFillTx/>
                <a:latin typeface="Calibri"/>
              </a:rPr>
              <a:t>Dove per nomeClasse intendiamo proprio il nome che decidiamo di darle.</a:t>
            </a:r>
            <a:endParaRPr lang="it-IT" sz="1800" b="0" u="none" strike="noStrike">
              <a:solidFill>
                <a:srgbClr val="000000"/>
              </a:solidFill>
              <a:effectLst/>
              <a:uFillTx/>
              <a:latin typeface="Arial"/>
            </a:endParaRPr>
          </a:p>
          <a:p>
            <a:pPr defTabSz="914400">
              <a:lnSpc>
                <a:spcPct val="100000"/>
              </a:lnSpc>
            </a:pPr>
            <a:r>
              <a:rPr lang="it-IT" sz="1800" b="0" u="none" strike="noStrike">
                <a:solidFill>
                  <a:schemeClr val="dk1"/>
                </a:solidFill>
                <a:effectLst/>
                <a:uFillTx/>
                <a:latin typeface="Calibri"/>
              </a:rPr>
              <a:t>Come vedremo, ci sono classi eseguibili e classi non eseguibili, utili a fornire supporto a quelle eseguibili.</a:t>
            </a:r>
            <a:endParaRPr lang="it-IT" sz="1800" b="0" u="none" strike="noStrike">
              <a:solidFill>
                <a:srgbClr val="000000"/>
              </a:solidFill>
              <a:effectLst/>
              <a:uFillTx/>
              <a:latin typeface="Arial"/>
            </a:endParaRPr>
          </a:p>
        </p:txBody>
      </p:sp>
      <p:sp>
        <p:nvSpPr>
          <p:cNvPr id="320" name="CasellaDiTesto 5"/>
          <p:cNvSpPr/>
          <p:nvPr/>
        </p:nvSpPr>
        <p:spPr>
          <a:xfrm>
            <a:off x="281880" y="1121760"/>
            <a:ext cx="2863080" cy="2862000"/>
          </a:xfrm>
          <a:prstGeom prst="rect">
            <a:avLst/>
          </a:prstGeom>
          <a:solidFill>
            <a:srgbClr val="ff0000"/>
          </a:solidFill>
          <a:ln w="0">
            <a:noFill/>
          </a:ln>
        </p:spPr>
        <p:style>
          <a:lnRef idx="0"/>
          <a:fillRef idx="0"/>
          <a:effectRef idx="0"/>
          <a:fontRef idx="minor"/>
        </p:style>
        <p:txBody>
          <a:bodyPr lIns="90000" rIns="90000" tIns="45000" bIns="45000" anchor="t">
            <a:spAutoFit/>
          </a:bodyPr>
          <a:p>
            <a:pPr defTabSz="914400">
              <a:lnSpc>
                <a:spcPct val="100000"/>
              </a:lnSpc>
            </a:pPr>
            <a:r>
              <a:rPr lang="it-IT" sz="1800" b="0" u="none" strike="noStrike">
                <a:solidFill>
                  <a:schemeClr val="lt1"/>
                </a:solidFill>
                <a:effectLst/>
                <a:uFillTx/>
                <a:latin typeface="Calibri"/>
              </a:rPr>
              <a:t>Le parentesi graffe, in JAVA, sono delimitatori di blocchi di codice: un programma od una sua sezione, così come una stessa classe è definita in un blocco, quindi tra parentesi. Non esiste metodo o classe che non siano racchiuse tra parentesi.</a:t>
            </a:r>
            <a:endParaRPr lang="it-IT" sz="18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4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321" name="Picture 2" descr="Java Logo, symbol, meaning, history, PNG, brand"/>
          <p:cNvPicPr/>
          <p:nvPr/>
        </p:nvPicPr>
        <p:blipFill>
          <a:blip r:embed="rId1"/>
          <a:stretch/>
        </p:blipFill>
        <p:spPr>
          <a:xfrm>
            <a:off x="10632600" y="0"/>
            <a:ext cx="1420560" cy="795240"/>
          </a:xfrm>
          <a:prstGeom prst="rect">
            <a:avLst/>
          </a:prstGeom>
          <a:noFill/>
          <a:ln w="0">
            <a:noFill/>
          </a:ln>
        </p:spPr>
      </p:pic>
      <p:sp>
        <p:nvSpPr>
          <p:cNvPr id="322" name="CasellaDiTesto 2"/>
          <p:cNvSpPr/>
          <p:nvPr/>
        </p:nvSpPr>
        <p:spPr>
          <a:xfrm>
            <a:off x="281880" y="421920"/>
            <a:ext cx="3114000" cy="373320"/>
          </a:xfrm>
          <a:prstGeom prst="rect">
            <a:avLst/>
          </a:prstGeom>
          <a:solidFill>
            <a:schemeClr val="accent2">
              <a:lumMod val="40000"/>
              <a:lumOff val="60000"/>
            </a:schemeClr>
          </a:solidFill>
          <a:ln w="0">
            <a:noFill/>
          </a:ln>
        </p:spPr>
        <p:style>
          <a:lnRef idx="0"/>
          <a:fillRef idx="0"/>
          <a:effectRef idx="0"/>
          <a:fontRef idx="minor"/>
        </p:style>
        <p:txBody>
          <a:bodyPr lIns="90000" rIns="90000" tIns="45000" bIns="45000" anchor="t">
            <a:spAutoFit/>
          </a:bodyPr>
          <a:p>
            <a:pPr algn="just" defTabSz="914400">
              <a:lnSpc>
                <a:spcPct val="107000"/>
              </a:lnSpc>
              <a:spcAft>
                <a:spcPts val="799"/>
              </a:spcAft>
              <a:tabLst>
                <a:tab algn="l" pos="678240"/>
              </a:tabLst>
            </a:pPr>
            <a:r>
              <a:rPr lang="it-IT" sz="1800" b="1" u="none" strike="noStrike">
                <a:solidFill>
                  <a:srgbClr val="050e17"/>
                </a:solidFill>
                <a:effectLst/>
                <a:uFillTx/>
                <a:latin typeface="-apple-system"/>
              </a:rPr>
              <a:t>Struttura di una applicazione</a:t>
            </a:r>
            <a:endParaRPr lang="it-IT" sz="1800" b="0" u="none" strike="noStrike">
              <a:solidFill>
                <a:srgbClr val="000000"/>
              </a:solidFill>
              <a:effectLst/>
              <a:uFillTx/>
              <a:latin typeface="Arial"/>
            </a:endParaRPr>
          </a:p>
        </p:txBody>
      </p:sp>
      <p:sp>
        <p:nvSpPr>
          <p:cNvPr id="323" name="CasellaDiTesto 3"/>
          <p:cNvSpPr/>
          <p:nvPr/>
        </p:nvSpPr>
        <p:spPr>
          <a:xfrm>
            <a:off x="3702240" y="795600"/>
            <a:ext cx="8350920" cy="64584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lang="it-IT" sz="1800" b="0" u="none" strike="noStrike">
                <a:solidFill>
                  <a:schemeClr val="dk1"/>
                </a:solidFill>
                <a:effectLst/>
                <a:uFillTx/>
                <a:latin typeface="Calibri"/>
              </a:rPr>
              <a:t>In generale, possiamo dire che i programmi JAVA sono file che definiamo classi:</a:t>
            </a:r>
            <a:endParaRPr lang="it-IT" sz="1800" b="0" u="none" strike="noStrike">
              <a:solidFill>
                <a:srgbClr val="000000"/>
              </a:solidFill>
              <a:effectLst/>
              <a:uFillTx/>
              <a:latin typeface="Arial"/>
            </a:endParaRPr>
          </a:p>
          <a:p>
            <a:pPr defTabSz="914400">
              <a:lnSpc>
                <a:spcPct val="100000"/>
              </a:lnSpc>
            </a:pPr>
            <a:r>
              <a:rPr lang="it-IT" sz="1800" b="0" u="none" strike="noStrike">
                <a:solidFill>
                  <a:schemeClr val="dk1"/>
                </a:solidFill>
                <a:effectLst/>
                <a:uFillTx/>
                <a:latin typeface="Calibri"/>
              </a:rPr>
              <a:t>Ogni classe è prodotta generando un file testuale con la sintassi</a:t>
            </a:r>
            <a:endParaRPr lang="it-IT" sz="1800" b="0" u="none" strike="noStrike">
              <a:solidFill>
                <a:srgbClr val="000000"/>
              </a:solidFill>
              <a:effectLst/>
              <a:uFillTx/>
              <a:latin typeface="Arial"/>
            </a:endParaRPr>
          </a:p>
        </p:txBody>
      </p:sp>
      <p:sp>
        <p:nvSpPr>
          <p:cNvPr id="324" name="CasellaDiTesto 4"/>
          <p:cNvSpPr/>
          <p:nvPr/>
        </p:nvSpPr>
        <p:spPr>
          <a:xfrm>
            <a:off x="3702240" y="1719000"/>
            <a:ext cx="8006400" cy="923040"/>
          </a:xfrm>
          <a:prstGeom prst="rect">
            <a:avLst/>
          </a:prstGeom>
          <a:solidFill>
            <a:schemeClr val="tx1">
              <a:lumMod val="85000"/>
              <a:lumOff val="15000"/>
            </a:schemeClr>
          </a:solidFill>
          <a:ln w="0">
            <a:noFill/>
          </a:ln>
        </p:spPr>
        <p:style>
          <a:lnRef idx="0"/>
          <a:fillRef idx="0"/>
          <a:effectRef idx="0"/>
          <a:fontRef idx="minor"/>
        </p:style>
        <p:txBody>
          <a:bodyPr lIns="90000" rIns="90000" tIns="45000" bIns="45000" anchor="t">
            <a:spAutoFit/>
          </a:bodyPr>
          <a:p>
            <a:pPr defTabSz="914400">
              <a:lnSpc>
                <a:spcPct val="100000"/>
              </a:lnSpc>
            </a:pPr>
            <a:r>
              <a:rPr lang="it-IT" sz="1800" b="0" u="none" strike="noStrike">
                <a:solidFill>
                  <a:srgbClr val="d4d4d4"/>
                </a:solidFill>
                <a:effectLst/>
                <a:uFillTx/>
                <a:latin typeface="Consolas"/>
              </a:rPr>
              <a:t> </a:t>
            </a:r>
            <a:r>
              <a:rPr lang="it-IT" sz="1800" b="0" u="none" strike="noStrike">
                <a:solidFill>
                  <a:srgbClr val="569cd6"/>
                </a:solidFill>
                <a:effectLst/>
                <a:uFillTx/>
                <a:latin typeface="Consolas"/>
              </a:rPr>
              <a:t>public</a:t>
            </a:r>
            <a:r>
              <a:rPr lang="it-IT" sz="1800" b="0" u="none" strike="noStrike">
                <a:solidFill>
                  <a:srgbClr val="d4d4d4"/>
                </a:solidFill>
                <a:effectLst/>
                <a:uFillTx/>
                <a:latin typeface="Consolas"/>
              </a:rPr>
              <a:t> class nomeClasse {</a:t>
            </a:r>
            <a:endParaRPr lang="it-IT" sz="1800" b="0" u="none" strike="noStrike">
              <a:solidFill>
                <a:srgbClr val="ffffff"/>
              </a:solidFill>
              <a:effectLst/>
              <a:uFillTx/>
              <a:latin typeface="Arial"/>
            </a:endParaRPr>
          </a:p>
          <a:p>
            <a:pPr defTabSz="914400">
              <a:lnSpc>
                <a:spcPct val="100000"/>
              </a:lnSpc>
            </a:pPr>
            <a:r>
              <a:rPr lang="it-IT" sz="1800" b="0" u="none" strike="noStrike">
                <a:solidFill>
                  <a:srgbClr val="d4d4d4"/>
                </a:solidFill>
                <a:effectLst/>
                <a:uFillTx/>
                <a:latin typeface="Consolas"/>
              </a:rPr>
              <a:t>	</a:t>
            </a:r>
            <a:r>
              <a:rPr lang="it-IT" sz="1800" b="0" u="none" strike="noStrike">
                <a:solidFill>
                  <a:srgbClr val="d4d4d4"/>
                </a:solidFill>
                <a:effectLst/>
                <a:uFillTx/>
                <a:latin typeface="Consolas"/>
              </a:rPr>
              <a:t>	</a:t>
            </a:r>
            <a:r>
              <a:rPr lang="it-IT" sz="1800" b="0" u="none" strike="noStrike">
                <a:solidFill>
                  <a:srgbClr val="d4d4d4"/>
                </a:solidFill>
                <a:effectLst/>
                <a:uFillTx/>
                <a:latin typeface="Consolas"/>
              </a:rPr>
              <a:t>…</a:t>
            </a:r>
            <a:endParaRPr lang="it-IT" sz="1800" b="0" u="none" strike="noStrike">
              <a:solidFill>
                <a:srgbClr val="ffffff"/>
              </a:solidFill>
              <a:effectLst/>
              <a:uFillTx/>
              <a:latin typeface="Arial"/>
            </a:endParaRPr>
          </a:p>
          <a:p>
            <a:pPr defTabSz="914400">
              <a:lnSpc>
                <a:spcPct val="100000"/>
              </a:lnSpc>
            </a:pPr>
            <a:r>
              <a:rPr lang="it-IT" sz="1800" b="0" u="none" strike="noStrike">
                <a:solidFill>
                  <a:srgbClr val="d4d4d4"/>
                </a:solidFill>
                <a:effectLst/>
                <a:uFillTx/>
                <a:latin typeface="Consolas"/>
              </a:rPr>
              <a:t>          }</a:t>
            </a:r>
            <a:endParaRPr lang="it-IT" sz="1800" b="0" u="none" strike="noStrike">
              <a:solidFill>
                <a:srgbClr val="ffffff"/>
              </a:solidFill>
              <a:effectLst/>
              <a:uFillTx/>
              <a:latin typeface="Arial"/>
            </a:endParaRPr>
          </a:p>
        </p:txBody>
      </p:sp>
      <p:sp>
        <p:nvSpPr>
          <p:cNvPr id="325" name="CasellaDiTesto 1"/>
          <p:cNvSpPr/>
          <p:nvPr/>
        </p:nvSpPr>
        <p:spPr>
          <a:xfrm>
            <a:off x="3681000" y="2782800"/>
            <a:ext cx="8006400" cy="203112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lang="it-IT" sz="1800" b="0" u="none" strike="noStrike">
                <a:solidFill>
                  <a:schemeClr val="dk1"/>
                </a:solidFill>
                <a:effectLst/>
                <a:uFillTx/>
                <a:latin typeface="Calibri"/>
              </a:rPr>
              <a:t>Dove per nomeClasse intendiamo proprio il nome che decidiamo di darle.</a:t>
            </a:r>
            <a:endParaRPr lang="it-IT" sz="1800" b="0" u="none" strike="noStrike">
              <a:solidFill>
                <a:srgbClr val="000000"/>
              </a:solidFill>
              <a:effectLst/>
              <a:uFillTx/>
              <a:latin typeface="Arial"/>
            </a:endParaRPr>
          </a:p>
          <a:p>
            <a:pPr defTabSz="914400">
              <a:lnSpc>
                <a:spcPct val="100000"/>
              </a:lnSpc>
            </a:pPr>
            <a:r>
              <a:rPr lang="it-IT" sz="1800" b="0" u="none" strike="noStrike">
                <a:solidFill>
                  <a:schemeClr val="dk1"/>
                </a:solidFill>
                <a:effectLst/>
                <a:uFillTx/>
                <a:latin typeface="Calibri"/>
              </a:rPr>
              <a:t>Come vedremo, ci sono classi eseguibili e classi non eseguibili, utili a fornire supporto a quelle eseguibili.</a:t>
            </a:r>
            <a:endParaRPr lang="it-IT" sz="1800" b="0" u="none" strike="noStrike">
              <a:solidFill>
                <a:srgbClr val="000000"/>
              </a:solidFill>
              <a:effectLst/>
              <a:uFillTx/>
              <a:latin typeface="Arial"/>
            </a:endParaRPr>
          </a:p>
          <a:p>
            <a:pPr defTabSz="914400">
              <a:lnSpc>
                <a:spcPct val="100000"/>
              </a:lnSpc>
            </a:pPr>
            <a:r>
              <a:rPr lang="it-IT" sz="1800" b="0" u="none" strike="noStrike">
                <a:solidFill>
                  <a:schemeClr val="dk1"/>
                </a:solidFill>
                <a:effectLst/>
                <a:uFillTx/>
                <a:latin typeface="Calibri"/>
              </a:rPr>
              <a:t>Le classi, tutte, possono avere delle funzionalità richiamabili: i metodi.</a:t>
            </a:r>
            <a:endParaRPr lang="it-IT" sz="1800" b="0" u="none" strike="noStrike">
              <a:solidFill>
                <a:srgbClr val="000000"/>
              </a:solidFill>
              <a:effectLst/>
              <a:uFillTx/>
              <a:latin typeface="Arial"/>
            </a:endParaRPr>
          </a:p>
          <a:p>
            <a:pPr defTabSz="914400">
              <a:lnSpc>
                <a:spcPct val="100000"/>
              </a:lnSpc>
            </a:pPr>
            <a:r>
              <a:rPr lang="it-IT" sz="1800" b="0" u="none" strike="noStrike">
                <a:solidFill>
                  <a:schemeClr val="dk1"/>
                </a:solidFill>
                <a:effectLst/>
                <a:uFillTx/>
                <a:latin typeface="Calibri"/>
              </a:rPr>
              <a:t>I metodi sono comandi che eseguono qualcosa o restituiscono valori, proprio come fanno comandi java primari, ma sono richiamabili (ovviamente) facendo riferimento alla classe specifica che li contiene. </a:t>
            </a:r>
            <a:endParaRPr lang="it-IT" sz="1800" b="0" u="none" strike="noStrike">
              <a:solidFill>
                <a:srgbClr val="000000"/>
              </a:solidFill>
              <a:effectLst/>
              <a:uFillTx/>
              <a:latin typeface="Arial"/>
            </a:endParaRPr>
          </a:p>
        </p:txBody>
      </p:sp>
      <p:sp>
        <p:nvSpPr>
          <p:cNvPr id="326" name="CasellaDiTesto 5"/>
          <p:cNvSpPr/>
          <p:nvPr/>
        </p:nvSpPr>
        <p:spPr>
          <a:xfrm>
            <a:off x="281880" y="1121760"/>
            <a:ext cx="2863080" cy="2862000"/>
          </a:xfrm>
          <a:prstGeom prst="rect">
            <a:avLst/>
          </a:prstGeom>
          <a:solidFill>
            <a:srgbClr val="ff0000"/>
          </a:solidFill>
          <a:ln w="0">
            <a:noFill/>
          </a:ln>
        </p:spPr>
        <p:style>
          <a:lnRef idx="0"/>
          <a:fillRef idx="0"/>
          <a:effectRef idx="0"/>
          <a:fontRef idx="minor"/>
        </p:style>
        <p:txBody>
          <a:bodyPr lIns="90000" rIns="90000" tIns="45000" bIns="45000" anchor="t">
            <a:spAutoFit/>
          </a:bodyPr>
          <a:p>
            <a:pPr defTabSz="914400">
              <a:lnSpc>
                <a:spcPct val="100000"/>
              </a:lnSpc>
            </a:pPr>
            <a:r>
              <a:rPr lang="it-IT" sz="1800" b="0" u="none" strike="noStrike">
                <a:solidFill>
                  <a:schemeClr val="lt1"/>
                </a:solidFill>
                <a:effectLst/>
                <a:uFillTx/>
                <a:latin typeface="Calibri"/>
              </a:rPr>
              <a:t>Le parentesi graffe, in JAVA, sono delimitatori di blocchi di codice: un programma od una sua sezione, così come una stessa classe è definita in un blocco, quindi tra parentesi. Non esiste metodo o classe che non siano racchiuse tra parentesi.</a:t>
            </a:r>
            <a:endParaRPr lang="it-IT" sz="18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4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327" name="Picture 2" descr="Java Logo, symbol, meaning, history, PNG, brand"/>
          <p:cNvPicPr/>
          <p:nvPr/>
        </p:nvPicPr>
        <p:blipFill>
          <a:blip r:embed="rId1"/>
          <a:stretch/>
        </p:blipFill>
        <p:spPr>
          <a:xfrm>
            <a:off x="10632600" y="0"/>
            <a:ext cx="1420560" cy="795240"/>
          </a:xfrm>
          <a:prstGeom prst="rect">
            <a:avLst/>
          </a:prstGeom>
          <a:noFill/>
          <a:ln w="0">
            <a:noFill/>
          </a:ln>
        </p:spPr>
      </p:pic>
      <p:sp>
        <p:nvSpPr>
          <p:cNvPr id="328" name="CasellaDiTesto 2"/>
          <p:cNvSpPr/>
          <p:nvPr/>
        </p:nvSpPr>
        <p:spPr>
          <a:xfrm>
            <a:off x="281880" y="421920"/>
            <a:ext cx="3114000" cy="373320"/>
          </a:xfrm>
          <a:prstGeom prst="rect">
            <a:avLst/>
          </a:prstGeom>
          <a:solidFill>
            <a:schemeClr val="accent2">
              <a:lumMod val="40000"/>
              <a:lumOff val="60000"/>
            </a:schemeClr>
          </a:solidFill>
          <a:ln w="0">
            <a:noFill/>
          </a:ln>
        </p:spPr>
        <p:style>
          <a:lnRef idx="0"/>
          <a:fillRef idx="0"/>
          <a:effectRef idx="0"/>
          <a:fontRef idx="minor"/>
        </p:style>
        <p:txBody>
          <a:bodyPr lIns="90000" rIns="90000" tIns="45000" bIns="45000" anchor="t">
            <a:spAutoFit/>
          </a:bodyPr>
          <a:p>
            <a:pPr algn="just" defTabSz="914400">
              <a:lnSpc>
                <a:spcPct val="107000"/>
              </a:lnSpc>
              <a:spcAft>
                <a:spcPts val="799"/>
              </a:spcAft>
              <a:tabLst>
                <a:tab algn="l" pos="678240"/>
              </a:tabLst>
            </a:pPr>
            <a:r>
              <a:rPr lang="it-IT" sz="1800" b="1" u="none" strike="noStrike">
                <a:solidFill>
                  <a:srgbClr val="050e17"/>
                </a:solidFill>
                <a:effectLst/>
                <a:uFillTx/>
                <a:latin typeface="-apple-system"/>
              </a:rPr>
              <a:t>Struttura di una applicazione</a:t>
            </a:r>
            <a:endParaRPr lang="it-IT" sz="1800" b="0" u="none" strike="noStrike">
              <a:solidFill>
                <a:srgbClr val="000000"/>
              </a:solidFill>
              <a:effectLst/>
              <a:uFillTx/>
              <a:latin typeface="Arial"/>
            </a:endParaRPr>
          </a:p>
        </p:txBody>
      </p:sp>
      <p:sp>
        <p:nvSpPr>
          <p:cNvPr id="329" name="CasellaDiTesto 3"/>
          <p:cNvSpPr/>
          <p:nvPr/>
        </p:nvSpPr>
        <p:spPr>
          <a:xfrm>
            <a:off x="3702240" y="795600"/>
            <a:ext cx="8350920" cy="64584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lang="it-IT" sz="1800" b="0" u="none" strike="noStrike">
                <a:solidFill>
                  <a:schemeClr val="dk1"/>
                </a:solidFill>
                <a:effectLst/>
                <a:uFillTx/>
                <a:latin typeface="Calibri"/>
              </a:rPr>
              <a:t>In generale, possiamo dire che i programmi JAVA sono file che definiamo classi:</a:t>
            </a:r>
            <a:endParaRPr lang="it-IT" sz="1800" b="0" u="none" strike="noStrike">
              <a:solidFill>
                <a:srgbClr val="000000"/>
              </a:solidFill>
              <a:effectLst/>
              <a:uFillTx/>
              <a:latin typeface="Arial"/>
            </a:endParaRPr>
          </a:p>
          <a:p>
            <a:pPr defTabSz="914400">
              <a:lnSpc>
                <a:spcPct val="100000"/>
              </a:lnSpc>
            </a:pPr>
            <a:r>
              <a:rPr lang="it-IT" sz="1800" b="0" u="none" strike="noStrike">
                <a:solidFill>
                  <a:schemeClr val="dk1"/>
                </a:solidFill>
                <a:effectLst/>
                <a:uFillTx/>
                <a:latin typeface="Calibri"/>
              </a:rPr>
              <a:t>Ogni classe è prodotta generando un file testuale con la sintassi</a:t>
            </a:r>
            <a:endParaRPr lang="it-IT" sz="1800" b="0" u="none" strike="noStrike">
              <a:solidFill>
                <a:srgbClr val="000000"/>
              </a:solidFill>
              <a:effectLst/>
              <a:uFillTx/>
              <a:latin typeface="Arial"/>
            </a:endParaRPr>
          </a:p>
        </p:txBody>
      </p:sp>
      <p:sp>
        <p:nvSpPr>
          <p:cNvPr id="330" name="CasellaDiTesto 4"/>
          <p:cNvSpPr/>
          <p:nvPr/>
        </p:nvSpPr>
        <p:spPr>
          <a:xfrm>
            <a:off x="3702240" y="1719000"/>
            <a:ext cx="8006400" cy="923040"/>
          </a:xfrm>
          <a:prstGeom prst="rect">
            <a:avLst/>
          </a:prstGeom>
          <a:solidFill>
            <a:schemeClr val="tx1">
              <a:lumMod val="85000"/>
              <a:lumOff val="15000"/>
            </a:schemeClr>
          </a:solidFill>
          <a:ln w="0">
            <a:noFill/>
          </a:ln>
        </p:spPr>
        <p:style>
          <a:lnRef idx="0"/>
          <a:fillRef idx="0"/>
          <a:effectRef idx="0"/>
          <a:fontRef idx="minor"/>
        </p:style>
        <p:txBody>
          <a:bodyPr lIns="90000" rIns="90000" tIns="45000" bIns="45000" anchor="t">
            <a:spAutoFit/>
          </a:bodyPr>
          <a:p>
            <a:pPr defTabSz="914400">
              <a:lnSpc>
                <a:spcPct val="100000"/>
              </a:lnSpc>
            </a:pPr>
            <a:r>
              <a:rPr lang="it-IT" sz="1800" b="0" u="none" strike="noStrike">
                <a:solidFill>
                  <a:srgbClr val="d4d4d4"/>
                </a:solidFill>
                <a:effectLst/>
                <a:uFillTx/>
                <a:latin typeface="Consolas"/>
              </a:rPr>
              <a:t> </a:t>
            </a:r>
            <a:r>
              <a:rPr lang="it-IT" sz="1800" b="0" u="none" strike="noStrike">
                <a:solidFill>
                  <a:srgbClr val="569cd6"/>
                </a:solidFill>
                <a:effectLst/>
                <a:uFillTx/>
                <a:latin typeface="Consolas"/>
              </a:rPr>
              <a:t>public</a:t>
            </a:r>
            <a:r>
              <a:rPr lang="it-IT" sz="1800" b="0" u="none" strike="noStrike">
                <a:solidFill>
                  <a:srgbClr val="d4d4d4"/>
                </a:solidFill>
                <a:effectLst/>
                <a:uFillTx/>
                <a:latin typeface="Consolas"/>
              </a:rPr>
              <a:t> class nomeClasse {</a:t>
            </a:r>
            <a:endParaRPr lang="it-IT" sz="1800" b="0" u="none" strike="noStrike">
              <a:solidFill>
                <a:srgbClr val="ffffff"/>
              </a:solidFill>
              <a:effectLst/>
              <a:uFillTx/>
              <a:latin typeface="Arial"/>
            </a:endParaRPr>
          </a:p>
          <a:p>
            <a:pPr defTabSz="914400">
              <a:lnSpc>
                <a:spcPct val="100000"/>
              </a:lnSpc>
            </a:pPr>
            <a:r>
              <a:rPr lang="it-IT" sz="1800" b="0" u="none" strike="noStrike">
                <a:solidFill>
                  <a:srgbClr val="d4d4d4"/>
                </a:solidFill>
                <a:effectLst/>
                <a:uFillTx/>
                <a:latin typeface="Consolas"/>
              </a:rPr>
              <a:t>	</a:t>
            </a:r>
            <a:r>
              <a:rPr lang="it-IT" sz="1800" b="0" u="none" strike="noStrike">
                <a:solidFill>
                  <a:srgbClr val="d4d4d4"/>
                </a:solidFill>
                <a:effectLst/>
                <a:uFillTx/>
                <a:latin typeface="Consolas"/>
              </a:rPr>
              <a:t>	</a:t>
            </a:r>
            <a:r>
              <a:rPr lang="it-IT" sz="1800" b="0" u="none" strike="noStrike">
                <a:solidFill>
                  <a:srgbClr val="d4d4d4"/>
                </a:solidFill>
                <a:effectLst/>
                <a:uFillTx/>
                <a:latin typeface="Consolas"/>
              </a:rPr>
              <a:t>…</a:t>
            </a:r>
            <a:endParaRPr lang="it-IT" sz="1800" b="0" u="none" strike="noStrike">
              <a:solidFill>
                <a:srgbClr val="ffffff"/>
              </a:solidFill>
              <a:effectLst/>
              <a:uFillTx/>
              <a:latin typeface="Arial"/>
            </a:endParaRPr>
          </a:p>
          <a:p>
            <a:pPr defTabSz="914400">
              <a:lnSpc>
                <a:spcPct val="100000"/>
              </a:lnSpc>
            </a:pPr>
            <a:r>
              <a:rPr lang="it-IT" sz="1800" b="0" u="none" strike="noStrike">
                <a:solidFill>
                  <a:srgbClr val="d4d4d4"/>
                </a:solidFill>
                <a:effectLst/>
                <a:uFillTx/>
                <a:latin typeface="Consolas"/>
              </a:rPr>
              <a:t>          }</a:t>
            </a:r>
            <a:endParaRPr lang="it-IT" sz="1800" b="0" u="none" strike="noStrike">
              <a:solidFill>
                <a:srgbClr val="ffffff"/>
              </a:solidFill>
              <a:effectLst/>
              <a:uFillTx/>
              <a:latin typeface="Arial"/>
            </a:endParaRPr>
          </a:p>
        </p:txBody>
      </p:sp>
      <p:sp>
        <p:nvSpPr>
          <p:cNvPr id="331" name="CasellaDiTesto 1"/>
          <p:cNvSpPr/>
          <p:nvPr/>
        </p:nvSpPr>
        <p:spPr>
          <a:xfrm>
            <a:off x="3681000" y="2782800"/>
            <a:ext cx="8006400" cy="258480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lang="it-IT" sz="1800" b="0" u="none" strike="noStrike">
                <a:solidFill>
                  <a:schemeClr val="dk1"/>
                </a:solidFill>
                <a:effectLst/>
                <a:uFillTx/>
                <a:latin typeface="Calibri"/>
              </a:rPr>
              <a:t>Dove per nomeClasse intendiamo proprio il nome che decidiamo di darle.</a:t>
            </a:r>
            <a:endParaRPr lang="it-IT" sz="1800" b="0" u="none" strike="noStrike">
              <a:solidFill>
                <a:srgbClr val="000000"/>
              </a:solidFill>
              <a:effectLst/>
              <a:uFillTx/>
              <a:latin typeface="Arial"/>
            </a:endParaRPr>
          </a:p>
          <a:p>
            <a:pPr defTabSz="914400">
              <a:lnSpc>
                <a:spcPct val="100000"/>
              </a:lnSpc>
            </a:pPr>
            <a:r>
              <a:rPr lang="it-IT" sz="1800" b="0" u="none" strike="noStrike">
                <a:solidFill>
                  <a:schemeClr val="dk1"/>
                </a:solidFill>
                <a:effectLst/>
                <a:uFillTx/>
                <a:latin typeface="Calibri"/>
              </a:rPr>
              <a:t>Come vedremo, ci sono classi eseguibili e classi non eseguibili, utili a fornire supporto a quelle eseguibili.</a:t>
            </a:r>
            <a:endParaRPr lang="it-IT" sz="1800" b="0" u="none" strike="noStrike">
              <a:solidFill>
                <a:srgbClr val="000000"/>
              </a:solidFill>
              <a:effectLst/>
              <a:uFillTx/>
              <a:latin typeface="Arial"/>
            </a:endParaRPr>
          </a:p>
          <a:p>
            <a:pPr defTabSz="914400">
              <a:lnSpc>
                <a:spcPct val="100000"/>
              </a:lnSpc>
            </a:pPr>
            <a:r>
              <a:rPr lang="it-IT" sz="1800" b="0" u="none" strike="noStrike">
                <a:solidFill>
                  <a:schemeClr val="dk1"/>
                </a:solidFill>
                <a:effectLst/>
                <a:uFillTx/>
                <a:latin typeface="Calibri"/>
              </a:rPr>
              <a:t>Le classi, tutte, possono avere delle funzionalità richiamabili: i metodi.</a:t>
            </a:r>
            <a:endParaRPr lang="it-IT" sz="1800" b="0" u="none" strike="noStrike">
              <a:solidFill>
                <a:srgbClr val="000000"/>
              </a:solidFill>
              <a:effectLst/>
              <a:uFillTx/>
              <a:latin typeface="Arial"/>
            </a:endParaRPr>
          </a:p>
          <a:p>
            <a:pPr defTabSz="914400">
              <a:lnSpc>
                <a:spcPct val="100000"/>
              </a:lnSpc>
            </a:pPr>
            <a:r>
              <a:rPr lang="it-IT" sz="1800" b="0" u="none" strike="noStrike">
                <a:solidFill>
                  <a:schemeClr val="dk1"/>
                </a:solidFill>
                <a:effectLst/>
                <a:uFillTx/>
                <a:latin typeface="Calibri"/>
              </a:rPr>
              <a:t>I metodi sono comandi che eseguono qualcosa o restituiscono valori, proprio come fanno comandi java primari, ma sono richiamabili (ovviamente) facendo riferimento alla classe specifica che li contiene. </a:t>
            </a:r>
            <a:endParaRPr lang="it-IT" sz="1800" b="0" u="none" strike="noStrike">
              <a:solidFill>
                <a:srgbClr val="000000"/>
              </a:solidFill>
              <a:effectLst/>
              <a:uFillTx/>
              <a:latin typeface="Arial"/>
            </a:endParaRPr>
          </a:p>
          <a:p>
            <a:pPr defTabSz="914400">
              <a:lnSpc>
                <a:spcPct val="100000"/>
              </a:lnSpc>
            </a:pPr>
            <a:r>
              <a:rPr lang="it-IT" sz="1800" b="0" u="none" strike="noStrike">
                <a:solidFill>
                  <a:schemeClr val="dk1"/>
                </a:solidFill>
                <a:effectLst/>
                <a:uFillTx/>
                <a:latin typeface="Calibri"/>
              </a:rPr>
              <a:t>Le classi eseguibili posseggono un metodo eseguibile, viene chiamato metodo main: noi possiamo scrivere il codice per produrre tale metodo. </a:t>
            </a:r>
            <a:endParaRPr lang="it-IT" sz="1800" b="0" u="none" strike="noStrike">
              <a:solidFill>
                <a:srgbClr val="000000"/>
              </a:solidFill>
              <a:effectLst/>
              <a:uFillTx/>
              <a:latin typeface="Arial"/>
            </a:endParaRPr>
          </a:p>
        </p:txBody>
      </p:sp>
      <p:sp>
        <p:nvSpPr>
          <p:cNvPr id="332" name="CasellaDiTesto 5"/>
          <p:cNvSpPr/>
          <p:nvPr/>
        </p:nvSpPr>
        <p:spPr>
          <a:xfrm>
            <a:off x="281880" y="1121760"/>
            <a:ext cx="2863080" cy="2862000"/>
          </a:xfrm>
          <a:prstGeom prst="rect">
            <a:avLst/>
          </a:prstGeom>
          <a:solidFill>
            <a:srgbClr val="ff0000"/>
          </a:solidFill>
          <a:ln w="0">
            <a:noFill/>
          </a:ln>
        </p:spPr>
        <p:style>
          <a:lnRef idx="0"/>
          <a:fillRef idx="0"/>
          <a:effectRef idx="0"/>
          <a:fontRef idx="minor"/>
        </p:style>
        <p:txBody>
          <a:bodyPr lIns="90000" rIns="90000" tIns="45000" bIns="45000" anchor="t">
            <a:spAutoFit/>
          </a:bodyPr>
          <a:p>
            <a:pPr defTabSz="914400">
              <a:lnSpc>
                <a:spcPct val="100000"/>
              </a:lnSpc>
            </a:pPr>
            <a:r>
              <a:rPr lang="it-IT" sz="1800" b="0" u="none" strike="noStrike">
                <a:solidFill>
                  <a:schemeClr val="lt1"/>
                </a:solidFill>
                <a:effectLst/>
                <a:uFillTx/>
                <a:latin typeface="Calibri"/>
              </a:rPr>
              <a:t>Le parentesi graffe, in JAVA, sono delimitatori di blocchi di codice: un programma od una sua sezione, così come una stessa classe è definita in un blocco, quindi tra parentesi. Non esiste metodo o classe che non siano racchiuse tra parentesi.</a:t>
            </a:r>
            <a:endParaRPr lang="it-IT" sz="18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4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333" name="Picture 2" descr="Java Logo, symbol, meaning, history, PNG, brand"/>
          <p:cNvPicPr/>
          <p:nvPr/>
        </p:nvPicPr>
        <p:blipFill>
          <a:blip r:embed="rId1"/>
          <a:stretch/>
        </p:blipFill>
        <p:spPr>
          <a:xfrm>
            <a:off x="10632600" y="0"/>
            <a:ext cx="1420560" cy="795240"/>
          </a:xfrm>
          <a:prstGeom prst="rect">
            <a:avLst/>
          </a:prstGeom>
          <a:noFill/>
          <a:ln w="0">
            <a:noFill/>
          </a:ln>
        </p:spPr>
      </p:pic>
      <p:sp>
        <p:nvSpPr>
          <p:cNvPr id="334" name="CasellaDiTesto 2"/>
          <p:cNvSpPr/>
          <p:nvPr/>
        </p:nvSpPr>
        <p:spPr>
          <a:xfrm>
            <a:off x="281880" y="421920"/>
            <a:ext cx="3114000" cy="373320"/>
          </a:xfrm>
          <a:prstGeom prst="rect">
            <a:avLst/>
          </a:prstGeom>
          <a:solidFill>
            <a:schemeClr val="accent2">
              <a:lumMod val="40000"/>
              <a:lumOff val="60000"/>
            </a:schemeClr>
          </a:solidFill>
          <a:ln w="0">
            <a:noFill/>
          </a:ln>
        </p:spPr>
        <p:style>
          <a:lnRef idx="0"/>
          <a:fillRef idx="0"/>
          <a:effectRef idx="0"/>
          <a:fontRef idx="minor"/>
        </p:style>
        <p:txBody>
          <a:bodyPr lIns="90000" rIns="90000" tIns="45000" bIns="45000" anchor="t">
            <a:spAutoFit/>
          </a:bodyPr>
          <a:p>
            <a:pPr algn="just" defTabSz="914400">
              <a:lnSpc>
                <a:spcPct val="107000"/>
              </a:lnSpc>
              <a:spcAft>
                <a:spcPts val="799"/>
              </a:spcAft>
              <a:tabLst>
                <a:tab algn="l" pos="678240"/>
              </a:tabLst>
            </a:pPr>
            <a:r>
              <a:rPr lang="it-IT" sz="1800" b="1" u="none" strike="noStrike">
                <a:solidFill>
                  <a:srgbClr val="050e17"/>
                </a:solidFill>
                <a:effectLst/>
                <a:uFillTx/>
                <a:latin typeface="-apple-system"/>
              </a:rPr>
              <a:t>Struttura di una applicazione</a:t>
            </a:r>
            <a:endParaRPr lang="it-IT" sz="1800" b="0" u="none" strike="noStrike">
              <a:solidFill>
                <a:srgbClr val="000000"/>
              </a:solidFill>
              <a:effectLst/>
              <a:uFillTx/>
              <a:latin typeface="Arial"/>
            </a:endParaRPr>
          </a:p>
        </p:txBody>
      </p:sp>
      <p:sp>
        <p:nvSpPr>
          <p:cNvPr id="335" name="CasellaDiTesto 3"/>
          <p:cNvSpPr/>
          <p:nvPr/>
        </p:nvSpPr>
        <p:spPr>
          <a:xfrm>
            <a:off x="3702240" y="795600"/>
            <a:ext cx="8350920" cy="64584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lang="it-IT" sz="1800" b="0" u="none" strike="noStrike">
                <a:solidFill>
                  <a:schemeClr val="dk1"/>
                </a:solidFill>
                <a:effectLst/>
                <a:uFillTx/>
                <a:latin typeface="Calibri"/>
              </a:rPr>
              <a:t>In generale, possiamo dire che i programmi JAVA sono file che definiamo classi:</a:t>
            </a:r>
            <a:endParaRPr lang="it-IT" sz="1800" b="0" u="none" strike="noStrike">
              <a:solidFill>
                <a:srgbClr val="000000"/>
              </a:solidFill>
              <a:effectLst/>
              <a:uFillTx/>
              <a:latin typeface="Arial"/>
            </a:endParaRPr>
          </a:p>
          <a:p>
            <a:pPr defTabSz="914400">
              <a:lnSpc>
                <a:spcPct val="100000"/>
              </a:lnSpc>
            </a:pPr>
            <a:r>
              <a:rPr lang="it-IT" sz="1800" b="0" u="none" strike="noStrike">
                <a:solidFill>
                  <a:schemeClr val="dk1"/>
                </a:solidFill>
                <a:effectLst/>
                <a:uFillTx/>
                <a:latin typeface="Calibri"/>
              </a:rPr>
              <a:t>Ogni classe è prodotta generando un file testuale con la sintassi</a:t>
            </a:r>
            <a:endParaRPr lang="it-IT" sz="1800" b="0" u="none" strike="noStrike">
              <a:solidFill>
                <a:srgbClr val="000000"/>
              </a:solidFill>
              <a:effectLst/>
              <a:uFillTx/>
              <a:latin typeface="Arial"/>
            </a:endParaRPr>
          </a:p>
        </p:txBody>
      </p:sp>
      <p:sp>
        <p:nvSpPr>
          <p:cNvPr id="336" name="CasellaDiTesto 4"/>
          <p:cNvSpPr/>
          <p:nvPr/>
        </p:nvSpPr>
        <p:spPr>
          <a:xfrm>
            <a:off x="3702240" y="1719000"/>
            <a:ext cx="8006400" cy="923040"/>
          </a:xfrm>
          <a:prstGeom prst="rect">
            <a:avLst/>
          </a:prstGeom>
          <a:solidFill>
            <a:schemeClr val="tx1">
              <a:lumMod val="85000"/>
              <a:lumOff val="15000"/>
            </a:schemeClr>
          </a:solidFill>
          <a:ln w="0">
            <a:noFill/>
          </a:ln>
        </p:spPr>
        <p:style>
          <a:lnRef idx="0"/>
          <a:fillRef idx="0"/>
          <a:effectRef idx="0"/>
          <a:fontRef idx="minor"/>
        </p:style>
        <p:txBody>
          <a:bodyPr lIns="90000" rIns="90000" tIns="45000" bIns="45000" anchor="t">
            <a:spAutoFit/>
          </a:bodyPr>
          <a:p>
            <a:pPr defTabSz="914400">
              <a:lnSpc>
                <a:spcPct val="100000"/>
              </a:lnSpc>
            </a:pPr>
            <a:r>
              <a:rPr lang="it-IT" sz="1800" b="0" u="none" strike="noStrike">
                <a:solidFill>
                  <a:srgbClr val="d4d4d4"/>
                </a:solidFill>
                <a:effectLst/>
                <a:uFillTx/>
                <a:latin typeface="Consolas"/>
              </a:rPr>
              <a:t> </a:t>
            </a:r>
            <a:r>
              <a:rPr lang="it-IT" sz="1800" b="0" u="none" strike="noStrike">
                <a:solidFill>
                  <a:srgbClr val="569cd6"/>
                </a:solidFill>
                <a:effectLst/>
                <a:uFillTx/>
                <a:latin typeface="Consolas"/>
              </a:rPr>
              <a:t>public</a:t>
            </a:r>
            <a:r>
              <a:rPr lang="it-IT" sz="1800" b="0" u="none" strike="noStrike">
                <a:solidFill>
                  <a:srgbClr val="d4d4d4"/>
                </a:solidFill>
                <a:effectLst/>
                <a:uFillTx/>
                <a:latin typeface="Consolas"/>
              </a:rPr>
              <a:t> class nomeClasse {</a:t>
            </a:r>
            <a:endParaRPr lang="it-IT" sz="1800" b="0" u="none" strike="noStrike">
              <a:solidFill>
                <a:srgbClr val="ffffff"/>
              </a:solidFill>
              <a:effectLst/>
              <a:uFillTx/>
              <a:latin typeface="Arial"/>
            </a:endParaRPr>
          </a:p>
          <a:p>
            <a:pPr defTabSz="914400">
              <a:lnSpc>
                <a:spcPct val="100000"/>
              </a:lnSpc>
            </a:pPr>
            <a:r>
              <a:rPr lang="it-IT" sz="1800" b="0" u="none" strike="noStrike">
                <a:solidFill>
                  <a:srgbClr val="d4d4d4"/>
                </a:solidFill>
                <a:effectLst/>
                <a:uFillTx/>
                <a:latin typeface="Consolas"/>
              </a:rPr>
              <a:t>	</a:t>
            </a:r>
            <a:r>
              <a:rPr lang="it-IT" sz="1800" b="0" u="none" strike="noStrike">
                <a:solidFill>
                  <a:srgbClr val="d4d4d4"/>
                </a:solidFill>
                <a:effectLst/>
                <a:uFillTx/>
                <a:latin typeface="Consolas"/>
              </a:rPr>
              <a:t>	</a:t>
            </a:r>
            <a:r>
              <a:rPr lang="it-IT" sz="1800" b="0" u="none" strike="noStrike">
                <a:solidFill>
                  <a:srgbClr val="d4d4d4"/>
                </a:solidFill>
                <a:effectLst/>
                <a:uFillTx/>
                <a:latin typeface="Consolas"/>
              </a:rPr>
              <a:t>…</a:t>
            </a:r>
            <a:endParaRPr lang="it-IT" sz="1800" b="0" u="none" strike="noStrike">
              <a:solidFill>
                <a:srgbClr val="ffffff"/>
              </a:solidFill>
              <a:effectLst/>
              <a:uFillTx/>
              <a:latin typeface="Arial"/>
            </a:endParaRPr>
          </a:p>
          <a:p>
            <a:pPr defTabSz="914400">
              <a:lnSpc>
                <a:spcPct val="100000"/>
              </a:lnSpc>
            </a:pPr>
            <a:r>
              <a:rPr lang="it-IT" sz="1800" b="0" u="none" strike="noStrike">
                <a:solidFill>
                  <a:srgbClr val="d4d4d4"/>
                </a:solidFill>
                <a:effectLst/>
                <a:uFillTx/>
                <a:latin typeface="Consolas"/>
              </a:rPr>
              <a:t>          }</a:t>
            </a:r>
            <a:endParaRPr lang="it-IT" sz="1800" b="0" u="none" strike="noStrike">
              <a:solidFill>
                <a:srgbClr val="ffffff"/>
              </a:solidFill>
              <a:effectLst/>
              <a:uFillTx/>
              <a:latin typeface="Arial"/>
            </a:endParaRPr>
          </a:p>
        </p:txBody>
      </p:sp>
      <p:sp>
        <p:nvSpPr>
          <p:cNvPr id="337" name="CasellaDiTesto 1"/>
          <p:cNvSpPr/>
          <p:nvPr/>
        </p:nvSpPr>
        <p:spPr>
          <a:xfrm>
            <a:off x="3681000" y="2782800"/>
            <a:ext cx="8006400" cy="341604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lang="it-IT" sz="1800" b="0" u="none" strike="noStrike">
                <a:solidFill>
                  <a:schemeClr val="dk1"/>
                </a:solidFill>
                <a:effectLst/>
                <a:uFillTx/>
                <a:latin typeface="Calibri"/>
              </a:rPr>
              <a:t>Dove per nomeClasse intendiamo proprio il nome che decidiamo di darle.</a:t>
            </a:r>
            <a:endParaRPr lang="it-IT" sz="1800" b="0" u="none" strike="noStrike">
              <a:solidFill>
                <a:srgbClr val="000000"/>
              </a:solidFill>
              <a:effectLst/>
              <a:uFillTx/>
              <a:latin typeface="Arial"/>
            </a:endParaRPr>
          </a:p>
          <a:p>
            <a:pPr defTabSz="914400">
              <a:lnSpc>
                <a:spcPct val="100000"/>
              </a:lnSpc>
            </a:pPr>
            <a:r>
              <a:rPr lang="it-IT" sz="1800" b="0" u="none" strike="noStrike">
                <a:solidFill>
                  <a:schemeClr val="dk1"/>
                </a:solidFill>
                <a:effectLst/>
                <a:uFillTx/>
                <a:latin typeface="Calibri"/>
              </a:rPr>
              <a:t>Come vedremo, ci sono classi eseguibili e classi non eseguibili, utili a fornire supporto a quelle eseguibili.</a:t>
            </a:r>
            <a:endParaRPr lang="it-IT" sz="1800" b="0" u="none" strike="noStrike">
              <a:solidFill>
                <a:srgbClr val="000000"/>
              </a:solidFill>
              <a:effectLst/>
              <a:uFillTx/>
              <a:latin typeface="Arial"/>
            </a:endParaRPr>
          </a:p>
          <a:p>
            <a:pPr defTabSz="914400">
              <a:lnSpc>
                <a:spcPct val="100000"/>
              </a:lnSpc>
            </a:pPr>
            <a:r>
              <a:rPr lang="it-IT" sz="1800" b="0" u="none" strike="noStrike">
                <a:solidFill>
                  <a:schemeClr val="dk1"/>
                </a:solidFill>
                <a:effectLst/>
                <a:uFillTx/>
                <a:latin typeface="Calibri"/>
              </a:rPr>
              <a:t>Le classi, tutte, possono avere delle funzionalità richiamabili: i metodi.</a:t>
            </a:r>
            <a:endParaRPr lang="it-IT" sz="1800" b="0" u="none" strike="noStrike">
              <a:solidFill>
                <a:srgbClr val="000000"/>
              </a:solidFill>
              <a:effectLst/>
              <a:uFillTx/>
              <a:latin typeface="Arial"/>
            </a:endParaRPr>
          </a:p>
          <a:p>
            <a:pPr defTabSz="914400">
              <a:lnSpc>
                <a:spcPct val="100000"/>
              </a:lnSpc>
            </a:pPr>
            <a:r>
              <a:rPr lang="it-IT" sz="1800" b="0" u="none" strike="noStrike">
                <a:solidFill>
                  <a:schemeClr val="dk1"/>
                </a:solidFill>
                <a:effectLst/>
                <a:uFillTx/>
                <a:latin typeface="Calibri"/>
              </a:rPr>
              <a:t>I metodi sono comandi che eseguono qualcosa o restituiscono valori, proprio come fanno comandi java primari, ma sono richiamabili (ovviamente) facendo riferimento alla classe specifica che li contiene. </a:t>
            </a:r>
            <a:endParaRPr lang="it-IT" sz="1800" b="0" u="none" strike="noStrike">
              <a:solidFill>
                <a:srgbClr val="000000"/>
              </a:solidFill>
              <a:effectLst/>
              <a:uFillTx/>
              <a:latin typeface="Arial"/>
            </a:endParaRPr>
          </a:p>
          <a:p>
            <a:pPr defTabSz="914400">
              <a:lnSpc>
                <a:spcPct val="100000"/>
              </a:lnSpc>
            </a:pPr>
            <a:r>
              <a:rPr lang="it-IT" sz="1800" b="0" u="none" strike="noStrike">
                <a:solidFill>
                  <a:schemeClr val="dk1"/>
                </a:solidFill>
                <a:effectLst/>
                <a:uFillTx/>
                <a:latin typeface="Calibri"/>
              </a:rPr>
              <a:t>Le classi eseguibili posseggono un metodo eseguibile, viene chiamato metodo main: noi possiamo scrivere il codice per produrre tale metodo. da li è possibile scrivere codice JAVA o fare riferimento ad altre classi esterne e richiamare i loro metodi.</a:t>
            </a:r>
            <a:endParaRPr lang="it-IT" sz="1800" b="0" u="none" strike="noStrike">
              <a:solidFill>
                <a:srgbClr val="000000"/>
              </a:solidFill>
              <a:effectLst/>
              <a:uFillTx/>
              <a:latin typeface="Arial"/>
            </a:endParaRPr>
          </a:p>
          <a:p>
            <a:pPr defTabSz="914400">
              <a:lnSpc>
                <a:spcPct val="100000"/>
              </a:lnSpc>
            </a:pPr>
            <a:r>
              <a:rPr lang="it-IT" sz="1800" b="0" u="none" strike="noStrike">
                <a:solidFill>
                  <a:schemeClr val="dk1"/>
                </a:solidFill>
                <a:effectLst/>
                <a:uFillTx/>
                <a:latin typeface="Calibri"/>
              </a:rPr>
              <a:t>Noi potremo sia utilizzare classi fornite da terze parti che produrre classi nostre.</a:t>
            </a:r>
            <a:endParaRPr lang="it-IT" sz="1800" b="0" u="none" strike="noStrike">
              <a:solidFill>
                <a:srgbClr val="000000"/>
              </a:solidFill>
              <a:effectLst/>
              <a:uFillTx/>
              <a:latin typeface="Arial"/>
            </a:endParaRPr>
          </a:p>
          <a:p>
            <a:pPr defTabSz="914400">
              <a:lnSpc>
                <a:spcPct val="100000"/>
              </a:lnSpc>
            </a:pPr>
            <a:endParaRPr lang="it-IT" sz="1800" b="0" u="none" strike="noStrike">
              <a:solidFill>
                <a:srgbClr val="000000"/>
              </a:solidFill>
              <a:effectLst/>
              <a:uFillTx/>
              <a:latin typeface="Arial"/>
            </a:endParaRPr>
          </a:p>
        </p:txBody>
      </p:sp>
      <p:sp>
        <p:nvSpPr>
          <p:cNvPr id="338" name="CasellaDiTesto 5"/>
          <p:cNvSpPr/>
          <p:nvPr/>
        </p:nvSpPr>
        <p:spPr>
          <a:xfrm>
            <a:off x="281880" y="1121760"/>
            <a:ext cx="2863080" cy="2862000"/>
          </a:xfrm>
          <a:prstGeom prst="rect">
            <a:avLst/>
          </a:prstGeom>
          <a:solidFill>
            <a:srgbClr val="ff0000"/>
          </a:solidFill>
          <a:ln w="0">
            <a:noFill/>
          </a:ln>
        </p:spPr>
        <p:style>
          <a:lnRef idx="0"/>
          <a:fillRef idx="0"/>
          <a:effectRef idx="0"/>
          <a:fontRef idx="minor"/>
        </p:style>
        <p:txBody>
          <a:bodyPr lIns="90000" rIns="90000" tIns="45000" bIns="45000" anchor="t">
            <a:spAutoFit/>
          </a:bodyPr>
          <a:p>
            <a:pPr defTabSz="914400">
              <a:lnSpc>
                <a:spcPct val="100000"/>
              </a:lnSpc>
            </a:pPr>
            <a:r>
              <a:rPr lang="it-IT" sz="1800" b="0" u="none" strike="noStrike">
                <a:solidFill>
                  <a:schemeClr val="lt1"/>
                </a:solidFill>
                <a:effectLst/>
                <a:uFillTx/>
                <a:latin typeface="Calibri"/>
              </a:rPr>
              <a:t>Le parentesi graffe, in JAVA, sono delimitatori di blocchi di codice: un programma od una sua sezione, così come una stessa classe è definita in un blocco, quindi tra parentesi. Non esiste metodo o classe che non siano racchiuse tra parentesi.</a:t>
            </a:r>
            <a:endParaRPr lang="it-IT" sz="18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4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339" name="Picture 2" descr="Java Logo, symbol, meaning, history, PNG, brand"/>
          <p:cNvPicPr/>
          <p:nvPr/>
        </p:nvPicPr>
        <p:blipFill>
          <a:blip r:embed="rId1"/>
          <a:stretch/>
        </p:blipFill>
        <p:spPr>
          <a:xfrm>
            <a:off x="10632600" y="0"/>
            <a:ext cx="1420560" cy="795240"/>
          </a:xfrm>
          <a:prstGeom prst="rect">
            <a:avLst/>
          </a:prstGeom>
          <a:noFill/>
          <a:ln w="0">
            <a:noFill/>
          </a:ln>
        </p:spPr>
      </p:pic>
      <p:sp>
        <p:nvSpPr>
          <p:cNvPr id="340" name="CasellaDiTesto 2"/>
          <p:cNvSpPr/>
          <p:nvPr/>
        </p:nvSpPr>
        <p:spPr>
          <a:xfrm>
            <a:off x="281880" y="421920"/>
            <a:ext cx="3114000" cy="373320"/>
          </a:xfrm>
          <a:prstGeom prst="rect">
            <a:avLst/>
          </a:prstGeom>
          <a:solidFill>
            <a:schemeClr val="accent2">
              <a:lumMod val="40000"/>
              <a:lumOff val="60000"/>
            </a:schemeClr>
          </a:solidFill>
          <a:ln w="0">
            <a:noFill/>
          </a:ln>
        </p:spPr>
        <p:style>
          <a:lnRef idx="0"/>
          <a:fillRef idx="0"/>
          <a:effectRef idx="0"/>
          <a:fontRef idx="minor"/>
        </p:style>
        <p:txBody>
          <a:bodyPr lIns="90000" rIns="90000" tIns="45000" bIns="45000" anchor="t">
            <a:spAutoFit/>
          </a:bodyPr>
          <a:p>
            <a:pPr algn="just" defTabSz="914400">
              <a:lnSpc>
                <a:spcPct val="107000"/>
              </a:lnSpc>
              <a:spcAft>
                <a:spcPts val="799"/>
              </a:spcAft>
              <a:tabLst>
                <a:tab algn="l" pos="678240"/>
              </a:tabLst>
            </a:pPr>
            <a:r>
              <a:rPr lang="it-IT" sz="1800" b="1" u="none" strike="noStrike">
                <a:solidFill>
                  <a:srgbClr val="050e17"/>
                </a:solidFill>
                <a:effectLst/>
                <a:uFillTx/>
                <a:latin typeface="-apple-system"/>
              </a:rPr>
              <a:t>Struttura di una applicazione</a:t>
            </a:r>
            <a:endParaRPr lang="it-IT" sz="1800" b="0" u="none" strike="noStrike">
              <a:solidFill>
                <a:srgbClr val="000000"/>
              </a:solidFill>
              <a:effectLst/>
              <a:uFillTx/>
              <a:latin typeface="Arial"/>
            </a:endParaRPr>
          </a:p>
        </p:txBody>
      </p:sp>
      <p:sp>
        <p:nvSpPr>
          <p:cNvPr id="341" name="CasellaDiTesto 3"/>
          <p:cNvSpPr/>
          <p:nvPr/>
        </p:nvSpPr>
        <p:spPr>
          <a:xfrm>
            <a:off x="3702240" y="795600"/>
            <a:ext cx="8350920" cy="92304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endParaRPr lang="it-IT" sz="1800" b="0" u="none" strike="noStrike">
              <a:solidFill>
                <a:srgbClr val="000000"/>
              </a:solidFill>
              <a:effectLst/>
              <a:uFillTx/>
              <a:latin typeface="Arial"/>
            </a:endParaRPr>
          </a:p>
          <a:p>
            <a:pPr defTabSz="914400">
              <a:lnSpc>
                <a:spcPct val="100000"/>
              </a:lnSpc>
            </a:pPr>
            <a:r>
              <a:rPr lang="it-IT" sz="1800" b="0" u="none" strike="noStrike">
                <a:solidFill>
                  <a:schemeClr val="dk1"/>
                </a:solidFill>
                <a:effectLst/>
                <a:uFillTx/>
                <a:latin typeface="Calibri"/>
              </a:rPr>
              <a:t>La struttura di base di una classe Java eseguibile, che contiene il metodo "main" che viene eseguito all'avvio dell'applicazione, è la seguente:</a:t>
            </a:r>
            <a:endParaRPr lang="it-IT" sz="1800" b="0" u="none" strike="noStrike">
              <a:solidFill>
                <a:srgbClr val="000000"/>
              </a:solidFill>
              <a:effectLst/>
              <a:uFillTx/>
              <a:latin typeface="Arial"/>
            </a:endParaRPr>
          </a:p>
        </p:txBody>
      </p:sp>
      <p:sp>
        <p:nvSpPr>
          <p:cNvPr id="342" name="CasellaDiTesto 4"/>
          <p:cNvSpPr/>
          <p:nvPr/>
        </p:nvSpPr>
        <p:spPr>
          <a:xfrm>
            <a:off x="3702240" y="1719000"/>
            <a:ext cx="8006400" cy="1477080"/>
          </a:xfrm>
          <a:prstGeom prst="rect">
            <a:avLst/>
          </a:prstGeom>
          <a:solidFill>
            <a:schemeClr val="tx1">
              <a:lumMod val="85000"/>
              <a:lumOff val="15000"/>
            </a:schemeClr>
          </a:solidFill>
          <a:ln w="0">
            <a:noFill/>
          </a:ln>
        </p:spPr>
        <p:style>
          <a:lnRef idx="0"/>
          <a:fillRef idx="0"/>
          <a:effectRef idx="0"/>
          <a:fontRef idx="minor"/>
        </p:style>
        <p:txBody>
          <a:bodyPr lIns="90000" rIns="90000" tIns="45000" bIns="45000" anchor="t">
            <a:spAutoFit/>
          </a:bodyPr>
          <a:p>
            <a:pPr defTabSz="914400">
              <a:lnSpc>
                <a:spcPct val="100000"/>
              </a:lnSpc>
            </a:pPr>
            <a:r>
              <a:rPr lang="it-IT" sz="1800" b="0" u="none" strike="noStrike">
                <a:solidFill>
                  <a:srgbClr val="d4d4d4"/>
                </a:solidFill>
                <a:effectLst/>
                <a:uFillTx/>
                <a:latin typeface="Consolas"/>
              </a:rPr>
              <a:t> </a:t>
            </a:r>
            <a:r>
              <a:rPr lang="it-IT" sz="1800" b="0" u="none" strike="noStrike">
                <a:solidFill>
                  <a:srgbClr val="569cd6"/>
                </a:solidFill>
                <a:effectLst/>
                <a:uFillTx/>
                <a:latin typeface="Consolas"/>
              </a:rPr>
              <a:t>public</a:t>
            </a:r>
            <a:r>
              <a:rPr lang="it-IT" sz="1800" b="0" u="none" strike="noStrike">
                <a:solidFill>
                  <a:srgbClr val="d4d4d4"/>
                </a:solidFill>
                <a:effectLst/>
                <a:uFillTx/>
                <a:latin typeface="Consolas"/>
              </a:rPr>
              <a:t> class Main {</a:t>
            </a:r>
            <a:endParaRPr lang="it-IT" sz="1800" b="0" u="none" strike="noStrike">
              <a:solidFill>
                <a:srgbClr val="ffffff"/>
              </a:solidFill>
              <a:effectLst/>
              <a:uFillTx/>
              <a:latin typeface="Arial"/>
            </a:endParaRPr>
          </a:p>
          <a:p>
            <a:pPr defTabSz="914400">
              <a:lnSpc>
                <a:spcPct val="100000"/>
              </a:lnSpc>
            </a:pPr>
            <a:r>
              <a:rPr lang="it-IT" sz="1800" b="0" u="none" strike="noStrike">
                <a:solidFill>
                  <a:srgbClr val="d4d4d4"/>
                </a:solidFill>
                <a:effectLst/>
                <a:uFillTx/>
                <a:latin typeface="Consolas"/>
              </a:rPr>
              <a:t>            </a:t>
            </a:r>
            <a:r>
              <a:rPr lang="it-IT" sz="1800" b="0" u="none" strike="noStrike">
                <a:solidFill>
                  <a:srgbClr val="569cd6"/>
                </a:solidFill>
                <a:effectLst/>
                <a:uFillTx/>
                <a:latin typeface="Consolas"/>
              </a:rPr>
              <a:t>public</a:t>
            </a:r>
            <a:r>
              <a:rPr lang="it-IT" sz="1800" b="0" u="none" strike="noStrike">
                <a:solidFill>
                  <a:srgbClr val="d4d4d4"/>
                </a:solidFill>
                <a:effectLst/>
                <a:uFillTx/>
                <a:latin typeface="Consolas"/>
              </a:rPr>
              <a:t> </a:t>
            </a:r>
            <a:r>
              <a:rPr lang="it-IT" sz="1800" b="0" u="none" strike="noStrike">
                <a:solidFill>
                  <a:srgbClr val="569cd6"/>
                </a:solidFill>
                <a:effectLst/>
                <a:uFillTx/>
                <a:latin typeface="Consolas"/>
              </a:rPr>
              <a:t>static</a:t>
            </a:r>
            <a:r>
              <a:rPr lang="it-IT" sz="1800" b="0" u="none" strike="noStrike">
                <a:solidFill>
                  <a:srgbClr val="d4d4d4"/>
                </a:solidFill>
                <a:effectLst/>
                <a:uFillTx/>
                <a:latin typeface="Consolas"/>
              </a:rPr>
              <a:t> </a:t>
            </a:r>
            <a:r>
              <a:rPr lang="it-IT" sz="1800" b="0" u="none" strike="noStrike">
                <a:solidFill>
                  <a:srgbClr val="569cd6"/>
                </a:solidFill>
                <a:effectLst/>
                <a:uFillTx/>
                <a:latin typeface="Consolas"/>
              </a:rPr>
              <a:t>void</a:t>
            </a:r>
            <a:r>
              <a:rPr lang="it-IT" sz="1800" b="0" u="none" strike="noStrike">
                <a:solidFill>
                  <a:srgbClr val="d4d4d4"/>
                </a:solidFill>
                <a:effectLst/>
                <a:uFillTx/>
                <a:latin typeface="Consolas"/>
              </a:rPr>
              <a:t> main(String[] args) {</a:t>
            </a:r>
            <a:endParaRPr lang="it-IT" sz="1800" b="0" u="none" strike="noStrike">
              <a:solidFill>
                <a:srgbClr val="ffffff"/>
              </a:solidFill>
              <a:effectLst/>
              <a:uFillTx/>
              <a:latin typeface="Arial"/>
            </a:endParaRPr>
          </a:p>
          <a:p>
            <a:pPr defTabSz="914400">
              <a:lnSpc>
                <a:spcPct val="100000"/>
              </a:lnSpc>
            </a:pPr>
            <a:r>
              <a:rPr lang="it-IT" sz="1800" b="0" u="none" strike="noStrike">
                <a:solidFill>
                  <a:srgbClr val="d4d4d4"/>
                </a:solidFill>
                <a:effectLst/>
                <a:uFillTx/>
                <a:latin typeface="Consolas"/>
              </a:rPr>
              <a:t>              </a:t>
            </a:r>
            <a:r>
              <a:rPr lang="it-IT" sz="1800" b="0" u="none" strike="noStrike">
                <a:solidFill>
                  <a:srgbClr val="6a9955"/>
                </a:solidFill>
                <a:effectLst/>
                <a:uFillTx/>
                <a:latin typeface="Consolas"/>
              </a:rPr>
              <a:t>// corpo del metodo "main"</a:t>
            </a:r>
            <a:endParaRPr lang="it-IT" sz="1800" b="0" u="none" strike="noStrike">
              <a:solidFill>
                <a:srgbClr val="ffffff"/>
              </a:solidFill>
              <a:effectLst/>
              <a:uFillTx/>
              <a:latin typeface="Arial"/>
            </a:endParaRPr>
          </a:p>
          <a:p>
            <a:pPr defTabSz="914400">
              <a:lnSpc>
                <a:spcPct val="100000"/>
              </a:lnSpc>
            </a:pPr>
            <a:r>
              <a:rPr lang="it-IT" sz="1800" b="0" u="none" strike="noStrike">
                <a:solidFill>
                  <a:srgbClr val="d4d4d4"/>
                </a:solidFill>
                <a:effectLst/>
                <a:uFillTx/>
                <a:latin typeface="Consolas"/>
              </a:rPr>
              <a:t>            }</a:t>
            </a:r>
            <a:endParaRPr lang="it-IT" sz="1800" b="0" u="none" strike="noStrike">
              <a:solidFill>
                <a:srgbClr val="ffffff"/>
              </a:solidFill>
              <a:effectLst/>
              <a:uFillTx/>
              <a:latin typeface="Arial"/>
            </a:endParaRPr>
          </a:p>
          <a:p>
            <a:pPr defTabSz="914400">
              <a:lnSpc>
                <a:spcPct val="100000"/>
              </a:lnSpc>
            </a:pPr>
            <a:r>
              <a:rPr lang="it-IT" sz="1800" b="0" u="none" strike="noStrike">
                <a:solidFill>
                  <a:srgbClr val="d4d4d4"/>
                </a:solidFill>
                <a:effectLst/>
                <a:uFillTx/>
                <a:latin typeface="Consolas"/>
              </a:rPr>
              <a:t>          }</a:t>
            </a:r>
            <a:endParaRPr lang="it-IT" sz="1800" b="0" u="none" strike="noStrike">
              <a:solidFill>
                <a:srgbClr val="ffffff"/>
              </a:solidFill>
              <a:effectLst/>
              <a:uFillTx/>
              <a:latin typeface="Arial"/>
            </a:endParaRPr>
          </a:p>
        </p:txBody>
      </p:sp>
      <p:sp>
        <p:nvSpPr>
          <p:cNvPr id="343" name="CasellaDiTesto 1"/>
          <p:cNvSpPr/>
          <p:nvPr/>
        </p:nvSpPr>
        <p:spPr>
          <a:xfrm>
            <a:off x="281880" y="1121760"/>
            <a:ext cx="2863080" cy="2862000"/>
          </a:xfrm>
          <a:prstGeom prst="rect">
            <a:avLst/>
          </a:prstGeom>
          <a:solidFill>
            <a:srgbClr val="ff0000"/>
          </a:solidFill>
          <a:ln w="0">
            <a:noFill/>
          </a:ln>
        </p:spPr>
        <p:style>
          <a:lnRef idx="0"/>
          <a:fillRef idx="0"/>
          <a:effectRef idx="0"/>
          <a:fontRef idx="minor"/>
        </p:style>
        <p:txBody>
          <a:bodyPr lIns="90000" rIns="90000" tIns="45000" bIns="45000" anchor="t">
            <a:spAutoFit/>
          </a:bodyPr>
          <a:p>
            <a:pPr defTabSz="914400">
              <a:lnSpc>
                <a:spcPct val="100000"/>
              </a:lnSpc>
            </a:pPr>
            <a:r>
              <a:rPr lang="it-IT" sz="1800" b="0" u="none" strike="noStrike">
                <a:solidFill>
                  <a:schemeClr val="lt1"/>
                </a:solidFill>
                <a:effectLst/>
                <a:uFillTx/>
                <a:latin typeface="Calibri"/>
              </a:rPr>
              <a:t>Le parentesi graffe, in JAVA, sono delimitatori di blocchi di codice: un programma od una sua sezione, così come una stessa classe è definita in un blocco, quindi tra parentesi. Non esiste metodo o classe che non siano racchiuse tra parentesi.</a:t>
            </a:r>
            <a:endParaRPr lang="it-IT" sz="18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4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344" name="Picture 2" descr="Java Logo, symbol, meaning, history, PNG, brand"/>
          <p:cNvPicPr/>
          <p:nvPr/>
        </p:nvPicPr>
        <p:blipFill>
          <a:blip r:embed="rId1"/>
          <a:stretch/>
        </p:blipFill>
        <p:spPr>
          <a:xfrm>
            <a:off x="10632600" y="0"/>
            <a:ext cx="1420560" cy="795240"/>
          </a:xfrm>
          <a:prstGeom prst="rect">
            <a:avLst/>
          </a:prstGeom>
          <a:noFill/>
          <a:ln w="0">
            <a:noFill/>
          </a:ln>
        </p:spPr>
      </p:pic>
      <p:sp>
        <p:nvSpPr>
          <p:cNvPr id="345" name="CasellaDiTesto 2"/>
          <p:cNvSpPr/>
          <p:nvPr/>
        </p:nvSpPr>
        <p:spPr>
          <a:xfrm>
            <a:off x="281880" y="421920"/>
            <a:ext cx="3114000" cy="373320"/>
          </a:xfrm>
          <a:prstGeom prst="rect">
            <a:avLst/>
          </a:prstGeom>
          <a:solidFill>
            <a:schemeClr val="accent2">
              <a:lumMod val="40000"/>
              <a:lumOff val="60000"/>
            </a:schemeClr>
          </a:solidFill>
          <a:ln w="0">
            <a:noFill/>
          </a:ln>
        </p:spPr>
        <p:style>
          <a:lnRef idx="0"/>
          <a:fillRef idx="0"/>
          <a:effectRef idx="0"/>
          <a:fontRef idx="minor"/>
        </p:style>
        <p:txBody>
          <a:bodyPr lIns="90000" rIns="90000" tIns="45000" bIns="45000" anchor="t">
            <a:spAutoFit/>
          </a:bodyPr>
          <a:p>
            <a:pPr algn="just" defTabSz="914400">
              <a:lnSpc>
                <a:spcPct val="107000"/>
              </a:lnSpc>
              <a:spcAft>
                <a:spcPts val="799"/>
              </a:spcAft>
              <a:tabLst>
                <a:tab algn="l" pos="678240"/>
              </a:tabLst>
            </a:pPr>
            <a:r>
              <a:rPr lang="it-IT" sz="1800" b="1" u="none" strike="noStrike">
                <a:solidFill>
                  <a:srgbClr val="050e17"/>
                </a:solidFill>
                <a:effectLst/>
                <a:uFillTx/>
                <a:latin typeface="-apple-system"/>
              </a:rPr>
              <a:t>Struttura di una applicazione</a:t>
            </a:r>
            <a:endParaRPr lang="it-IT" sz="1800" b="0" u="none" strike="noStrike">
              <a:solidFill>
                <a:srgbClr val="000000"/>
              </a:solidFill>
              <a:effectLst/>
              <a:uFillTx/>
              <a:latin typeface="Arial"/>
            </a:endParaRPr>
          </a:p>
        </p:txBody>
      </p:sp>
      <p:sp>
        <p:nvSpPr>
          <p:cNvPr id="346" name="CasellaDiTesto 3"/>
          <p:cNvSpPr/>
          <p:nvPr/>
        </p:nvSpPr>
        <p:spPr>
          <a:xfrm>
            <a:off x="3702240" y="795600"/>
            <a:ext cx="8350920" cy="92304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endParaRPr lang="it-IT" sz="1800" b="0" u="none" strike="noStrike">
              <a:solidFill>
                <a:srgbClr val="000000"/>
              </a:solidFill>
              <a:effectLst/>
              <a:uFillTx/>
              <a:latin typeface="Arial"/>
            </a:endParaRPr>
          </a:p>
          <a:p>
            <a:pPr defTabSz="914400">
              <a:lnSpc>
                <a:spcPct val="100000"/>
              </a:lnSpc>
            </a:pPr>
            <a:r>
              <a:rPr lang="it-IT" sz="1800" b="0" u="none" strike="noStrike">
                <a:solidFill>
                  <a:schemeClr val="dk1"/>
                </a:solidFill>
                <a:effectLst/>
                <a:uFillTx/>
                <a:latin typeface="Calibri"/>
              </a:rPr>
              <a:t>La struttura di base di una classe Java eseguibile, che contiene il metodo "main" che viene eseguito all'avvio dell'applicazione, è la seguente:</a:t>
            </a:r>
            <a:endParaRPr lang="it-IT" sz="1800" b="0" u="none" strike="noStrike">
              <a:solidFill>
                <a:srgbClr val="000000"/>
              </a:solidFill>
              <a:effectLst/>
              <a:uFillTx/>
              <a:latin typeface="Arial"/>
            </a:endParaRPr>
          </a:p>
        </p:txBody>
      </p:sp>
      <p:sp>
        <p:nvSpPr>
          <p:cNvPr id="347" name="CasellaDiTesto 4"/>
          <p:cNvSpPr/>
          <p:nvPr/>
        </p:nvSpPr>
        <p:spPr>
          <a:xfrm>
            <a:off x="3702240" y="1719000"/>
            <a:ext cx="8006400" cy="1477080"/>
          </a:xfrm>
          <a:prstGeom prst="rect">
            <a:avLst/>
          </a:prstGeom>
          <a:solidFill>
            <a:schemeClr val="tx1">
              <a:lumMod val="85000"/>
              <a:lumOff val="15000"/>
            </a:schemeClr>
          </a:solidFill>
          <a:ln w="0">
            <a:noFill/>
          </a:ln>
        </p:spPr>
        <p:style>
          <a:lnRef idx="0"/>
          <a:fillRef idx="0"/>
          <a:effectRef idx="0"/>
          <a:fontRef idx="minor"/>
        </p:style>
        <p:txBody>
          <a:bodyPr lIns="90000" rIns="90000" tIns="45000" bIns="45000" anchor="t">
            <a:spAutoFit/>
          </a:bodyPr>
          <a:p>
            <a:pPr defTabSz="914400">
              <a:lnSpc>
                <a:spcPct val="100000"/>
              </a:lnSpc>
            </a:pPr>
            <a:r>
              <a:rPr lang="it-IT" sz="1800" b="0" u="none" strike="noStrike">
                <a:solidFill>
                  <a:srgbClr val="d4d4d4"/>
                </a:solidFill>
                <a:effectLst/>
                <a:uFillTx/>
                <a:latin typeface="Consolas"/>
              </a:rPr>
              <a:t> </a:t>
            </a:r>
            <a:r>
              <a:rPr lang="it-IT" sz="1800" b="0" u="none" strike="noStrike">
                <a:solidFill>
                  <a:srgbClr val="569cd6"/>
                </a:solidFill>
                <a:effectLst/>
                <a:uFillTx/>
                <a:latin typeface="Consolas"/>
              </a:rPr>
              <a:t>public</a:t>
            </a:r>
            <a:r>
              <a:rPr lang="it-IT" sz="1800" b="0" u="none" strike="noStrike">
                <a:solidFill>
                  <a:srgbClr val="d4d4d4"/>
                </a:solidFill>
                <a:effectLst/>
                <a:uFillTx/>
                <a:latin typeface="Consolas"/>
              </a:rPr>
              <a:t> class Main {</a:t>
            </a:r>
            <a:endParaRPr lang="it-IT" sz="1800" b="0" u="none" strike="noStrike">
              <a:solidFill>
                <a:srgbClr val="ffffff"/>
              </a:solidFill>
              <a:effectLst/>
              <a:uFillTx/>
              <a:latin typeface="Arial"/>
            </a:endParaRPr>
          </a:p>
          <a:p>
            <a:pPr defTabSz="914400">
              <a:lnSpc>
                <a:spcPct val="100000"/>
              </a:lnSpc>
            </a:pPr>
            <a:r>
              <a:rPr lang="it-IT" sz="1800" b="0" u="none" strike="noStrike">
                <a:solidFill>
                  <a:srgbClr val="d4d4d4"/>
                </a:solidFill>
                <a:effectLst/>
                <a:uFillTx/>
                <a:latin typeface="Consolas"/>
              </a:rPr>
              <a:t>            </a:t>
            </a:r>
            <a:r>
              <a:rPr lang="it-IT" sz="1800" b="0" u="none" strike="noStrike">
                <a:solidFill>
                  <a:srgbClr val="569cd6"/>
                </a:solidFill>
                <a:effectLst/>
                <a:uFillTx/>
                <a:latin typeface="Consolas"/>
              </a:rPr>
              <a:t>public</a:t>
            </a:r>
            <a:r>
              <a:rPr lang="it-IT" sz="1800" b="0" u="none" strike="noStrike">
                <a:solidFill>
                  <a:srgbClr val="d4d4d4"/>
                </a:solidFill>
                <a:effectLst/>
                <a:uFillTx/>
                <a:latin typeface="Consolas"/>
              </a:rPr>
              <a:t> </a:t>
            </a:r>
            <a:r>
              <a:rPr lang="it-IT" sz="1800" b="0" u="none" strike="noStrike">
                <a:solidFill>
                  <a:srgbClr val="569cd6"/>
                </a:solidFill>
                <a:effectLst/>
                <a:uFillTx/>
                <a:latin typeface="Consolas"/>
              </a:rPr>
              <a:t>static</a:t>
            </a:r>
            <a:r>
              <a:rPr lang="it-IT" sz="1800" b="0" u="none" strike="noStrike">
                <a:solidFill>
                  <a:srgbClr val="d4d4d4"/>
                </a:solidFill>
                <a:effectLst/>
                <a:uFillTx/>
                <a:latin typeface="Consolas"/>
              </a:rPr>
              <a:t> </a:t>
            </a:r>
            <a:r>
              <a:rPr lang="it-IT" sz="1800" b="0" u="none" strike="noStrike">
                <a:solidFill>
                  <a:srgbClr val="569cd6"/>
                </a:solidFill>
                <a:effectLst/>
                <a:uFillTx/>
                <a:latin typeface="Consolas"/>
              </a:rPr>
              <a:t>void</a:t>
            </a:r>
            <a:r>
              <a:rPr lang="it-IT" sz="1800" b="0" u="none" strike="noStrike">
                <a:solidFill>
                  <a:srgbClr val="d4d4d4"/>
                </a:solidFill>
                <a:effectLst/>
                <a:uFillTx/>
                <a:latin typeface="Consolas"/>
              </a:rPr>
              <a:t> main(String[] args) {</a:t>
            </a:r>
            <a:endParaRPr lang="it-IT" sz="1800" b="0" u="none" strike="noStrike">
              <a:solidFill>
                <a:srgbClr val="ffffff"/>
              </a:solidFill>
              <a:effectLst/>
              <a:uFillTx/>
              <a:latin typeface="Arial"/>
            </a:endParaRPr>
          </a:p>
          <a:p>
            <a:pPr defTabSz="914400">
              <a:lnSpc>
                <a:spcPct val="100000"/>
              </a:lnSpc>
            </a:pPr>
            <a:r>
              <a:rPr lang="it-IT" sz="1800" b="0" u="none" strike="noStrike">
                <a:solidFill>
                  <a:srgbClr val="d4d4d4"/>
                </a:solidFill>
                <a:effectLst/>
                <a:uFillTx/>
                <a:latin typeface="Consolas"/>
              </a:rPr>
              <a:t>              </a:t>
            </a:r>
            <a:r>
              <a:rPr lang="it-IT" sz="1800" b="0" u="none" strike="noStrike">
                <a:solidFill>
                  <a:srgbClr val="6a9955"/>
                </a:solidFill>
                <a:effectLst/>
                <a:uFillTx/>
                <a:latin typeface="Consolas"/>
              </a:rPr>
              <a:t>// corpo del metodo "main"</a:t>
            </a:r>
            <a:endParaRPr lang="it-IT" sz="1800" b="0" u="none" strike="noStrike">
              <a:solidFill>
                <a:srgbClr val="ffffff"/>
              </a:solidFill>
              <a:effectLst/>
              <a:uFillTx/>
              <a:latin typeface="Arial"/>
            </a:endParaRPr>
          </a:p>
          <a:p>
            <a:pPr defTabSz="914400">
              <a:lnSpc>
                <a:spcPct val="100000"/>
              </a:lnSpc>
            </a:pPr>
            <a:r>
              <a:rPr lang="it-IT" sz="1800" b="0" u="none" strike="noStrike">
                <a:solidFill>
                  <a:srgbClr val="d4d4d4"/>
                </a:solidFill>
                <a:effectLst/>
                <a:uFillTx/>
                <a:latin typeface="Consolas"/>
              </a:rPr>
              <a:t>            }</a:t>
            </a:r>
            <a:endParaRPr lang="it-IT" sz="1800" b="0" u="none" strike="noStrike">
              <a:solidFill>
                <a:srgbClr val="ffffff"/>
              </a:solidFill>
              <a:effectLst/>
              <a:uFillTx/>
              <a:latin typeface="Arial"/>
            </a:endParaRPr>
          </a:p>
          <a:p>
            <a:pPr defTabSz="914400">
              <a:lnSpc>
                <a:spcPct val="100000"/>
              </a:lnSpc>
            </a:pPr>
            <a:r>
              <a:rPr lang="it-IT" sz="1800" b="0" u="none" strike="noStrike">
                <a:solidFill>
                  <a:srgbClr val="d4d4d4"/>
                </a:solidFill>
                <a:effectLst/>
                <a:uFillTx/>
                <a:latin typeface="Consolas"/>
              </a:rPr>
              <a:t>          }</a:t>
            </a:r>
            <a:endParaRPr lang="it-IT" sz="1800" b="0" u="none" strike="noStrike">
              <a:solidFill>
                <a:srgbClr val="ffffff"/>
              </a:solidFill>
              <a:effectLst/>
              <a:uFillTx/>
              <a:latin typeface="Arial"/>
            </a:endParaRPr>
          </a:p>
        </p:txBody>
      </p:sp>
      <p:sp>
        <p:nvSpPr>
          <p:cNvPr id="348" name="CasellaDiTesto 7"/>
          <p:cNvSpPr/>
          <p:nvPr/>
        </p:nvSpPr>
        <p:spPr>
          <a:xfrm>
            <a:off x="3702240" y="3319200"/>
            <a:ext cx="6097680" cy="119988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lang="it-IT" sz="1800" b="0" u="none" strike="noStrike">
                <a:solidFill>
                  <a:schemeClr val="dk1"/>
                </a:solidFill>
                <a:effectLst/>
                <a:uFillTx/>
                <a:latin typeface="Calibri"/>
              </a:rPr>
              <a:t>In questa struttura, "Main" è il nome della classe Java e deve corrispondere al nome del file sorgente. Il metodo "main" è il punto di ingresso dell'applicazione, cioè il primo metodo che viene eseguito quando l'applicazione viene avviata.</a:t>
            </a:r>
            <a:endParaRPr lang="it-IT" sz="1800" b="0" u="none" strike="noStrike">
              <a:solidFill>
                <a:srgbClr val="000000"/>
              </a:solidFill>
              <a:effectLst/>
              <a:uFillTx/>
              <a:latin typeface="Arial"/>
            </a:endParaRPr>
          </a:p>
        </p:txBody>
      </p:sp>
      <p:sp>
        <p:nvSpPr>
          <p:cNvPr id="349" name="CasellaDiTesto 1"/>
          <p:cNvSpPr/>
          <p:nvPr/>
        </p:nvSpPr>
        <p:spPr>
          <a:xfrm>
            <a:off x="281880" y="1121760"/>
            <a:ext cx="2863080" cy="2862000"/>
          </a:xfrm>
          <a:prstGeom prst="rect">
            <a:avLst/>
          </a:prstGeom>
          <a:solidFill>
            <a:srgbClr val="ff0000"/>
          </a:solidFill>
          <a:ln w="0">
            <a:noFill/>
          </a:ln>
        </p:spPr>
        <p:style>
          <a:lnRef idx="0"/>
          <a:fillRef idx="0"/>
          <a:effectRef idx="0"/>
          <a:fontRef idx="minor"/>
        </p:style>
        <p:txBody>
          <a:bodyPr lIns="90000" rIns="90000" tIns="45000" bIns="45000" anchor="t">
            <a:spAutoFit/>
          </a:bodyPr>
          <a:p>
            <a:pPr defTabSz="914400">
              <a:lnSpc>
                <a:spcPct val="100000"/>
              </a:lnSpc>
            </a:pPr>
            <a:r>
              <a:rPr lang="it-IT" sz="1800" b="0" u="none" strike="noStrike">
                <a:solidFill>
                  <a:schemeClr val="lt1"/>
                </a:solidFill>
                <a:effectLst/>
                <a:uFillTx/>
                <a:latin typeface="Calibri"/>
              </a:rPr>
              <a:t>Le parentesi graffe, in JAVA, sono delimitatori di blocchi di codice: un programma od una sua sezione, così come una stessa classe è definita in un blocco, quindi tra parentesi. Non esiste metodo o classe che non siano racchiuse tra parentesi.</a:t>
            </a:r>
            <a:endParaRPr lang="it-IT" sz="18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5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350" name="Picture 2" descr="Java Logo, symbol, meaning, history, PNG, brand"/>
          <p:cNvPicPr/>
          <p:nvPr/>
        </p:nvPicPr>
        <p:blipFill>
          <a:blip r:embed="rId1"/>
          <a:stretch/>
        </p:blipFill>
        <p:spPr>
          <a:xfrm>
            <a:off x="10632600" y="0"/>
            <a:ext cx="1420560" cy="795240"/>
          </a:xfrm>
          <a:prstGeom prst="rect">
            <a:avLst/>
          </a:prstGeom>
          <a:noFill/>
          <a:ln w="0">
            <a:noFill/>
          </a:ln>
        </p:spPr>
      </p:pic>
      <p:sp>
        <p:nvSpPr>
          <p:cNvPr id="351" name="CasellaDiTesto 2"/>
          <p:cNvSpPr/>
          <p:nvPr/>
        </p:nvSpPr>
        <p:spPr>
          <a:xfrm>
            <a:off x="281880" y="421920"/>
            <a:ext cx="3114000" cy="373320"/>
          </a:xfrm>
          <a:prstGeom prst="rect">
            <a:avLst/>
          </a:prstGeom>
          <a:solidFill>
            <a:schemeClr val="accent2">
              <a:lumMod val="40000"/>
              <a:lumOff val="60000"/>
            </a:schemeClr>
          </a:solidFill>
          <a:ln w="0">
            <a:noFill/>
          </a:ln>
        </p:spPr>
        <p:style>
          <a:lnRef idx="0"/>
          <a:fillRef idx="0"/>
          <a:effectRef idx="0"/>
          <a:fontRef idx="minor"/>
        </p:style>
        <p:txBody>
          <a:bodyPr lIns="90000" rIns="90000" tIns="45000" bIns="45000" anchor="t">
            <a:spAutoFit/>
          </a:bodyPr>
          <a:p>
            <a:pPr algn="just" defTabSz="914400">
              <a:lnSpc>
                <a:spcPct val="107000"/>
              </a:lnSpc>
              <a:spcAft>
                <a:spcPts val="799"/>
              </a:spcAft>
              <a:tabLst>
                <a:tab algn="l" pos="678240"/>
              </a:tabLst>
            </a:pPr>
            <a:r>
              <a:rPr lang="it-IT" sz="1800" b="1" u="none" strike="noStrike">
                <a:solidFill>
                  <a:srgbClr val="050e17"/>
                </a:solidFill>
                <a:effectLst/>
                <a:uFillTx/>
                <a:latin typeface="-apple-system"/>
              </a:rPr>
              <a:t>Struttura di una applicazione</a:t>
            </a:r>
            <a:endParaRPr lang="it-IT" sz="1800" b="0" u="none" strike="noStrike">
              <a:solidFill>
                <a:srgbClr val="000000"/>
              </a:solidFill>
              <a:effectLst/>
              <a:uFillTx/>
              <a:latin typeface="Arial"/>
            </a:endParaRPr>
          </a:p>
        </p:txBody>
      </p:sp>
      <p:sp>
        <p:nvSpPr>
          <p:cNvPr id="352" name="CasellaDiTesto 3"/>
          <p:cNvSpPr/>
          <p:nvPr/>
        </p:nvSpPr>
        <p:spPr>
          <a:xfrm>
            <a:off x="3702240" y="795600"/>
            <a:ext cx="8350920" cy="92304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endParaRPr lang="it-IT" sz="1800" b="0" u="none" strike="noStrike">
              <a:solidFill>
                <a:srgbClr val="000000"/>
              </a:solidFill>
              <a:effectLst/>
              <a:uFillTx/>
              <a:latin typeface="Arial"/>
            </a:endParaRPr>
          </a:p>
          <a:p>
            <a:pPr defTabSz="914400">
              <a:lnSpc>
                <a:spcPct val="100000"/>
              </a:lnSpc>
            </a:pPr>
            <a:r>
              <a:rPr lang="it-IT" sz="1800" b="0" u="none" strike="noStrike">
                <a:solidFill>
                  <a:schemeClr val="dk1"/>
                </a:solidFill>
                <a:effectLst/>
                <a:uFillTx/>
                <a:latin typeface="Calibri"/>
              </a:rPr>
              <a:t>La struttura di base di una classe Java eseguibile, che contiene il metodo "main" che viene eseguito all'avvio dell'applicazione, è la seguente:</a:t>
            </a:r>
            <a:endParaRPr lang="it-IT" sz="1800" b="0" u="none" strike="noStrike">
              <a:solidFill>
                <a:srgbClr val="000000"/>
              </a:solidFill>
              <a:effectLst/>
              <a:uFillTx/>
              <a:latin typeface="Arial"/>
            </a:endParaRPr>
          </a:p>
        </p:txBody>
      </p:sp>
      <p:sp>
        <p:nvSpPr>
          <p:cNvPr id="353" name="CasellaDiTesto 4"/>
          <p:cNvSpPr/>
          <p:nvPr/>
        </p:nvSpPr>
        <p:spPr>
          <a:xfrm>
            <a:off x="3702240" y="1719000"/>
            <a:ext cx="8006400" cy="1477080"/>
          </a:xfrm>
          <a:prstGeom prst="rect">
            <a:avLst/>
          </a:prstGeom>
          <a:solidFill>
            <a:schemeClr val="tx1">
              <a:lumMod val="85000"/>
              <a:lumOff val="15000"/>
            </a:schemeClr>
          </a:solidFill>
          <a:ln w="0">
            <a:noFill/>
          </a:ln>
        </p:spPr>
        <p:style>
          <a:lnRef idx="0"/>
          <a:fillRef idx="0"/>
          <a:effectRef idx="0"/>
          <a:fontRef idx="minor"/>
        </p:style>
        <p:txBody>
          <a:bodyPr lIns="90000" rIns="90000" tIns="45000" bIns="45000" anchor="t">
            <a:spAutoFit/>
          </a:bodyPr>
          <a:p>
            <a:pPr defTabSz="914400">
              <a:lnSpc>
                <a:spcPct val="100000"/>
              </a:lnSpc>
            </a:pPr>
            <a:r>
              <a:rPr lang="it-IT" sz="1800" b="0" u="none" strike="noStrike">
                <a:solidFill>
                  <a:srgbClr val="d4d4d4"/>
                </a:solidFill>
                <a:effectLst/>
                <a:uFillTx/>
                <a:latin typeface="Consolas"/>
              </a:rPr>
              <a:t> </a:t>
            </a:r>
            <a:r>
              <a:rPr lang="it-IT" sz="1800" b="0" u="none" strike="noStrike">
                <a:solidFill>
                  <a:srgbClr val="569cd6"/>
                </a:solidFill>
                <a:effectLst/>
                <a:uFillTx/>
                <a:latin typeface="Consolas"/>
              </a:rPr>
              <a:t>public</a:t>
            </a:r>
            <a:r>
              <a:rPr lang="it-IT" sz="1800" b="0" u="none" strike="noStrike">
                <a:solidFill>
                  <a:srgbClr val="d4d4d4"/>
                </a:solidFill>
                <a:effectLst/>
                <a:uFillTx/>
                <a:latin typeface="Consolas"/>
              </a:rPr>
              <a:t> class Main {</a:t>
            </a:r>
            <a:endParaRPr lang="it-IT" sz="1800" b="0" u="none" strike="noStrike">
              <a:solidFill>
                <a:srgbClr val="ffffff"/>
              </a:solidFill>
              <a:effectLst/>
              <a:uFillTx/>
              <a:latin typeface="Arial"/>
            </a:endParaRPr>
          </a:p>
          <a:p>
            <a:pPr defTabSz="914400">
              <a:lnSpc>
                <a:spcPct val="100000"/>
              </a:lnSpc>
            </a:pPr>
            <a:r>
              <a:rPr lang="it-IT" sz="1800" b="0" u="none" strike="noStrike">
                <a:solidFill>
                  <a:srgbClr val="d4d4d4"/>
                </a:solidFill>
                <a:effectLst/>
                <a:uFillTx/>
                <a:latin typeface="Consolas"/>
              </a:rPr>
              <a:t>            </a:t>
            </a:r>
            <a:r>
              <a:rPr lang="it-IT" sz="1800" b="0" u="none" strike="noStrike">
                <a:solidFill>
                  <a:srgbClr val="569cd6"/>
                </a:solidFill>
                <a:effectLst/>
                <a:uFillTx/>
                <a:latin typeface="Consolas"/>
              </a:rPr>
              <a:t>public</a:t>
            </a:r>
            <a:r>
              <a:rPr lang="it-IT" sz="1800" b="0" u="none" strike="noStrike">
                <a:solidFill>
                  <a:srgbClr val="d4d4d4"/>
                </a:solidFill>
                <a:effectLst/>
                <a:uFillTx/>
                <a:latin typeface="Consolas"/>
              </a:rPr>
              <a:t> </a:t>
            </a:r>
            <a:r>
              <a:rPr lang="it-IT" sz="1800" b="0" u="none" strike="noStrike">
                <a:solidFill>
                  <a:srgbClr val="569cd6"/>
                </a:solidFill>
                <a:effectLst/>
                <a:uFillTx/>
                <a:latin typeface="Consolas"/>
              </a:rPr>
              <a:t>static</a:t>
            </a:r>
            <a:r>
              <a:rPr lang="it-IT" sz="1800" b="0" u="none" strike="noStrike">
                <a:solidFill>
                  <a:srgbClr val="d4d4d4"/>
                </a:solidFill>
                <a:effectLst/>
                <a:uFillTx/>
                <a:latin typeface="Consolas"/>
              </a:rPr>
              <a:t> </a:t>
            </a:r>
            <a:r>
              <a:rPr lang="it-IT" sz="1800" b="0" u="none" strike="noStrike">
                <a:solidFill>
                  <a:srgbClr val="569cd6"/>
                </a:solidFill>
                <a:effectLst/>
                <a:uFillTx/>
                <a:latin typeface="Consolas"/>
              </a:rPr>
              <a:t>void</a:t>
            </a:r>
            <a:r>
              <a:rPr lang="it-IT" sz="1800" b="0" u="none" strike="noStrike">
                <a:solidFill>
                  <a:srgbClr val="d4d4d4"/>
                </a:solidFill>
                <a:effectLst/>
                <a:uFillTx/>
                <a:latin typeface="Consolas"/>
              </a:rPr>
              <a:t> main(String[] args) {</a:t>
            </a:r>
            <a:endParaRPr lang="it-IT" sz="1800" b="0" u="none" strike="noStrike">
              <a:solidFill>
                <a:srgbClr val="ffffff"/>
              </a:solidFill>
              <a:effectLst/>
              <a:uFillTx/>
              <a:latin typeface="Arial"/>
            </a:endParaRPr>
          </a:p>
          <a:p>
            <a:pPr defTabSz="914400">
              <a:lnSpc>
                <a:spcPct val="100000"/>
              </a:lnSpc>
            </a:pPr>
            <a:r>
              <a:rPr lang="it-IT" sz="1800" b="0" u="none" strike="noStrike">
                <a:solidFill>
                  <a:srgbClr val="d4d4d4"/>
                </a:solidFill>
                <a:effectLst/>
                <a:uFillTx/>
                <a:latin typeface="Consolas"/>
              </a:rPr>
              <a:t>              </a:t>
            </a:r>
            <a:r>
              <a:rPr lang="it-IT" sz="1800" b="0" u="none" strike="noStrike">
                <a:solidFill>
                  <a:srgbClr val="6a9955"/>
                </a:solidFill>
                <a:effectLst/>
                <a:uFillTx/>
                <a:latin typeface="Consolas"/>
              </a:rPr>
              <a:t>// corpo del metodo "main"</a:t>
            </a:r>
            <a:endParaRPr lang="it-IT" sz="1800" b="0" u="none" strike="noStrike">
              <a:solidFill>
                <a:srgbClr val="ffffff"/>
              </a:solidFill>
              <a:effectLst/>
              <a:uFillTx/>
              <a:latin typeface="Arial"/>
            </a:endParaRPr>
          </a:p>
          <a:p>
            <a:pPr defTabSz="914400">
              <a:lnSpc>
                <a:spcPct val="100000"/>
              </a:lnSpc>
            </a:pPr>
            <a:r>
              <a:rPr lang="it-IT" sz="1800" b="0" u="none" strike="noStrike">
                <a:solidFill>
                  <a:srgbClr val="d4d4d4"/>
                </a:solidFill>
                <a:effectLst/>
                <a:uFillTx/>
                <a:latin typeface="Consolas"/>
              </a:rPr>
              <a:t>            }</a:t>
            </a:r>
            <a:endParaRPr lang="it-IT" sz="1800" b="0" u="none" strike="noStrike">
              <a:solidFill>
                <a:srgbClr val="ffffff"/>
              </a:solidFill>
              <a:effectLst/>
              <a:uFillTx/>
              <a:latin typeface="Arial"/>
            </a:endParaRPr>
          </a:p>
          <a:p>
            <a:pPr defTabSz="914400">
              <a:lnSpc>
                <a:spcPct val="100000"/>
              </a:lnSpc>
            </a:pPr>
            <a:r>
              <a:rPr lang="it-IT" sz="1800" b="0" u="none" strike="noStrike">
                <a:solidFill>
                  <a:srgbClr val="d4d4d4"/>
                </a:solidFill>
                <a:effectLst/>
                <a:uFillTx/>
                <a:latin typeface="Consolas"/>
              </a:rPr>
              <a:t>          }</a:t>
            </a:r>
            <a:endParaRPr lang="it-IT" sz="1800" b="0" u="none" strike="noStrike">
              <a:solidFill>
                <a:srgbClr val="ffffff"/>
              </a:solidFill>
              <a:effectLst/>
              <a:uFillTx/>
              <a:latin typeface="Arial"/>
            </a:endParaRPr>
          </a:p>
        </p:txBody>
      </p:sp>
      <p:sp>
        <p:nvSpPr>
          <p:cNvPr id="354" name="CasellaDiTesto 7"/>
          <p:cNvSpPr/>
          <p:nvPr/>
        </p:nvSpPr>
        <p:spPr>
          <a:xfrm>
            <a:off x="3702240" y="3319200"/>
            <a:ext cx="6097680" cy="203112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lang="it-IT" sz="1800" b="0" u="none" strike="noStrike">
                <a:solidFill>
                  <a:schemeClr val="dk1"/>
                </a:solidFill>
                <a:effectLst/>
                <a:uFillTx/>
                <a:latin typeface="Calibri"/>
              </a:rPr>
              <a:t>In questa struttura, "Main" è il nome della classe Java e deve corrispondere al nome del file sorgente. Il metodo "main" è il punto di ingresso dell'applicazione, cioè il primo metodo che viene eseguito quando l'applicazione viene avviata.</a:t>
            </a:r>
            <a:endParaRPr lang="it-IT" sz="1800" b="0" u="none" strike="noStrike">
              <a:solidFill>
                <a:srgbClr val="000000"/>
              </a:solidFill>
              <a:effectLst/>
              <a:uFillTx/>
              <a:latin typeface="Arial"/>
            </a:endParaRPr>
          </a:p>
          <a:p>
            <a:pPr defTabSz="914400">
              <a:lnSpc>
                <a:spcPct val="100000"/>
              </a:lnSpc>
            </a:pPr>
            <a:r>
              <a:rPr lang="it-IT" sz="1800" b="0" u="none" strike="noStrike">
                <a:solidFill>
                  <a:schemeClr val="dk1"/>
                </a:solidFill>
                <a:effectLst/>
                <a:uFillTx/>
                <a:latin typeface="Calibri"/>
              </a:rPr>
              <a:t>Il metodo "main" deve essere definito come "public", "static" e "void", con un parametro di tipo "String[]" che rappresenta gli argomenti passati all'applicazione da riga di comando.</a:t>
            </a:r>
            <a:endParaRPr lang="it-IT" sz="1800" b="0" u="none" strike="noStrike">
              <a:solidFill>
                <a:srgbClr val="000000"/>
              </a:solidFill>
              <a:effectLst/>
              <a:uFillTx/>
              <a:latin typeface="Arial"/>
            </a:endParaRPr>
          </a:p>
        </p:txBody>
      </p:sp>
      <p:sp>
        <p:nvSpPr>
          <p:cNvPr id="355" name="CasellaDiTesto 1"/>
          <p:cNvSpPr/>
          <p:nvPr/>
        </p:nvSpPr>
        <p:spPr>
          <a:xfrm>
            <a:off x="281880" y="1121760"/>
            <a:ext cx="2863080" cy="2862000"/>
          </a:xfrm>
          <a:prstGeom prst="rect">
            <a:avLst/>
          </a:prstGeom>
          <a:solidFill>
            <a:srgbClr val="ff0000"/>
          </a:solidFill>
          <a:ln w="0">
            <a:noFill/>
          </a:ln>
        </p:spPr>
        <p:style>
          <a:lnRef idx="0"/>
          <a:fillRef idx="0"/>
          <a:effectRef idx="0"/>
          <a:fontRef idx="minor"/>
        </p:style>
        <p:txBody>
          <a:bodyPr lIns="90000" rIns="90000" tIns="45000" bIns="45000" anchor="t">
            <a:spAutoFit/>
          </a:bodyPr>
          <a:p>
            <a:pPr defTabSz="914400">
              <a:lnSpc>
                <a:spcPct val="100000"/>
              </a:lnSpc>
            </a:pPr>
            <a:r>
              <a:rPr lang="it-IT" sz="1800" b="0" u="none" strike="noStrike">
                <a:solidFill>
                  <a:schemeClr val="lt1"/>
                </a:solidFill>
                <a:effectLst/>
                <a:uFillTx/>
                <a:latin typeface="Calibri"/>
              </a:rPr>
              <a:t>Le parentesi graffe, in JAVA, sono delimitatori di blocchi di codice: un programma od una sua sezione, così come una stessa classe è definita in un blocco, quindi tra parentesi. Non esiste metodo o classe che non siano racchiuse tra parentesi.</a:t>
            </a:r>
            <a:endParaRPr lang="it-IT" sz="18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5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356" name="Picture 2" descr="Java Logo, symbol, meaning, history, PNG, brand"/>
          <p:cNvPicPr/>
          <p:nvPr/>
        </p:nvPicPr>
        <p:blipFill>
          <a:blip r:embed="rId1"/>
          <a:stretch/>
        </p:blipFill>
        <p:spPr>
          <a:xfrm>
            <a:off x="10632600" y="0"/>
            <a:ext cx="1420560" cy="795240"/>
          </a:xfrm>
          <a:prstGeom prst="rect">
            <a:avLst/>
          </a:prstGeom>
          <a:noFill/>
          <a:ln w="0">
            <a:noFill/>
          </a:ln>
        </p:spPr>
      </p:pic>
      <p:sp>
        <p:nvSpPr>
          <p:cNvPr id="357" name="CasellaDiTesto 2"/>
          <p:cNvSpPr/>
          <p:nvPr/>
        </p:nvSpPr>
        <p:spPr>
          <a:xfrm>
            <a:off x="281880" y="421920"/>
            <a:ext cx="3114000" cy="373320"/>
          </a:xfrm>
          <a:prstGeom prst="rect">
            <a:avLst/>
          </a:prstGeom>
          <a:solidFill>
            <a:schemeClr val="accent2">
              <a:lumMod val="40000"/>
              <a:lumOff val="60000"/>
            </a:schemeClr>
          </a:solidFill>
          <a:ln w="0">
            <a:noFill/>
          </a:ln>
        </p:spPr>
        <p:style>
          <a:lnRef idx="0"/>
          <a:fillRef idx="0"/>
          <a:effectRef idx="0"/>
          <a:fontRef idx="minor"/>
        </p:style>
        <p:txBody>
          <a:bodyPr lIns="90000" rIns="90000" tIns="45000" bIns="45000" anchor="t">
            <a:spAutoFit/>
          </a:bodyPr>
          <a:p>
            <a:pPr algn="just" defTabSz="914400">
              <a:lnSpc>
                <a:spcPct val="107000"/>
              </a:lnSpc>
              <a:spcAft>
                <a:spcPts val="799"/>
              </a:spcAft>
              <a:tabLst>
                <a:tab algn="l" pos="678240"/>
              </a:tabLst>
            </a:pPr>
            <a:r>
              <a:rPr lang="it-IT" sz="1800" b="1" u="none" strike="noStrike">
                <a:solidFill>
                  <a:srgbClr val="050e17"/>
                </a:solidFill>
                <a:effectLst/>
                <a:uFillTx/>
                <a:latin typeface="-apple-system"/>
              </a:rPr>
              <a:t>Struttura di una applicazione</a:t>
            </a:r>
            <a:endParaRPr lang="it-IT" sz="1800" b="0" u="none" strike="noStrike">
              <a:solidFill>
                <a:srgbClr val="000000"/>
              </a:solidFill>
              <a:effectLst/>
              <a:uFillTx/>
              <a:latin typeface="Arial"/>
            </a:endParaRPr>
          </a:p>
        </p:txBody>
      </p:sp>
      <p:sp>
        <p:nvSpPr>
          <p:cNvPr id="358" name="CasellaDiTesto 3"/>
          <p:cNvSpPr/>
          <p:nvPr/>
        </p:nvSpPr>
        <p:spPr>
          <a:xfrm>
            <a:off x="3702240" y="795600"/>
            <a:ext cx="8350920" cy="92304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endParaRPr lang="it-IT" sz="1800" b="0" u="none" strike="noStrike">
              <a:solidFill>
                <a:srgbClr val="000000"/>
              </a:solidFill>
              <a:effectLst/>
              <a:uFillTx/>
              <a:latin typeface="Arial"/>
            </a:endParaRPr>
          </a:p>
          <a:p>
            <a:pPr defTabSz="914400">
              <a:lnSpc>
                <a:spcPct val="100000"/>
              </a:lnSpc>
            </a:pPr>
            <a:r>
              <a:rPr lang="it-IT" sz="1800" b="0" u="none" strike="noStrike">
                <a:solidFill>
                  <a:schemeClr val="dk1"/>
                </a:solidFill>
                <a:effectLst/>
                <a:uFillTx/>
                <a:latin typeface="Calibri"/>
              </a:rPr>
              <a:t>La struttura di base di una classe Java eseguibile, che contiene il metodo "main" che viene eseguito all'avvio dell'applicazione, è la seguente:</a:t>
            </a:r>
            <a:endParaRPr lang="it-IT" sz="1800" b="0" u="none" strike="noStrike">
              <a:solidFill>
                <a:srgbClr val="000000"/>
              </a:solidFill>
              <a:effectLst/>
              <a:uFillTx/>
              <a:latin typeface="Arial"/>
            </a:endParaRPr>
          </a:p>
        </p:txBody>
      </p:sp>
      <p:sp>
        <p:nvSpPr>
          <p:cNvPr id="359" name="CasellaDiTesto 4"/>
          <p:cNvSpPr/>
          <p:nvPr/>
        </p:nvSpPr>
        <p:spPr>
          <a:xfrm>
            <a:off x="3702240" y="1719000"/>
            <a:ext cx="8006400" cy="1477080"/>
          </a:xfrm>
          <a:prstGeom prst="rect">
            <a:avLst/>
          </a:prstGeom>
          <a:solidFill>
            <a:schemeClr val="tx1">
              <a:lumMod val="85000"/>
              <a:lumOff val="15000"/>
            </a:schemeClr>
          </a:solidFill>
          <a:ln w="0">
            <a:noFill/>
          </a:ln>
        </p:spPr>
        <p:style>
          <a:lnRef idx="0"/>
          <a:fillRef idx="0"/>
          <a:effectRef idx="0"/>
          <a:fontRef idx="minor"/>
        </p:style>
        <p:txBody>
          <a:bodyPr lIns="90000" rIns="90000" tIns="45000" bIns="45000" anchor="t">
            <a:spAutoFit/>
          </a:bodyPr>
          <a:p>
            <a:pPr defTabSz="914400">
              <a:lnSpc>
                <a:spcPct val="100000"/>
              </a:lnSpc>
            </a:pPr>
            <a:r>
              <a:rPr lang="it-IT" sz="1800" b="0" u="none" strike="noStrike">
                <a:solidFill>
                  <a:srgbClr val="d4d4d4"/>
                </a:solidFill>
                <a:effectLst/>
                <a:uFillTx/>
                <a:latin typeface="Consolas"/>
              </a:rPr>
              <a:t> </a:t>
            </a:r>
            <a:r>
              <a:rPr lang="it-IT" sz="1800" b="0" u="none" strike="noStrike">
                <a:solidFill>
                  <a:srgbClr val="569cd6"/>
                </a:solidFill>
                <a:effectLst/>
                <a:uFillTx/>
                <a:latin typeface="Consolas"/>
              </a:rPr>
              <a:t>public</a:t>
            </a:r>
            <a:r>
              <a:rPr lang="it-IT" sz="1800" b="0" u="none" strike="noStrike">
                <a:solidFill>
                  <a:srgbClr val="d4d4d4"/>
                </a:solidFill>
                <a:effectLst/>
                <a:uFillTx/>
                <a:latin typeface="Consolas"/>
              </a:rPr>
              <a:t> class Main {</a:t>
            </a:r>
            <a:endParaRPr lang="it-IT" sz="1800" b="0" u="none" strike="noStrike">
              <a:solidFill>
                <a:srgbClr val="ffffff"/>
              </a:solidFill>
              <a:effectLst/>
              <a:uFillTx/>
              <a:latin typeface="Arial"/>
            </a:endParaRPr>
          </a:p>
          <a:p>
            <a:pPr defTabSz="914400">
              <a:lnSpc>
                <a:spcPct val="100000"/>
              </a:lnSpc>
            </a:pPr>
            <a:r>
              <a:rPr lang="it-IT" sz="1800" b="0" u="none" strike="noStrike">
                <a:solidFill>
                  <a:srgbClr val="d4d4d4"/>
                </a:solidFill>
                <a:effectLst/>
                <a:uFillTx/>
                <a:latin typeface="Consolas"/>
              </a:rPr>
              <a:t>            </a:t>
            </a:r>
            <a:r>
              <a:rPr lang="it-IT" sz="1800" b="0" u="none" strike="noStrike">
                <a:solidFill>
                  <a:srgbClr val="569cd6"/>
                </a:solidFill>
                <a:effectLst/>
                <a:uFillTx/>
                <a:latin typeface="Consolas"/>
              </a:rPr>
              <a:t>public</a:t>
            </a:r>
            <a:r>
              <a:rPr lang="it-IT" sz="1800" b="0" u="none" strike="noStrike">
                <a:solidFill>
                  <a:srgbClr val="d4d4d4"/>
                </a:solidFill>
                <a:effectLst/>
                <a:uFillTx/>
                <a:latin typeface="Consolas"/>
              </a:rPr>
              <a:t> </a:t>
            </a:r>
            <a:r>
              <a:rPr lang="it-IT" sz="1800" b="0" u="none" strike="noStrike">
                <a:solidFill>
                  <a:srgbClr val="569cd6"/>
                </a:solidFill>
                <a:effectLst/>
                <a:uFillTx/>
                <a:latin typeface="Consolas"/>
              </a:rPr>
              <a:t>static</a:t>
            </a:r>
            <a:r>
              <a:rPr lang="it-IT" sz="1800" b="0" u="none" strike="noStrike">
                <a:solidFill>
                  <a:srgbClr val="d4d4d4"/>
                </a:solidFill>
                <a:effectLst/>
                <a:uFillTx/>
                <a:latin typeface="Consolas"/>
              </a:rPr>
              <a:t> </a:t>
            </a:r>
            <a:r>
              <a:rPr lang="it-IT" sz="1800" b="0" u="none" strike="noStrike">
                <a:solidFill>
                  <a:srgbClr val="569cd6"/>
                </a:solidFill>
                <a:effectLst/>
                <a:uFillTx/>
                <a:latin typeface="Consolas"/>
              </a:rPr>
              <a:t>void</a:t>
            </a:r>
            <a:r>
              <a:rPr lang="it-IT" sz="1800" b="0" u="none" strike="noStrike">
                <a:solidFill>
                  <a:srgbClr val="d4d4d4"/>
                </a:solidFill>
                <a:effectLst/>
                <a:uFillTx/>
                <a:latin typeface="Consolas"/>
              </a:rPr>
              <a:t> main(String[] args) {</a:t>
            </a:r>
            <a:endParaRPr lang="it-IT" sz="1800" b="0" u="none" strike="noStrike">
              <a:solidFill>
                <a:srgbClr val="ffffff"/>
              </a:solidFill>
              <a:effectLst/>
              <a:uFillTx/>
              <a:latin typeface="Arial"/>
            </a:endParaRPr>
          </a:p>
          <a:p>
            <a:pPr defTabSz="914400">
              <a:lnSpc>
                <a:spcPct val="100000"/>
              </a:lnSpc>
            </a:pPr>
            <a:r>
              <a:rPr lang="it-IT" sz="1800" b="0" u="none" strike="noStrike">
                <a:solidFill>
                  <a:srgbClr val="d4d4d4"/>
                </a:solidFill>
                <a:effectLst/>
                <a:uFillTx/>
                <a:latin typeface="Consolas"/>
              </a:rPr>
              <a:t>              </a:t>
            </a:r>
            <a:r>
              <a:rPr lang="it-IT" sz="1800" b="0" u="none" strike="noStrike">
                <a:solidFill>
                  <a:srgbClr val="6a9955"/>
                </a:solidFill>
                <a:effectLst/>
                <a:uFillTx/>
                <a:latin typeface="Consolas"/>
              </a:rPr>
              <a:t>// corpo del metodo "main"</a:t>
            </a:r>
            <a:endParaRPr lang="it-IT" sz="1800" b="0" u="none" strike="noStrike">
              <a:solidFill>
                <a:srgbClr val="ffffff"/>
              </a:solidFill>
              <a:effectLst/>
              <a:uFillTx/>
              <a:latin typeface="Arial"/>
            </a:endParaRPr>
          </a:p>
          <a:p>
            <a:pPr defTabSz="914400">
              <a:lnSpc>
                <a:spcPct val="100000"/>
              </a:lnSpc>
            </a:pPr>
            <a:r>
              <a:rPr lang="it-IT" sz="1800" b="0" u="none" strike="noStrike">
                <a:solidFill>
                  <a:srgbClr val="d4d4d4"/>
                </a:solidFill>
                <a:effectLst/>
                <a:uFillTx/>
                <a:latin typeface="Consolas"/>
              </a:rPr>
              <a:t>            }</a:t>
            </a:r>
            <a:endParaRPr lang="it-IT" sz="1800" b="0" u="none" strike="noStrike">
              <a:solidFill>
                <a:srgbClr val="ffffff"/>
              </a:solidFill>
              <a:effectLst/>
              <a:uFillTx/>
              <a:latin typeface="Arial"/>
            </a:endParaRPr>
          </a:p>
          <a:p>
            <a:pPr defTabSz="914400">
              <a:lnSpc>
                <a:spcPct val="100000"/>
              </a:lnSpc>
            </a:pPr>
            <a:r>
              <a:rPr lang="it-IT" sz="1800" b="0" u="none" strike="noStrike">
                <a:solidFill>
                  <a:srgbClr val="d4d4d4"/>
                </a:solidFill>
                <a:effectLst/>
                <a:uFillTx/>
                <a:latin typeface="Consolas"/>
              </a:rPr>
              <a:t>          }</a:t>
            </a:r>
            <a:endParaRPr lang="it-IT" sz="1800" b="0" u="none" strike="noStrike">
              <a:solidFill>
                <a:srgbClr val="ffffff"/>
              </a:solidFill>
              <a:effectLst/>
              <a:uFillTx/>
              <a:latin typeface="Arial"/>
            </a:endParaRPr>
          </a:p>
        </p:txBody>
      </p:sp>
      <p:sp>
        <p:nvSpPr>
          <p:cNvPr id="360" name="CasellaDiTesto 7"/>
          <p:cNvSpPr/>
          <p:nvPr/>
        </p:nvSpPr>
        <p:spPr>
          <a:xfrm>
            <a:off x="3702240" y="3319200"/>
            <a:ext cx="6097680" cy="341604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lang="it-IT" sz="1800" b="0" u="none" strike="noStrike">
                <a:solidFill>
                  <a:schemeClr val="dk1"/>
                </a:solidFill>
                <a:effectLst/>
                <a:uFillTx/>
                <a:latin typeface="Calibri"/>
              </a:rPr>
              <a:t>In questa struttura, "Main" è il nome della classe Java e deve corrispondere al nome del file sorgente. Il metodo "main" è il punto di ingresso dell'applicazione, cioè il primo metodo che viene eseguito quando l'applicazione viene avviata.</a:t>
            </a:r>
            <a:endParaRPr lang="it-IT" sz="1800" b="0" u="none" strike="noStrike">
              <a:solidFill>
                <a:srgbClr val="000000"/>
              </a:solidFill>
              <a:effectLst/>
              <a:uFillTx/>
              <a:latin typeface="Arial"/>
            </a:endParaRPr>
          </a:p>
          <a:p>
            <a:pPr defTabSz="914400">
              <a:lnSpc>
                <a:spcPct val="100000"/>
              </a:lnSpc>
            </a:pPr>
            <a:r>
              <a:rPr lang="it-IT" sz="1800" b="0" u="none" strike="noStrike">
                <a:solidFill>
                  <a:schemeClr val="dk1"/>
                </a:solidFill>
                <a:effectLst/>
                <a:uFillTx/>
                <a:latin typeface="Calibri"/>
              </a:rPr>
              <a:t>Il metodo "main" deve essere definito come "public", "static" e "void", con un parametro di tipo "String[]" che rappresenta gli argomenti passati all'applicazione da riga di comando.</a:t>
            </a:r>
            <a:endParaRPr lang="it-IT" sz="1800" b="0" u="none" strike="noStrike">
              <a:solidFill>
                <a:srgbClr val="000000"/>
              </a:solidFill>
              <a:effectLst/>
              <a:uFillTx/>
              <a:latin typeface="Arial"/>
            </a:endParaRPr>
          </a:p>
          <a:p>
            <a:pPr defTabSz="914400">
              <a:lnSpc>
                <a:spcPct val="100000"/>
              </a:lnSpc>
            </a:pPr>
            <a:r>
              <a:rPr lang="it-IT" sz="1800" b="0" u="none" strike="noStrike">
                <a:solidFill>
                  <a:schemeClr val="dk1"/>
                </a:solidFill>
                <a:effectLst/>
                <a:uFillTx/>
                <a:latin typeface="Calibri"/>
              </a:rPr>
              <a:t>Il corpo del metodo "main" contiene il codice che verrà eseguito all'avvio dell'applicazione. In questo blocco di codice, è possibile definire variabili, chiamare altri metodi e utilizzare gli operatori e le espressioni di Java per eseguire le operazioni desiderate.</a:t>
            </a:r>
            <a:endParaRPr lang="it-IT" sz="1800" b="0" u="none" strike="noStrike">
              <a:solidFill>
                <a:srgbClr val="000000"/>
              </a:solidFill>
              <a:effectLst/>
              <a:uFillTx/>
              <a:latin typeface="Arial"/>
            </a:endParaRPr>
          </a:p>
        </p:txBody>
      </p:sp>
      <p:sp>
        <p:nvSpPr>
          <p:cNvPr id="361" name="CasellaDiTesto 1"/>
          <p:cNvSpPr/>
          <p:nvPr/>
        </p:nvSpPr>
        <p:spPr>
          <a:xfrm>
            <a:off x="281880" y="1121760"/>
            <a:ext cx="2863080" cy="2862000"/>
          </a:xfrm>
          <a:prstGeom prst="rect">
            <a:avLst/>
          </a:prstGeom>
          <a:solidFill>
            <a:srgbClr val="ff0000"/>
          </a:solidFill>
          <a:ln w="0">
            <a:noFill/>
          </a:ln>
        </p:spPr>
        <p:style>
          <a:lnRef idx="0"/>
          <a:fillRef idx="0"/>
          <a:effectRef idx="0"/>
          <a:fontRef idx="minor"/>
        </p:style>
        <p:txBody>
          <a:bodyPr lIns="90000" rIns="90000" tIns="45000" bIns="45000" anchor="t">
            <a:spAutoFit/>
          </a:bodyPr>
          <a:p>
            <a:pPr defTabSz="914400">
              <a:lnSpc>
                <a:spcPct val="100000"/>
              </a:lnSpc>
            </a:pPr>
            <a:r>
              <a:rPr lang="it-IT" sz="1800" b="0" u="none" strike="noStrike">
                <a:solidFill>
                  <a:schemeClr val="lt1"/>
                </a:solidFill>
                <a:effectLst/>
                <a:uFillTx/>
                <a:latin typeface="Calibri"/>
              </a:rPr>
              <a:t>Le parentesi graffe, in JAVA, sono delimitatori di blocchi di codice: un programma od una sua sezione, così come una stessa classe è definita in un blocco, quindi tra parentesi. Non esiste metodo o classe che non siano racchiuse tra parentesi.</a:t>
            </a:r>
            <a:endParaRPr lang="it-IT" sz="18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5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362" name="Picture 2" descr="Java Logo, symbol, meaning, history, PNG, brand"/>
          <p:cNvPicPr/>
          <p:nvPr/>
        </p:nvPicPr>
        <p:blipFill>
          <a:blip r:embed="rId1"/>
          <a:stretch/>
        </p:blipFill>
        <p:spPr>
          <a:xfrm>
            <a:off x="10632600" y="0"/>
            <a:ext cx="1420560" cy="795240"/>
          </a:xfrm>
          <a:prstGeom prst="rect">
            <a:avLst/>
          </a:prstGeom>
          <a:noFill/>
          <a:ln w="0">
            <a:noFill/>
          </a:ln>
        </p:spPr>
      </p:pic>
      <p:sp>
        <p:nvSpPr>
          <p:cNvPr id="363" name="CasellaDiTesto 2"/>
          <p:cNvSpPr/>
          <p:nvPr/>
        </p:nvSpPr>
        <p:spPr>
          <a:xfrm>
            <a:off x="281880" y="421920"/>
            <a:ext cx="3114000" cy="373320"/>
          </a:xfrm>
          <a:prstGeom prst="rect">
            <a:avLst/>
          </a:prstGeom>
          <a:solidFill>
            <a:schemeClr val="accent2">
              <a:lumMod val="40000"/>
              <a:lumOff val="60000"/>
            </a:schemeClr>
          </a:solidFill>
          <a:ln w="0">
            <a:noFill/>
          </a:ln>
        </p:spPr>
        <p:style>
          <a:lnRef idx="0"/>
          <a:fillRef idx="0"/>
          <a:effectRef idx="0"/>
          <a:fontRef idx="minor"/>
        </p:style>
        <p:txBody>
          <a:bodyPr lIns="90000" rIns="90000" tIns="45000" bIns="45000" anchor="t">
            <a:spAutoFit/>
          </a:bodyPr>
          <a:p>
            <a:pPr algn="just" defTabSz="914400">
              <a:lnSpc>
                <a:spcPct val="107000"/>
              </a:lnSpc>
              <a:spcAft>
                <a:spcPts val="799"/>
              </a:spcAft>
              <a:tabLst>
                <a:tab algn="l" pos="678240"/>
              </a:tabLst>
            </a:pPr>
            <a:r>
              <a:rPr lang="it-IT" sz="1800" b="1" u="none" strike="noStrike">
                <a:solidFill>
                  <a:srgbClr val="050e17"/>
                </a:solidFill>
                <a:effectLst/>
                <a:uFillTx/>
                <a:latin typeface="-apple-system"/>
              </a:rPr>
              <a:t>Struttura di una applicazione</a:t>
            </a:r>
            <a:endParaRPr lang="it-IT" sz="1800" b="0" u="none" strike="noStrike">
              <a:solidFill>
                <a:srgbClr val="000000"/>
              </a:solidFill>
              <a:effectLst/>
              <a:uFillTx/>
              <a:latin typeface="Arial"/>
            </a:endParaRPr>
          </a:p>
        </p:txBody>
      </p:sp>
      <p:sp>
        <p:nvSpPr>
          <p:cNvPr id="364" name="CasellaDiTesto 3"/>
          <p:cNvSpPr/>
          <p:nvPr/>
        </p:nvSpPr>
        <p:spPr>
          <a:xfrm>
            <a:off x="3702240" y="795600"/>
            <a:ext cx="8350920" cy="64584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lang="it-IT" sz="1800" b="0" u="none" strike="noStrike">
                <a:solidFill>
                  <a:schemeClr val="dk1"/>
                </a:solidFill>
                <a:effectLst/>
                <a:uFillTx/>
                <a:latin typeface="Calibri"/>
              </a:rPr>
              <a:t>Per esempio, se volessimo creare una classe eseguibile che visualizzi la classica scritta "Ciao Mondo" a video, il codice potrebbe essere il seguente:</a:t>
            </a:r>
            <a:endParaRPr lang="it-IT" sz="1800" b="0" u="none" strike="noStrike">
              <a:solidFill>
                <a:srgbClr val="000000"/>
              </a:solidFill>
              <a:effectLst/>
              <a:uFillTx/>
              <a:latin typeface="Arial"/>
            </a:endParaRPr>
          </a:p>
        </p:txBody>
      </p:sp>
      <p:sp>
        <p:nvSpPr>
          <p:cNvPr id="365" name="CasellaDiTesto 4"/>
          <p:cNvSpPr/>
          <p:nvPr/>
        </p:nvSpPr>
        <p:spPr>
          <a:xfrm>
            <a:off x="3702240" y="1719000"/>
            <a:ext cx="8006400" cy="1477080"/>
          </a:xfrm>
          <a:prstGeom prst="rect">
            <a:avLst/>
          </a:prstGeom>
          <a:solidFill>
            <a:schemeClr val="tx1">
              <a:lumMod val="85000"/>
              <a:lumOff val="15000"/>
            </a:schemeClr>
          </a:solidFill>
          <a:ln w="0">
            <a:noFill/>
          </a:ln>
        </p:spPr>
        <p:style>
          <a:lnRef idx="0"/>
          <a:fillRef idx="0"/>
          <a:effectRef idx="0"/>
          <a:fontRef idx="minor"/>
        </p:style>
        <p:txBody>
          <a:bodyPr lIns="90000" rIns="90000" tIns="45000" bIns="45000" anchor="t">
            <a:spAutoFit/>
          </a:bodyPr>
          <a:p>
            <a:pPr defTabSz="914400">
              <a:lnSpc>
                <a:spcPct val="100000"/>
              </a:lnSpc>
            </a:pPr>
            <a:r>
              <a:rPr lang="it-IT" sz="1800" b="0" u="none" strike="noStrike">
                <a:solidFill>
                  <a:srgbClr val="569cd6"/>
                </a:solidFill>
                <a:effectLst/>
                <a:uFillTx/>
                <a:latin typeface="Consolas"/>
              </a:rPr>
              <a:t>public</a:t>
            </a:r>
            <a:r>
              <a:rPr lang="it-IT" sz="1800" b="0" u="none" strike="noStrike">
                <a:solidFill>
                  <a:srgbClr val="d4d4d4"/>
                </a:solidFill>
                <a:effectLst/>
                <a:uFillTx/>
                <a:latin typeface="Consolas"/>
              </a:rPr>
              <a:t> class Main {</a:t>
            </a:r>
            <a:endParaRPr lang="it-IT" sz="1800" b="0" u="none" strike="noStrike">
              <a:solidFill>
                <a:srgbClr val="ffffff"/>
              </a:solidFill>
              <a:effectLst/>
              <a:uFillTx/>
              <a:latin typeface="Arial"/>
            </a:endParaRPr>
          </a:p>
          <a:p>
            <a:pPr defTabSz="914400">
              <a:lnSpc>
                <a:spcPct val="100000"/>
              </a:lnSpc>
            </a:pPr>
            <a:r>
              <a:rPr lang="it-IT" sz="1800" b="0" u="none" strike="noStrike">
                <a:solidFill>
                  <a:srgbClr val="d4d4d4"/>
                </a:solidFill>
                <a:effectLst/>
                <a:uFillTx/>
                <a:latin typeface="Consolas"/>
              </a:rPr>
              <a:t>            </a:t>
            </a:r>
            <a:r>
              <a:rPr lang="it-IT" sz="1800" b="0" u="none" strike="noStrike">
                <a:solidFill>
                  <a:srgbClr val="569cd6"/>
                </a:solidFill>
                <a:effectLst/>
                <a:uFillTx/>
                <a:latin typeface="Consolas"/>
              </a:rPr>
              <a:t>public</a:t>
            </a:r>
            <a:r>
              <a:rPr lang="it-IT" sz="1800" b="0" u="none" strike="noStrike">
                <a:solidFill>
                  <a:srgbClr val="d4d4d4"/>
                </a:solidFill>
                <a:effectLst/>
                <a:uFillTx/>
                <a:latin typeface="Consolas"/>
              </a:rPr>
              <a:t> </a:t>
            </a:r>
            <a:r>
              <a:rPr lang="it-IT" sz="1800" b="0" u="none" strike="noStrike">
                <a:solidFill>
                  <a:srgbClr val="569cd6"/>
                </a:solidFill>
                <a:effectLst/>
                <a:uFillTx/>
                <a:latin typeface="Consolas"/>
              </a:rPr>
              <a:t>static</a:t>
            </a:r>
            <a:r>
              <a:rPr lang="it-IT" sz="1800" b="0" u="none" strike="noStrike">
                <a:solidFill>
                  <a:srgbClr val="d4d4d4"/>
                </a:solidFill>
                <a:effectLst/>
                <a:uFillTx/>
                <a:latin typeface="Consolas"/>
              </a:rPr>
              <a:t> </a:t>
            </a:r>
            <a:r>
              <a:rPr lang="it-IT" sz="1800" b="0" u="none" strike="noStrike">
                <a:solidFill>
                  <a:srgbClr val="569cd6"/>
                </a:solidFill>
                <a:effectLst/>
                <a:uFillTx/>
                <a:latin typeface="Consolas"/>
              </a:rPr>
              <a:t>void</a:t>
            </a:r>
            <a:r>
              <a:rPr lang="it-IT" sz="1800" b="0" u="none" strike="noStrike">
                <a:solidFill>
                  <a:srgbClr val="d4d4d4"/>
                </a:solidFill>
                <a:effectLst/>
                <a:uFillTx/>
                <a:latin typeface="Consolas"/>
              </a:rPr>
              <a:t> main(String[] args) {</a:t>
            </a:r>
            <a:endParaRPr lang="it-IT" sz="1800" b="0" u="none" strike="noStrike">
              <a:solidFill>
                <a:srgbClr val="ffffff"/>
              </a:solidFill>
              <a:effectLst/>
              <a:uFillTx/>
              <a:latin typeface="Arial"/>
            </a:endParaRPr>
          </a:p>
          <a:p>
            <a:pPr defTabSz="914400">
              <a:lnSpc>
                <a:spcPct val="100000"/>
              </a:lnSpc>
            </a:pPr>
            <a:r>
              <a:rPr lang="it-IT" sz="1800" b="0" u="none" strike="noStrike">
                <a:solidFill>
                  <a:srgbClr val="d4d4d4"/>
                </a:solidFill>
                <a:effectLst/>
                <a:uFillTx/>
                <a:latin typeface="Consolas"/>
              </a:rPr>
              <a:t>              System.out.println(</a:t>
            </a:r>
            <a:r>
              <a:rPr lang="it-IT" sz="1800" b="0" u="none" strike="noStrike">
                <a:solidFill>
                  <a:srgbClr val="ce9178"/>
                </a:solidFill>
                <a:effectLst/>
                <a:uFillTx/>
                <a:latin typeface="Consolas"/>
              </a:rPr>
              <a:t>"Ciao Mondo"</a:t>
            </a:r>
            <a:r>
              <a:rPr lang="it-IT" sz="1800" b="0" u="none" strike="noStrike">
                <a:solidFill>
                  <a:srgbClr val="d4d4d4"/>
                </a:solidFill>
                <a:effectLst/>
                <a:uFillTx/>
                <a:latin typeface="Consolas"/>
              </a:rPr>
              <a:t>)</a:t>
            </a:r>
            <a:r>
              <a:rPr lang="it-IT" sz="1800" b="0" u="none" strike="noStrike">
                <a:solidFill>
                  <a:srgbClr val="569cd6"/>
                </a:solidFill>
                <a:effectLst/>
                <a:uFillTx/>
                <a:latin typeface="Consolas"/>
              </a:rPr>
              <a:t>;</a:t>
            </a:r>
            <a:endParaRPr lang="it-IT" sz="1800" b="0" u="none" strike="noStrike">
              <a:solidFill>
                <a:srgbClr val="ffffff"/>
              </a:solidFill>
              <a:effectLst/>
              <a:uFillTx/>
              <a:latin typeface="Arial"/>
            </a:endParaRPr>
          </a:p>
          <a:p>
            <a:pPr defTabSz="914400">
              <a:lnSpc>
                <a:spcPct val="100000"/>
              </a:lnSpc>
            </a:pPr>
            <a:r>
              <a:rPr lang="it-IT" sz="1800" b="0" u="none" strike="noStrike">
                <a:solidFill>
                  <a:srgbClr val="d4d4d4"/>
                </a:solidFill>
                <a:effectLst/>
                <a:uFillTx/>
                <a:latin typeface="Consolas"/>
              </a:rPr>
              <a:t>            }</a:t>
            </a:r>
            <a:endParaRPr lang="it-IT" sz="1800" b="0" u="none" strike="noStrike">
              <a:solidFill>
                <a:srgbClr val="ffffff"/>
              </a:solidFill>
              <a:effectLst/>
              <a:uFillTx/>
              <a:latin typeface="Arial"/>
            </a:endParaRPr>
          </a:p>
          <a:p>
            <a:pPr defTabSz="914400">
              <a:lnSpc>
                <a:spcPct val="100000"/>
              </a:lnSpc>
            </a:pPr>
            <a:r>
              <a:rPr lang="it-IT" sz="1800" b="0" u="none" strike="noStrike">
                <a:solidFill>
                  <a:srgbClr val="d4d4d4"/>
                </a:solidFill>
                <a:effectLst/>
                <a:uFillTx/>
                <a:latin typeface="Consolas"/>
              </a:rPr>
              <a:t>          }</a:t>
            </a:r>
            <a:endParaRPr lang="it-IT" sz="1800" b="0" u="none" strike="noStrike">
              <a:solidFill>
                <a:srgbClr val="ffffff"/>
              </a:solidFill>
              <a:effectLst/>
              <a:uFillTx/>
              <a:latin typeface="Arial"/>
            </a:endParaRPr>
          </a:p>
        </p:txBody>
      </p:sp>
      <p:sp>
        <p:nvSpPr>
          <p:cNvPr id="366" name="CasellaDiTesto 1"/>
          <p:cNvSpPr/>
          <p:nvPr/>
        </p:nvSpPr>
        <p:spPr>
          <a:xfrm>
            <a:off x="281880" y="1121760"/>
            <a:ext cx="2863080" cy="2862000"/>
          </a:xfrm>
          <a:prstGeom prst="rect">
            <a:avLst/>
          </a:prstGeom>
          <a:solidFill>
            <a:srgbClr val="ff0000"/>
          </a:solidFill>
          <a:ln w="0">
            <a:noFill/>
          </a:ln>
        </p:spPr>
        <p:style>
          <a:lnRef idx="0"/>
          <a:fillRef idx="0"/>
          <a:effectRef idx="0"/>
          <a:fontRef idx="minor"/>
        </p:style>
        <p:txBody>
          <a:bodyPr lIns="90000" rIns="90000" tIns="45000" bIns="45000" anchor="t">
            <a:spAutoFit/>
          </a:bodyPr>
          <a:p>
            <a:pPr defTabSz="914400">
              <a:lnSpc>
                <a:spcPct val="100000"/>
              </a:lnSpc>
            </a:pPr>
            <a:r>
              <a:rPr lang="it-IT" sz="1800" b="0" u="none" strike="noStrike">
                <a:solidFill>
                  <a:schemeClr val="lt1"/>
                </a:solidFill>
                <a:effectLst/>
                <a:uFillTx/>
                <a:latin typeface="Calibri"/>
              </a:rPr>
              <a:t>Le parentesi graffe, in JAVA, sono delimitatori di blocchi di codice: un programma od una sua sezione, così come una stessa classe è definita in un blocco, quindi tra parentesi. Non esiste metodo o classe che non siano racchiuse tra parentesi.</a:t>
            </a:r>
            <a:endParaRPr lang="it-IT" sz="18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5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367" name="Picture 2" descr="Java Logo, symbol, meaning, history, PNG, brand"/>
          <p:cNvPicPr/>
          <p:nvPr/>
        </p:nvPicPr>
        <p:blipFill>
          <a:blip r:embed="rId1"/>
          <a:stretch/>
        </p:blipFill>
        <p:spPr>
          <a:xfrm>
            <a:off x="10632600" y="0"/>
            <a:ext cx="1420560" cy="795240"/>
          </a:xfrm>
          <a:prstGeom prst="rect">
            <a:avLst/>
          </a:prstGeom>
          <a:noFill/>
          <a:ln w="0">
            <a:noFill/>
          </a:ln>
        </p:spPr>
      </p:pic>
      <p:sp>
        <p:nvSpPr>
          <p:cNvPr id="368" name="CasellaDiTesto 2"/>
          <p:cNvSpPr/>
          <p:nvPr/>
        </p:nvSpPr>
        <p:spPr>
          <a:xfrm>
            <a:off x="281880" y="421920"/>
            <a:ext cx="3114000" cy="373320"/>
          </a:xfrm>
          <a:prstGeom prst="rect">
            <a:avLst/>
          </a:prstGeom>
          <a:solidFill>
            <a:schemeClr val="accent2">
              <a:lumMod val="40000"/>
              <a:lumOff val="60000"/>
            </a:schemeClr>
          </a:solidFill>
          <a:ln w="0">
            <a:noFill/>
          </a:ln>
        </p:spPr>
        <p:style>
          <a:lnRef idx="0"/>
          <a:fillRef idx="0"/>
          <a:effectRef idx="0"/>
          <a:fontRef idx="minor"/>
        </p:style>
        <p:txBody>
          <a:bodyPr lIns="90000" rIns="90000" tIns="45000" bIns="45000" anchor="t">
            <a:spAutoFit/>
          </a:bodyPr>
          <a:p>
            <a:pPr algn="just" defTabSz="914400">
              <a:lnSpc>
                <a:spcPct val="107000"/>
              </a:lnSpc>
              <a:spcAft>
                <a:spcPts val="799"/>
              </a:spcAft>
              <a:tabLst>
                <a:tab algn="l" pos="678240"/>
              </a:tabLst>
            </a:pPr>
            <a:r>
              <a:rPr lang="it-IT" sz="1800" b="1" u="none" strike="noStrike">
                <a:solidFill>
                  <a:srgbClr val="050e17"/>
                </a:solidFill>
                <a:effectLst/>
                <a:uFillTx/>
                <a:latin typeface="-apple-system"/>
              </a:rPr>
              <a:t>Struttura di una applicazione</a:t>
            </a:r>
            <a:endParaRPr lang="it-IT" sz="1800" b="0" u="none" strike="noStrike">
              <a:solidFill>
                <a:srgbClr val="000000"/>
              </a:solidFill>
              <a:effectLst/>
              <a:uFillTx/>
              <a:latin typeface="Arial"/>
            </a:endParaRPr>
          </a:p>
        </p:txBody>
      </p:sp>
      <p:sp>
        <p:nvSpPr>
          <p:cNvPr id="369" name="CasellaDiTesto 3"/>
          <p:cNvSpPr/>
          <p:nvPr/>
        </p:nvSpPr>
        <p:spPr>
          <a:xfrm>
            <a:off x="3702240" y="795600"/>
            <a:ext cx="8350920" cy="64584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lang="it-IT" sz="1800" b="0" u="none" strike="noStrike">
                <a:solidFill>
                  <a:schemeClr val="dk1"/>
                </a:solidFill>
                <a:effectLst/>
                <a:uFillTx/>
                <a:latin typeface="Calibri"/>
              </a:rPr>
              <a:t>Per esempio, se volessimo creare una classe eseguibile che visualizzi la classica scritta "Ciao Mondo" a video, il codice potrebbe essere il seguente:</a:t>
            </a:r>
            <a:endParaRPr lang="it-IT" sz="1800" b="0" u="none" strike="noStrike">
              <a:solidFill>
                <a:srgbClr val="000000"/>
              </a:solidFill>
              <a:effectLst/>
              <a:uFillTx/>
              <a:latin typeface="Arial"/>
            </a:endParaRPr>
          </a:p>
        </p:txBody>
      </p:sp>
      <p:sp>
        <p:nvSpPr>
          <p:cNvPr id="370" name="CasellaDiTesto 4"/>
          <p:cNvSpPr/>
          <p:nvPr/>
        </p:nvSpPr>
        <p:spPr>
          <a:xfrm>
            <a:off x="3702240" y="1719000"/>
            <a:ext cx="8006400" cy="1477080"/>
          </a:xfrm>
          <a:prstGeom prst="rect">
            <a:avLst/>
          </a:prstGeom>
          <a:solidFill>
            <a:schemeClr val="tx1">
              <a:lumMod val="85000"/>
              <a:lumOff val="15000"/>
            </a:schemeClr>
          </a:solidFill>
          <a:ln w="0">
            <a:noFill/>
          </a:ln>
        </p:spPr>
        <p:style>
          <a:lnRef idx="0"/>
          <a:fillRef idx="0"/>
          <a:effectRef idx="0"/>
          <a:fontRef idx="minor"/>
        </p:style>
        <p:txBody>
          <a:bodyPr lIns="90000" rIns="90000" tIns="45000" bIns="45000" anchor="t">
            <a:spAutoFit/>
          </a:bodyPr>
          <a:p>
            <a:pPr defTabSz="914400">
              <a:lnSpc>
                <a:spcPct val="100000"/>
              </a:lnSpc>
            </a:pPr>
            <a:r>
              <a:rPr lang="it-IT" sz="1800" b="0" u="none" strike="noStrike">
                <a:solidFill>
                  <a:srgbClr val="569cd6"/>
                </a:solidFill>
                <a:effectLst/>
                <a:uFillTx/>
                <a:latin typeface="Consolas"/>
              </a:rPr>
              <a:t>public</a:t>
            </a:r>
            <a:r>
              <a:rPr lang="it-IT" sz="1800" b="0" u="none" strike="noStrike">
                <a:solidFill>
                  <a:srgbClr val="d4d4d4"/>
                </a:solidFill>
                <a:effectLst/>
                <a:uFillTx/>
                <a:latin typeface="Consolas"/>
              </a:rPr>
              <a:t> class Main {</a:t>
            </a:r>
            <a:endParaRPr lang="it-IT" sz="1800" b="0" u="none" strike="noStrike">
              <a:solidFill>
                <a:srgbClr val="ffffff"/>
              </a:solidFill>
              <a:effectLst/>
              <a:uFillTx/>
              <a:latin typeface="Arial"/>
            </a:endParaRPr>
          </a:p>
          <a:p>
            <a:pPr defTabSz="914400">
              <a:lnSpc>
                <a:spcPct val="100000"/>
              </a:lnSpc>
            </a:pPr>
            <a:r>
              <a:rPr lang="it-IT" sz="1800" b="0" u="none" strike="noStrike">
                <a:solidFill>
                  <a:srgbClr val="d4d4d4"/>
                </a:solidFill>
                <a:effectLst/>
                <a:uFillTx/>
                <a:latin typeface="Consolas"/>
              </a:rPr>
              <a:t>            </a:t>
            </a:r>
            <a:r>
              <a:rPr lang="it-IT" sz="1800" b="0" u="none" strike="noStrike">
                <a:solidFill>
                  <a:srgbClr val="569cd6"/>
                </a:solidFill>
                <a:effectLst/>
                <a:uFillTx/>
                <a:latin typeface="Consolas"/>
              </a:rPr>
              <a:t>public</a:t>
            </a:r>
            <a:r>
              <a:rPr lang="it-IT" sz="1800" b="0" u="none" strike="noStrike">
                <a:solidFill>
                  <a:srgbClr val="d4d4d4"/>
                </a:solidFill>
                <a:effectLst/>
                <a:uFillTx/>
                <a:latin typeface="Consolas"/>
              </a:rPr>
              <a:t> </a:t>
            </a:r>
            <a:r>
              <a:rPr lang="it-IT" sz="1800" b="0" u="none" strike="noStrike">
                <a:solidFill>
                  <a:srgbClr val="569cd6"/>
                </a:solidFill>
                <a:effectLst/>
                <a:uFillTx/>
                <a:latin typeface="Consolas"/>
              </a:rPr>
              <a:t>static</a:t>
            </a:r>
            <a:r>
              <a:rPr lang="it-IT" sz="1800" b="0" u="none" strike="noStrike">
                <a:solidFill>
                  <a:srgbClr val="d4d4d4"/>
                </a:solidFill>
                <a:effectLst/>
                <a:uFillTx/>
                <a:latin typeface="Consolas"/>
              </a:rPr>
              <a:t> </a:t>
            </a:r>
            <a:r>
              <a:rPr lang="it-IT" sz="1800" b="0" u="none" strike="noStrike">
                <a:solidFill>
                  <a:srgbClr val="569cd6"/>
                </a:solidFill>
                <a:effectLst/>
                <a:uFillTx/>
                <a:latin typeface="Consolas"/>
              </a:rPr>
              <a:t>void</a:t>
            </a:r>
            <a:r>
              <a:rPr lang="it-IT" sz="1800" b="0" u="none" strike="noStrike">
                <a:solidFill>
                  <a:srgbClr val="d4d4d4"/>
                </a:solidFill>
                <a:effectLst/>
                <a:uFillTx/>
                <a:latin typeface="Consolas"/>
              </a:rPr>
              <a:t> main(String[] args) {</a:t>
            </a:r>
            <a:endParaRPr lang="it-IT" sz="1800" b="0" u="none" strike="noStrike">
              <a:solidFill>
                <a:srgbClr val="ffffff"/>
              </a:solidFill>
              <a:effectLst/>
              <a:uFillTx/>
              <a:latin typeface="Arial"/>
            </a:endParaRPr>
          </a:p>
          <a:p>
            <a:pPr defTabSz="914400">
              <a:lnSpc>
                <a:spcPct val="100000"/>
              </a:lnSpc>
            </a:pPr>
            <a:r>
              <a:rPr lang="it-IT" sz="1800" b="0" u="none" strike="noStrike">
                <a:solidFill>
                  <a:srgbClr val="d4d4d4"/>
                </a:solidFill>
                <a:effectLst/>
                <a:uFillTx/>
                <a:latin typeface="Consolas"/>
              </a:rPr>
              <a:t>              System.out.println(</a:t>
            </a:r>
            <a:r>
              <a:rPr lang="it-IT" sz="1800" b="0" u="none" strike="noStrike">
                <a:solidFill>
                  <a:srgbClr val="ce9178"/>
                </a:solidFill>
                <a:effectLst/>
                <a:uFillTx/>
                <a:latin typeface="Consolas"/>
              </a:rPr>
              <a:t>"Ciao Mondo"</a:t>
            </a:r>
            <a:r>
              <a:rPr lang="it-IT" sz="1800" b="0" u="none" strike="noStrike">
                <a:solidFill>
                  <a:srgbClr val="d4d4d4"/>
                </a:solidFill>
                <a:effectLst/>
                <a:uFillTx/>
                <a:latin typeface="Consolas"/>
              </a:rPr>
              <a:t>)</a:t>
            </a:r>
            <a:r>
              <a:rPr lang="it-IT" sz="1800" b="0" u="none" strike="noStrike">
                <a:solidFill>
                  <a:srgbClr val="569cd6"/>
                </a:solidFill>
                <a:effectLst/>
                <a:uFillTx/>
                <a:latin typeface="Consolas"/>
              </a:rPr>
              <a:t>;</a:t>
            </a:r>
            <a:endParaRPr lang="it-IT" sz="1800" b="0" u="none" strike="noStrike">
              <a:solidFill>
                <a:srgbClr val="ffffff"/>
              </a:solidFill>
              <a:effectLst/>
              <a:uFillTx/>
              <a:latin typeface="Arial"/>
            </a:endParaRPr>
          </a:p>
          <a:p>
            <a:pPr defTabSz="914400">
              <a:lnSpc>
                <a:spcPct val="100000"/>
              </a:lnSpc>
            </a:pPr>
            <a:r>
              <a:rPr lang="it-IT" sz="1800" b="0" u="none" strike="noStrike">
                <a:solidFill>
                  <a:srgbClr val="d4d4d4"/>
                </a:solidFill>
                <a:effectLst/>
                <a:uFillTx/>
                <a:latin typeface="Consolas"/>
              </a:rPr>
              <a:t>            }</a:t>
            </a:r>
            <a:endParaRPr lang="it-IT" sz="1800" b="0" u="none" strike="noStrike">
              <a:solidFill>
                <a:srgbClr val="ffffff"/>
              </a:solidFill>
              <a:effectLst/>
              <a:uFillTx/>
              <a:latin typeface="Arial"/>
            </a:endParaRPr>
          </a:p>
          <a:p>
            <a:pPr defTabSz="914400">
              <a:lnSpc>
                <a:spcPct val="100000"/>
              </a:lnSpc>
            </a:pPr>
            <a:r>
              <a:rPr lang="it-IT" sz="1800" b="0" u="none" strike="noStrike">
                <a:solidFill>
                  <a:srgbClr val="d4d4d4"/>
                </a:solidFill>
                <a:effectLst/>
                <a:uFillTx/>
                <a:latin typeface="Consolas"/>
              </a:rPr>
              <a:t>          }</a:t>
            </a:r>
            <a:endParaRPr lang="it-IT" sz="1800" b="0" u="none" strike="noStrike">
              <a:solidFill>
                <a:srgbClr val="ffffff"/>
              </a:solidFill>
              <a:effectLst/>
              <a:uFillTx/>
              <a:latin typeface="Arial"/>
            </a:endParaRPr>
          </a:p>
        </p:txBody>
      </p:sp>
      <p:sp>
        <p:nvSpPr>
          <p:cNvPr id="371" name="CasellaDiTesto 5"/>
          <p:cNvSpPr/>
          <p:nvPr/>
        </p:nvSpPr>
        <p:spPr>
          <a:xfrm>
            <a:off x="3702240" y="3846240"/>
            <a:ext cx="6097680" cy="369000"/>
          </a:xfrm>
          <a:prstGeom prst="rect">
            <a:avLst/>
          </a:prstGeom>
          <a:solidFill>
            <a:schemeClr val="tx1">
              <a:lumMod val="85000"/>
              <a:lumOff val="15000"/>
            </a:schemeClr>
          </a:solidFill>
          <a:ln w="0">
            <a:noFill/>
          </a:ln>
        </p:spPr>
        <p:style>
          <a:lnRef idx="0"/>
          <a:fillRef idx="0"/>
          <a:effectRef idx="0"/>
          <a:fontRef idx="minor"/>
        </p:style>
        <p:txBody>
          <a:bodyPr lIns="90000" rIns="90000" tIns="45000" bIns="45000" anchor="t">
            <a:spAutoFit/>
          </a:bodyPr>
          <a:p>
            <a:pPr defTabSz="914400">
              <a:lnSpc>
                <a:spcPct val="100000"/>
              </a:lnSpc>
            </a:pPr>
            <a:r>
              <a:rPr lang="it-IT" sz="1800" b="0" u="none" strike="noStrike">
                <a:solidFill>
                  <a:srgbClr val="d4d4d4"/>
                </a:solidFill>
                <a:effectLst/>
                <a:uFillTx/>
                <a:latin typeface="Consolas"/>
              </a:rPr>
              <a:t>System.out.println(</a:t>
            </a:r>
            <a:r>
              <a:rPr lang="it-IT" sz="1800" b="0" u="none" strike="noStrike">
                <a:solidFill>
                  <a:srgbClr val="ce9178"/>
                </a:solidFill>
                <a:effectLst/>
                <a:uFillTx/>
                <a:latin typeface="Consolas"/>
              </a:rPr>
              <a:t>"Ciao Mondo"</a:t>
            </a:r>
            <a:r>
              <a:rPr lang="it-IT" sz="1800" b="0" u="none" strike="noStrike">
                <a:solidFill>
                  <a:srgbClr val="d4d4d4"/>
                </a:solidFill>
                <a:effectLst/>
                <a:uFillTx/>
                <a:latin typeface="Consolas"/>
              </a:rPr>
              <a:t>)</a:t>
            </a:r>
            <a:r>
              <a:rPr lang="it-IT" sz="1800" b="0" u="none" strike="noStrike">
                <a:solidFill>
                  <a:srgbClr val="569cd6"/>
                </a:solidFill>
                <a:effectLst/>
                <a:uFillTx/>
                <a:latin typeface="Consolas"/>
              </a:rPr>
              <a:t>;</a:t>
            </a:r>
            <a:endParaRPr lang="it-IT" sz="1800" b="0" u="none" strike="noStrike">
              <a:solidFill>
                <a:srgbClr val="ffffff"/>
              </a:solidFill>
              <a:effectLst/>
              <a:uFillTx/>
              <a:latin typeface="Arial"/>
            </a:endParaRPr>
          </a:p>
        </p:txBody>
      </p:sp>
      <p:sp>
        <p:nvSpPr>
          <p:cNvPr id="372" name="CasellaDiTesto 6"/>
          <p:cNvSpPr/>
          <p:nvPr/>
        </p:nvSpPr>
        <p:spPr>
          <a:xfrm>
            <a:off x="3702240" y="3388320"/>
            <a:ext cx="8350920" cy="36900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lang="it-IT" sz="1800" b="0" u="none" strike="noStrike">
                <a:solidFill>
                  <a:schemeClr val="dk1"/>
                </a:solidFill>
                <a:effectLst/>
                <a:uFillTx/>
                <a:latin typeface="Calibri"/>
              </a:rPr>
              <a:t>Si noti l’utilizzo di </a:t>
            </a:r>
            <a:endParaRPr lang="it-IT" sz="1800" b="0" u="none" strike="noStrike">
              <a:solidFill>
                <a:srgbClr val="000000"/>
              </a:solidFill>
              <a:effectLst/>
              <a:uFillTx/>
              <a:latin typeface="Arial"/>
            </a:endParaRPr>
          </a:p>
        </p:txBody>
      </p:sp>
      <p:sp>
        <p:nvSpPr>
          <p:cNvPr id="373" name="CasellaDiTesto 1"/>
          <p:cNvSpPr/>
          <p:nvPr/>
        </p:nvSpPr>
        <p:spPr>
          <a:xfrm>
            <a:off x="281880" y="1121760"/>
            <a:ext cx="2863080" cy="2862000"/>
          </a:xfrm>
          <a:prstGeom prst="rect">
            <a:avLst/>
          </a:prstGeom>
          <a:solidFill>
            <a:srgbClr val="ff0000"/>
          </a:solidFill>
          <a:ln w="0">
            <a:noFill/>
          </a:ln>
        </p:spPr>
        <p:style>
          <a:lnRef idx="0"/>
          <a:fillRef idx="0"/>
          <a:effectRef idx="0"/>
          <a:fontRef idx="minor"/>
        </p:style>
        <p:txBody>
          <a:bodyPr lIns="90000" rIns="90000" tIns="45000" bIns="45000" anchor="t">
            <a:spAutoFit/>
          </a:bodyPr>
          <a:p>
            <a:pPr defTabSz="914400">
              <a:lnSpc>
                <a:spcPct val="100000"/>
              </a:lnSpc>
            </a:pPr>
            <a:r>
              <a:rPr lang="it-IT" sz="1800" b="0" u="none" strike="noStrike">
                <a:solidFill>
                  <a:schemeClr val="lt1"/>
                </a:solidFill>
                <a:effectLst/>
                <a:uFillTx/>
                <a:latin typeface="Calibri"/>
              </a:rPr>
              <a:t>Le parentesi graffe, in JAVA, sono delimitatori di blocchi di codice: un programma od una sua sezione, così come una stessa classe è definita in un blocco, quindi tra parentesi. Non esiste metodo o classe che non siano racchiuse tra parentesi.</a:t>
            </a:r>
            <a:endParaRPr lang="it-IT" sz="18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5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374" name="Picture 2" descr="Java Logo, symbol, meaning, history, PNG, brand"/>
          <p:cNvPicPr/>
          <p:nvPr/>
        </p:nvPicPr>
        <p:blipFill>
          <a:blip r:embed="rId1"/>
          <a:stretch/>
        </p:blipFill>
        <p:spPr>
          <a:xfrm>
            <a:off x="10632600" y="0"/>
            <a:ext cx="1420560" cy="795240"/>
          </a:xfrm>
          <a:prstGeom prst="rect">
            <a:avLst/>
          </a:prstGeom>
          <a:noFill/>
          <a:ln w="0">
            <a:noFill/>
          </a:ln>
        </p:spPr>
      </p:pic>
      <p:sp>
        <p:nvSpPr>
          <p:cNvPr id="375" name="CasellaDiTesto 2"/>
          <p:cNvSpPr/>
          <p:nvPr/>
        </p:nvSpPr>
        <p:spPr>
          <a:xfrm>
            <a:off x="281880" y="421920"/>
            <a:ext cx="3114000" cy="373320"/>
          </a:xfrm>
          <a:prstGeom prst="rect">
            <a:avLst/>
          </a:prstGeom>
          <a:solidFill>
            <a:schemeClr val="accent2">
              <a:lumMod val="40000"/>
              <a:lumOff val="60000"/>
            </a:schemeClr>
          </a:solidFill>
          <a:ln w="0">
            <a:noFill/>
          </a:ln>
        </p:spPr>
        <p:style>
          <a:lnRef idx="0"/>
          <a:fillRef idx="0"/>
          <a:effectRef idx="0"/>
          <a:fontRef idx="minor"/>
        </p:style>
        <p:txBody>
          <a:bodyPr lIns="90000" rIns="90000" tIns="45000" bIns="45000" anchor="t">
            <a:spAutoFit/>
          </a:bodyPr>
          <a:p>
            <a:pPr algn="just" defTabSz="914400">
              <a:lnSpc>
                <a:spcPct val="107000"/>
              </a:lnSpc>
              <a:spcAft>
                <a:spcPts val="799"/>
              </a:spcAft>
              <a:tabLst>
                <a:tab algn="l" pos="678240"/>
              </a:tabLst>
            </a:pPr>
            <a:r>
              <a:rPr lang="it-IT" sz="1800" b="1" u="none" strike="noStrike">
                <a:solidFill>
                  <a:srgbClr val="050e17"/>
                </a:solidFill>
                <a:effectLst/>
                <a:uFillTx/>
                <a:latin typeface="-apple-system"/>
              </a:rPr>
              <a:t>Struttura di una applicazione</a:t>
            </a:r>
            <a:endParaRPr lang="it-IT" sz="1800" b="0" u="none" strike="noStrike">
              <a:solidFill>
                <a:srgbClr val="000000"/>
              </a:solidFill>
              <a:effectLst/>
              <a:uFillTx/>
              <a:latin typeface="Arial"/>
            </a:endParaRPr>
          </a:p>
        </p:txBody>
      </p:sp>
      <p:sp>
        <p:nvSpPr>
          <p:cNvPr id="376" name="CasellaDiTesto 3"/>
          <p:cNvSpPr/>
          <p:nvPr/>
        </p:nvSpPr>
        <p:spPr>
          <a:xfrm>
            <a:off x="3702240" y="795600"/>
            <a:ext cx="8350920" cy="64584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lang="it-IT" sz="1800" b="0" u="none" strike="noStrike">
                <a:solidFill>
                  <a:schemeClr val="dk1"/>
                </a:solidFill>
                <a:effectLst/>
                <a:uFillTx/>
                <a:latin typeface="Calibri"/>
              </a:rPr>
              <a:t>Per esempio, se volessimo creare una classe eseguibile che visualizzi la classica scritta "Ciao Mondo" a video, il codice potrebbe essere il seguente:</a:t>
            </a:r>
            <a:endParaRPr lang="it-IT" sz="1800" b="0" u="none" strike="noStrike">
              <a:solidFill>
                <a:srgbClr val="000000"/>
              </a:solidFill>
              <a:effectLst/>
              <a:uFillTx/>
              <a:latin typeface="Arial"/>
            </a:endParaRPr>
          </a:p>
        </p:txBody>
      </p:sp>
      <p:sp>
        <p:nvSpPr>
          <p:cNvPr id="377" name="CasellaDiTesto 4"/>
          <p:cNvSpPr/>
          <p:nvPr/>
        </p:nvSpPr>
        <p:spPr>
          <a:xfrm>
            <a:off x="3702240" y="1719000"/>
            <a:ext cx="8006400" cy="1477080"/>
          </a:xfrm>
          <a:prstGeom prst="rect">
            <a:avLst/>
          </a:prstGeom>
          <a:solidFill>
            <a:schemeClr val="tx1">
              <a:lumMod val="85000"/>
              <a:lumOff val="15000"/>
            </a:schemeClr>
          </a:solidFill>
          <a:ln w="0">
            <a:noFill/>
          </a:ln>
        </p:spPr>
        <p:style>
          <a:lnRef idx="0"/>
          <a:fillRef idx="0"/>
          <a:effectRef idx="0"/>
          <a:fontRef idx="minor"/>
        </p:style>
        <p:txBody>
          <a:bodyPr lIns="90000" rIns="90000" tIns="45000" bIns="45000" anchor="t">
            <a:spAutoFit/>
          </a:bodyPr>
          <a:p>
            <a:pPr defTabSz="914400">
              <a:lnSpc>
                <a:spcPct val="100000"/>
              </a:lnSpc>
            </a:pPr>
            <a:r>
              <a:rPr lang="it-IT" sz="1800" b="0" u="none" strike="noStrike">
                <a:solidFill>
                  <a:srgbClr val="569cd6"/>
                </a:solidFill>
                <a:effectLst/>
                <a:uFillTx/>
                <a:latin typeface="Consolas"/>
              </a:rPr>
              <a:t>public</a:t>
            </a:r>
            <a:r>
              <a:rPr lang="it-IT" sz="1800" b="0" u="none" strike="noStrike">
                <a:solidFill>
                  <a:srgbClr val="d4d4d4"/>
                </a:solidFill>
                <a:effectLst/>
                <a:uFillTx/>
                <a:latin typeface="Consolas"/>
              </a:rPr>
              <a:t> class Main {</a:t>
            </a:r>
            <a:endParaRPr lang="it-IT" sz="1800" b="0" u="none" strike="noStrike">
              <a:solidFill>
                <a:srgbClr val="ffffff"/>
              </a:solidFill>
              <a:effectLst/>
              <a:uFillTx/>
              <a:latin typeface="Arial"/>
            </a:endParaRPr>
          </a:p>
          <a:p>
            <a:pPr defTabSz="914400">
              <a:lnSpc>
                <a:spcPct val="100000"/>
              </a:lnSpc>
            </a:pPr>
            <a:r>
              <a:rPr lang="it-IT" sz="1800" b="0" u="none" strike="noStrike">
                <a:solidFill>
                  <a:srgbClr val="d4d4d4"/>
                </a:solidFill>
                <a:effectLst/>
                <a:uFillTx/>
                <a:latin typeface="Consolas"/>
              </a:rPr>
              <a:t>            </a:t>
            </a:r>
            <a:r>
              <a:rPr lang="it-IT" sz="1800" b="0" u="none" strike="noStrike">
                <a:solidFill>
                  <a:srgbClr val="569cd6"/>
                </a:solidFill>
                <a:effectLst/>
                <a:uFillTx/>
                <a:latin typeface="Consolas"/>
              </a:rPr>
              <a:t>public</a:t>
            </a:r>
            <a:r>
              <a:rPr lang="it-IT" sz="1800" b="0" u="none" strike="noStrike">
                <a:solidFill>
                  <a:srgbClr val="d4d4d4"/>
                </a:solidFill>
                <a:effectLst/>
                <a:uFillTx/>
                <a:latin typeface="Consolas"/>
              </a:rPr>
              <a:t> </a:t>
            </a:r>
            <a:r>
              <a:rPr lang="it-IT" sz="1800" b="0" u="none" strike="noStrike">
                <a:solidFill>
                  <a:srgbClr val="569cd6"/>
                </a:solidFill>
                <a:effectLst/>
                <a:uFillTx/>
                <a:latin typeface="Consolas"/>
              </a:rPr>
              <a:t>static</a:t>
            </a:r>
            <a:r>
              <a:rPr lang="it-IT" sz="1800" b="0" u="none" strike="noStrike">
                <a:solidFill>
                  <a:srgbClr val="d4d4d4"/>
                </a:solidFill>
                <a:effectLst/>
                <a:uFillTx/>
                <a:latin typeface="Consolas"/>
              </a:rPr>
              <a:t> </a:t>
            </a:r>
            <a:r>
              <a:rPr lang="it-IT" sz="1800" b="0" u="none" strike="noStrike">
                <a:solidFill>
                  <a:srgbClr val="569cd6"/>
                </a:solidFill>
                <a:effectLst/>
                <a:uFillTx/>
                <a:latin typeface="Consolas"/>
              </a:rPr>
              <a:t>void</a:t>
            </a:r>
            <a:r>
              <a:rPr lang="it-IT" sz="1800" b="0" u="none" strike="noStrike">
                <a:solidFill>
                  <a:srgbClr val="d4d4d4"/>
                </a:solidFill>
                <a:effectLst/>
                <a:uFillTx/>
                <a:latin typeface="Consolas"/>
              </a:rPr>
              <a:t> main(String[] args) {</a:t>
            </a:r>
            <a:endParaRPr lang="it-IT" sz="1800" b="0" u="none" strike="noStrike">
              <a:solidFill>
                <a:srgbClr val="ffffff"/>
              </a:solidFill>
              <a:effectLst/>
              <a:uFillTx/>
              <a:latin typeface="Arial"/>
            </a:endParaRPr>
          </a:p>
          <a:p>
            <a:pPr defTabSz="914400">
              <a:lnSpc>
                <a:spcPct val="100000"/>
              </a:lnSpc>
            </a:pPr>
            <a:r>
              <a:rPr lang="it-IT" sz="1800" b="0" u="none" strike="noStrike">
                <a:solidFill>
                  <a:srgbClr val="d4d4d4"/>
                </a:solidFill>
                <a:effectLst/>
                <a:uFillTx/>
                <a:latin typeface="Consolas"/>
              </a:rPr>
              <a:t>              System.out.println(</a:t>
            </a:r>
            <a:r>
              <a:rPr lang="it-IT" sz="1800" b="0" u="none" strike="noStrike">
                <a:solidFill>
                  <a:srgbClr val="ce9178"/>
                </a:solidFill>
                <a:effectLst/>
                <a:uFillTx/>
                <a:latin typeface="Consolas"/>
              </a:rPr>
              <a:t>"Ciao Mondo"</a:t>
            </a:r>
            <a:r>
              <a:rPr lang="it-IT" sz="1800" b="0" u="none" strike="noStrike">
                <a:solidFill>
                  <a:srgbClr val="d4d4d4"/>
                </a:solidFill>
                <a:effectLst/>
                <a:uFillTx/>
                <a:latin typeface="Consolas"/>
              </a:rPr>
              <a:t>)</a:t>
            </a:r>
            <a:r>
              <a:rPr lang="it-IT" sz="1800" b="0" u="none" strike="noStrike">
                <a:solidFill>
                  <a:srgbClr val="569cd6"/>
                </a:solidFill>
                <a:effectLst/>
                <a:uFillTx/>
                <a:latin typeface="Consolas"/>
              </a:rPr>
              <a:t>;</a:t>
            </a:r>
            <a:endParaRPr lang="it-IT" sz="1800" b="0" u="none" strike="noStrike">
              <a:solidFill>
                <a:srgbClr val="ffffff"/>
              </a:solidFill>
              <a:effectLst/>
              <a:uFillTx/>
              <a:latin typeface="Arial"/>
            </a:endParaRPr>
          </a:p>
          <a:p>
            <a:pPr defTabSz="914400">
              <a:lnSpc>
                <a:spcPct val="100000"/>
              </a:lnSpc>
            </a:pPr>
            <a:r>
              <a:rPr lang="it-IT" sz="1800" b="0" u="none" strike="noStrike">
                <a:solidFill>
                  <a:srgbClr val="d4d4d4"/>
                </a:solidFill>
                <a:effectLst/>
                <a:uFillTx/>
                <a:latin typeface="Consolas"/>
              </a:rPr>
              <a:t>            }</a:t>
            </a:r>
            <a:endParaRPr lang="it-IT" sz="1800" b="0" u="none" strike="noStrike">
              <a:solidFill>
                <a:srgbClr val="ffffff"/>
              </a:solidFill>
              <a:effectLst/>
              <a:uFillTx/>
              <a:latin typeface="Arial"/>
            </a:endParaRPr>
          </a:p>
          <a:p>
            <a:pPr defTabSz="914400">
              <a:lnSpc>
                <a:spcPct val="100000"/>
              </a:lnSpc>
            </a:pPr>
            <a:r>
              <a:rPr lang="it-IT" sz="1800" b="0" u="none" strike="noStrike">
                <a:solidFill>
                  <a:srgbClr val="d4d4d4"/>
                </a:solidFill>
                <a:effectLst/>
                <a:uFillTx/>
                <a:latin typeface="Consolas"/>
              </a:rPr>
              <a:t>          }</a:t>
            </a:r>
            <a:endParaRPr lang="it-IT" sz="1800" b="0" u="none" strike="noStrike">
              <a:solidFill>
                <a:srgbClr val="ffffff"/>
              </a:solidFill>
              <a:effectLst/>
              <a:uFillTx/>
              <a:latin typeface="Arial"/>
            </a:endParaRPr>
          </a:p>
        </p:txBody>
      </p:sp>
      <p:sp>
        <p:nvSpPr>
          <p:cNvPr id="378" name="CasellaDiTesto 5"/>
          <p:cNvSpPr/>
          <p:nvPr/>
        </p:nvSpPr>
        <p:spPr>
          <a:xfrm>
            <a:off x="3702240" y="3846240"/>
            <a:ext cx="6097680" cy="369000"/>
          </a:xfrm>
          <a:prstGeom prst="rect">
            <a:avLst/>
          </a:prstGeom>
          <a:solidFill>
            <a:schemeClr val="tx1">
              <a:lumMod val="85000"/>
              <a:lumOff val="15000"/>
            </a:schemeClr>
          </a:solidFill>
          <a:ln w="0">
            <a:noFill/>
          </a:ln>
        </p:spPr>
        <p:style>
          <a:lnRef idx="0"/>
          <a:fillRef idx="0"/>
          <a:effectRef idx="0"/>
          <a:fontRef idx="minor"/>
        </p:style>
        <p:txBody>
          <a:bodyPr lIns="90000" rIns="90000" tIns="45000" bIns="45000" anchor="t">
            <a:spAutoFit/>
          </a:bodyPr>
          <a:p>
            <a:pPr defTabSz="914400">
              <a:lnSpc>
                <a:spcPct val="100000"/>
              </a:lnSpc>
            </a:pPr>
            <a:r>
              <a:rPr lang="it-IT" sz="1800" b="0" u="none" strike="noStrike">
                <a:solidFill>
                  <a:srgbClr val="d4d4d4"/>
                </a:solidFill>
                <a:effectLst/>
                <a:uFillTx/>
                <a:latin typeface="Consolas"/>
              </a:rPr>
              <a:t>System.out.println(</a:t>
            </a:r>
            <a:r>
              <a:rPr lang="it-IT" sz="1800" b="0" u="none" strike="noStrike">
                <a:solidFill>
                  <a:srgbClr val="ce9178"/>
                </a:solidFill>
                <a:effectLst/>
                <a:uFillTx/>
                <a:latin typeface="Consolas"/>
              </a:rPr>
              <a:t>"Ciao Mondo"</a:t>
            </a:r>
            <a:r>
              <a:rPr lang="it-IT" sz="1800" b="0" u="none" strike="noStrike">
                <a:solidFill>
                  <a:srgbClr val="d4d4d4"/>
                </a:solidFill>
                <a:effectLst/>
                <a:uFillTx/>
                <a:latin typeface="Consolas"/>
              </a:rPr>
              <a:t>)</a:t>
            </a:r>
            <a:r>
              <a:rPr lang="it-IT" sz="1800" b="0" u="none" strike="noStrike">
                <a:solidFill>
                  <a:srgbClr val="569cd6"/>
                </a:solidFill>
                <a:effectLst/>
                <a:uFillTx/>
                <a:latin typeface="Consolas"/>
              </a:rPr>
              <a:t>;</a:t>
            </a:r>
            <a:endParaRPr lang="it-IT" sz="1800" b="0" u="none" strike="noStrike">
              <a:solidFill>
                <a:srgbClr val="ffffff"/>
              </a:solidFill>
              <a:effectLst/>
              <a:uFillTx/>
              <a:latin typeface="Arial"/>
            </a:endParaRPr>
          </a:p>
        </p:txBody>
      </p:sp>
      <p:sp>
        <p:nvSpPr>
          <p:cNvPr id="379" name="CasellaDiTesto 6"/>
          <p:cNvSpPr/>
          <p:nvPr/>
        </p:nvSpPr>
        <p:spPr>
          <a:xfrm>
            <a:off x="3702240" y="3388320"/>
            <a:ext cx="8350920" cy="36900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lang="it-IT" sz="1800" b="0" u="none" strike="noStrike">
                <a:solidFill>
                  <a:schemeClr val="dk1"/>
                </a:solidFill>
                <a:effectLst/>
                <a:uFillTx/>
                <a:latin typeface="Calibri"/>
              </a:rPr>
              <a:t>Si noti l’utilizzo di </a:t>
            </a:r>
            <a:endParaRPr lang="it-IT" sz="1800" b="0" u="none" strike="noStrike">
              <a:solidFill>
                <a:srgbClr val="000000"/>
              </a:solidFill>
              <a:effectLst/>
              <a:uFillTx/>
              <a:latin typeface="Arial"/>
            </a:endParaRPr>
          </a:p>
        </p:txBody>
      </p:sp>
      <p:sp>
        <p:nvSpPr>
          <p:cNvPr id="380" name="CasellaDiTesto 8"/>
          <p:cNvSpPr/>
          <p:nvPr/>
        </p:nvSpPr>
        <p:spPr>
          <a:xfrm>
            <a:off x="3702240" y="4304520"/>
            <a:ext cx="8350920" cy="64584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lang="it-IT" sz="1800" b="0" u="none" strike="noStrike">
                <a:solidFill>
                  <a:schemeClr val="dk1"/>
                </a:solidFill>
                <a:effectLst/>
                <a:uFillTx/>
                <a:latin typeface="Calibri"/>
              </a:rPr>
              <a:t>System.out.println , come approfondiremo poi, è null’altro che un metodo per la scrittura sul video. Ciò che viene passato tra le parentesi viene scritto.</a:t>
            </a:r>
            <a:endParaRPr lang="it-IT" sz="1800" b="0" u="none" strike="noStrike">
              <a:solidFill>
                <a:srgbClr val="000000"/>
              </a:solidFill>
              <a:effectLst/>
              <a:uFillTx/>
              <a:latin typeface="Arial"/>
            </a:endParaRPr>
          </a:p>
        </p:txBody>
      </p:sp>
      <p:sp>
        <p:nvSpPr>
          <p:cNvPr id="381" name="CasellaDiTesto 1"/>
          <p:cNvSpPr/>
          <p:nvPr/>
        </p:nvSpPr>
        <p:spPr>
          <a:xfrm>
            <a:off x="281880" y="1121760"/>
            <a:ext cx="2863080" cy="2862000"/>
          </a:xfrm>
          <a:prstGeom prst="rect">
            <a:avLst/>
          </a:prstGeom>
          <a:solidFill>
            <a:srgbClr val="ff0000"/>
          </a:solidFill>
          <a:ln w="0">
            <a:noFill/>
          </a:ln>
        </p:spPr>
        <p:style>
          <a:lnRef idx="0"/>
          <a:fillRef idx="0"/>
          <a:effectRef idx="0"/>
          <a:fontRef idx="minor"/>
        </p:style>
        <p:txBody>
          <a:bodyPr lIns="90000" rIns="90000" tIns="45000" bIns="45000" anchor="t">
            <a:spAutoFit/>
          </a:bodyPr>
          <a:p>
            <a:pPr defTabSz="914400">
              <a:lnSpc>
                <a:spcPct val="100000"/>
              </a:lnSpc>
            </a:pPr>
            <a:r>
              <a:rPr lang="it-IT" sz="1800" b="0" u="none" strike="noStrike">
                <a:solidFill>
                  <a:schemeClr val="lt1"/>
                </a:solidFill>
                <a:effectLst/>
                <a:uFillTx/>
                <a:latin typeface="Calibri"/>
              </a:rPr>
              <a:t>Le parentesi graffe, in JAVA, sono delimitatori di blocchi di codice: un programma od una sua sezione, così come una stessa classe è definita in un blocco, quindi tra parentesi. Non esiste metodo o classe che non siano racchiuse tra parentesi.</a:t>
            </a:r>
            <a:endParaRPr lang="it-IT" sz="18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5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382" name="Picture 2" descr="Java Logo, symbol, meaning, history, PNG, brand"/>
          <p:cNvPicPr/>
          <p:nvPr/>
        </p:nvPicPr>
        <p:blipFill>
          <a:blip r:embed="rId1"/>
          <a:stretch/>
        </p:blipFill>
        <p:spPr>
          <a:xfrm>
            <a:off x="10632600" y="0"/>
            <a:ext cx="1420560" cy="795240"/>
          </a:xfrm>
          <a:prstGeom prst="rect">
            <a:avLst/>
          </a:prstGeom>
          <a:noFill/>
          <a:ln w="0">
            <a:noFill/>
          </a:ln>
        </p:spPr>
      </p:pic>
      <p:sp>
        <p:nvSpPr>
          <p:cNvPr id="383" name="CasellaDiTesto 2"/>
          <p:cNvSpPr/>
          <p:nvPr/>
        </p:nvSpPr>
        <p:spPr>
          <a:xfrm>
            <a:off x="281880" y="421920"/>
            <a:ext cx="3114000" cy="373320"/>
          </a:xfrm>
          <a:prstGeom prst="rect">
            <a:avLst/>
          </a:prstGeom>
          <a:solidFill>
            <a:schemeClr val="accent2">
              <a:lumMod val="40000"/>
              <a:lumOff val="60000"/>
            </a:schemeClr>
          </a:solidFill>
          <a:ln w="0">
            <a:noFill/>
          </a:ln>
        </p:spPr>
        <p:style>
          <a:lnRef idx="0"/>
          <a:fillRef idx="0"/>
          <a:effectRef idx="0"/>
          <a:fontRef idx="minor"/>
        </p:style>
        <p:txBody>
          <a:bodyPr lIns="90000" rIns="90000" tIns="45000" bIns="45000" anchor="t">
            <a:spAutoFit/>
          </a:bodyPr>
          <a:p>
            <a:pPr algn="just" defTabSz="914400">
              <a:lnSpc>
                <a:spcPct val="107000"/>
              </a:lnSpc>
              <a:spcAft>
                <a:spcPts val="799"/>
              </a:spcAft>
              <a:tabLst>
                <a:tab algn="l" pos="678240"/>
              </a:tabLst>
            </a:pPr>
            <a:r>
              <a:rPr lang="it-IT" sz="1800" b="1" u="none" strike="noStrike">
                <a:solidFill>
                  <a:srgbClr val="050e17"/>
                </a:solidFill>
                <a:effectLst/>
                <a:uFillTx/>
                <a:latin typeface="-apple-system"/>
              </a:rPr>
              <a:t>Struttura di una applicazione</a:t>
            </a:r>
            <a:endParaRPr lang="it-IT" sz="1800" b="0" u="none" strike="noStrike">
              <a:solidFill>
                <a:srgbClr val="000000"/>
              </a:solidFill>
              <a:effectLst/>
              <a:uFillTx/>
              <a:latin typeface="Arial"/>
            </a:endParaRPr>
          </a:p>
        </p:txBody>
      </p:sp>
      <p:sp>
        <p:nvSpPr>
          <p:cNvPr id="384" name="CasellaDiTesto 3"/>
          <p:cNvSpPr/>
          <p:nvPr/>
        </p:nvSpPr>
        <p:spPr>
          <a:xfrm>
            <a:off x="3702240" y="795600"/>
            <a:ext cx="8350920" cy="64584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lang="it-IT" sz="1800" b="0" u="none" strike="noStrike">
                <a:solidFill>
                  <a:schemeClr val="dk1"/>
                </a:solidFill>
                <a:effectLst/>
                <a:uFillTx/>
                <a:latin typeface="Calibri"/>
              </a:rPr>
              <a:t>Per esempio, se volessimo creare una classe eseguibile che visualizzi la classica scritta "Ciao Mondo" a video, il codice potrebbe essere il seguente:</a:t>
            </a:r>
            <a:endParaRPr lang="it-IT" sz="1800" b="0" u="none" strike="noStrike">
              <a:solidFill>
                <a:srgbClr val="000000"/>
              </a:solidFill>
              <a:effectLst/>
              <a:uFillTx/>
              <a:latin typeface="Arial"/>
            </a:endParaRPr>
          </a:p>
        </p:txBody>
      </p:sp>
      <p:sp>
        <p:nvSpPr>
          <p:cNvPr id="385" name="CasellaDiTesto 4"/>
          <p:cNvSpPr/>
          <p:nvPr/>
        </p:nvSpPr>
        <p:spPr>
          <a:xfrm>
            <a:off x="3702240" y="1719000"/>
            <a:ext cx="8006400" cy="1477080"/>
          </a:xfrm>
          <a:prstGeom prst="rect">
            <a:avLst/>
          </a:prstGeom>
          <a:solidFill>
            <a:schemeClr val="tx1">
              <a:lumMod val="85000"/>
              <a:lumOff val="15000"/>
            </a:schemeClr>
          </a:solidFill>
          <a:ln w="0">
            <a:noFill/>
          </a:ln>
        </p:spPr>
        <p:style>
          <a:lnRef idx="0"/>
          <a:fillRef idx="0"/>
          <a:effectRef idx="0"/>
          <a:fontRef idx="minor"/>
        </p:style>
        <p:txBody>
          <a:bodyPr lIns="90000" rIns="90000" tIns="45000" bIns="45000" anchor="t">
            <a:spAutoFit/>
          </a:bodyPr>
          <a:p>
            <a:pPr defTabSz="914400">
              <a:lnSpc>
                <a:spcPct val="100000"/>
              </a:lnSpc>
            </a:pPr>
            <a:r>
              <a:rPr lang="it-IT" sz="1800" b="0" u="none" strike="noStrike">
                <a:solidFill>
                  <a:srgbClr val="569cd6"/>
                </a:solidFill>
                <a:effectLst/>
                <a:uFillTx/>
                <a:latin typeface="Consolas"/>
              </a:rPr>
              <a:t>public</a:t>
            </a:r>
            <a:r>
              <a:rPr lang="it-IT" sz="1800" b="0" u="none" strike="noStrike">
                <a:solidFill>
                  <a:srgbClr val="d4d4d4"/>
                </a:solidFill>
                <a:effectLst/>
                <a:uFillTx/>
                <a:latin typeface="Consolas"/>
              </a:rPr>
              <a:t> class Main {</a:t>
            </a:r>
            <a:endParaRPr lang="it-IT" sz="1800" b="0" u="none" strike="noStrike">
              <a:solidFill>
                <a:srgbClr val="ffffff"/>
              </a:solidFill>
              <a:effectLst/>
              <a:uFillTx/>
              <a:latin typeface="Arial"/>
            </a:endParaRPr>
          </a:p>
          <a:p>
            <a:pPr defTabSz="914400">
              <a:lnSpc>
                <a:spcPct val="100000"/>
              </a:lnSpc>
            </a:pPr>
            <a:r>
              <a:rPr lang="it-IT" sz="1800" b="0" u="none" strike="noStrike">
                <a:solidFill>
                  <a:srgbClr val="d4d4d4"/>
                </a:solidFill>
                <a:effectLst/>
                <a:uFillTx/>
                <a:latin typeface="Consolas"/>
              </a:rPr>
              <a:t>            </a:t>
            </a:r>
            <a:r>
              <a:rPr lang="it-IT" sz="1800" b="0" u="none" strike="noStrike">
                <a:solidFill>
                  <a:srgbClr val="569cd6"/>
                </a:solidFill>
                <a:effectLst/>
                <a:uFillTx/>
                <a:latin typeface="Consolas"/>
              </a:rPr>
              <a:t>public</a:t>
            </a:r>
            <a:r>
              <a:rPr lang="it-IT" sz="1800" b="0" u="none" strike="noStrike">
                <a:solidFill>
                  <a:srgbClr val="d4d4d4"/>
                </a:solidFill>
                <a:effectLst/>
                <a:uFillTx/>
                <a:latin typeface="Consolas"/>
              </a:rPr>
              <a:t> </a:t>
            </a:r>
            <a:r>
              <a:rPr lang="it-IT" sz="1800" b="0" u="none" strike="noStrike">
                <a:solidFill>
                  <a:srgbClr val="569cd6"/>
                </a:solidFill>
                <a:effectLst/>
                <a:uFillTx/>
                <a:latin typeface="Consolas"/>
              </a:rPr>
              <a:t>static</a:t>
            </a:r>
            <a:r>
              <a:rPr lang="it-IT" sz="1800" b="0" u="none" strike="noStrike">
                <a:solidFill>
                  <a:srgbClr val="d4d4d4"/>
                </a:solidFill>
                <a:effectLst/>
                <a:uFillTx/>
                <a:latin typeface="Consolas"/>
              </a:rPr>
              <a:t> </a:t>
            </a:r>
            <a:r>
              <a:rPr lang="it-IT" sz="1800" b="0" u="none" strike="noStrike">
                <a:solidFill>
                  <a:srgbClr val="569cd6"/>
                </a:solidFill>
                <a:effectLst/>
                <a:uFillTx/>
                <a:latin typeface="Consolas"/>
              </a:rPr>
              <a:t>void</a:t>
            </a:r>
            <a:r>
              <a:rPr lang="it-IT" sz="1800" b="0" u="none" strike="noStrike">
                <a:solidFill>
                  <a:srgbClr val="d4d4d4"/>
                </a:solidFill>
                <a:effectLst/>
                <a:uFillTx/>
                <a:latin typeface="Consolas"/>
              </a:rPr>
              <a:t> main(String[] args) {</a:t>
            </a:r>
            <a:endParaRPr lang="it-IT" sz="1800" b="0" u="none" strike="noStrike">
              <a:solidFill>
                <a:srgbClr val="ffffff"/>
              </a:solidFill>
              <a:effectLst/>
              <a:uFillTx/>
              <a:latin typeface="Arial"/>
            </a:endParaRPr>
          </a:p>
          <a:p>
            <a:pPr defTabSz="914400">
              <a:lnSpc>
                <a:spcPct val="100000"/>
              </a:lnSpc>
            </a:pPr>
            <a:r>
              <a:rPr lang="it-IT" sz="1800" b="0" u="none" strike="noStrike">
                <a:solidFill>
                  <a:srgbClr val="d4d4d4"/>
                </a:solidFill>
                <a:effectLst/>
                <a:uFillTx/>
                <a:latin typeface="Consolas"/>
              </a:rPr>
              <a:t>              System.out.println(</a:t>
            </a:r>
            <a:r>
              <a:rPr lang="it-IT" sz="1800" b="0" u="none" strike="noStrike">
                <a:solidFill>
                  <a:srgbClr val="ce9178"/>
                </a:solidFill>
                <a:effectLst/>
                <a:uFillTx/>
                <a:latin typeface="Consolas"/>
              </a:rPr>
              <a:t>"Ciao Mondo"</a:t>
            </a:r>
            <a:r>
              <a:rPr lang="it-IT" sz="1800" b="0" u="none" strike="noStrike">
                <a:solidFill>
                  <a:srgbClr val="d4d4d4"/>
                </a:solidFill>
                <a:effectLst/>
                <a:uFillTx/>
                <a:latin typeface="Consolas"/>
              </a:rPr>
              <a:t>)</a:t>
            </a:r>
            <a:r>
              <a:rPr lang="it-IT" sz="1800" b="0" u="none" strike="noStrike">
                <a:solidFill>
                  <a:srgbClr val="569cd6"/>
                </a:solidFill>
                <a:effectLst/>
                <a:uFillTx/>
                <a:latin typeface="Consolas"/>
              </a:rPr>
              <a:t>;</a:t>
            </a:r>
            <a:endParaRPr lang="it-IT" sz="1800" b="0" u="none" strike="noStrike">
              <a:solidFill>
                <a:srgbClr val="ffffff"/>
              </a:solidFill>
              <a:effectLst/>
              <a:uFillTx/>
              <a:latin typeface="Arial"/>
            </a:endParaRPr>
          </a:p>
          <a:p>
            <a:pPr defTabSz="914400">
              <a:lnSpc>
                <a:spcPct val="100000"/>
              </a:lnSpc>
            </a:pPr>
            <a:r>
              <a:rPr lang="it-IT" sz="1800" b="0" u="none" strike="noStrike">
                <a:solidFill>
                  <a:srgbClr val="d4d4d4"/>
                </a:solidFill>
                <a:effectLst/>
                <a:uFillTx/>
                <a:latin typeface="Consolas"/>
              </a:rPr>
              <a:t>            }</a:t>
            </a:r>
            <a:endParaRPr lang="it-IT" sz="1800" b="0" u="none" strike="noStrike">
              <a:solidFill>
                <a:srgbClr val="ffffff"/>
              </a:solidFill>
              <a:effectLst/>
              <a:uFillTx/>
              <a:latin typeface="Arial"/>
            </a:endParaRPr>
          </a:p>
          <a:p>
            <a:pPr defTabSz="914400">
              <a:lnSpc>
                <a:spcPct val="100000"/>
              </a:lnSpc>
            </a:pPr>
            <a:r>
              <a:rPr lang="it-IT" sz="1800" b="0" u="none" strike="noStrike">
                <a:solidFill>
                  <a:srgbClr val="d4d4d4"/>
                </a:solidFill>
                <a:effectLst/>
                <a:uFillTx/>
                <a:latin typeface="Consolas"/>
              </a:rPr>
              <a:t>          }</a:t>
            </a:r>
            <a:endParaRPr lang="it-IT" sz="1800" b="0" u="none" strike="noStrike">
              <a:solidFill>
                <a:srgbClr val="ffffff"/>
              </a:solidFill>
              <a:effectLst/>
              <a:uFillTx/>
              <a:latin typeface="Arial"/>
            </a:endParaRPr>
          </a:p>
        </p:txBody>
      </p:sp>
      <p:sp>
        <p:nvSpPr>
          <p:cNvPr id="386" name="CasellaDiTesto 5"/>
          <p:cNvSpPr/>
          <p:nvPr/>
        </p:nvSpPr>
        <p:spPr>
          <a:xfrm>
            <a:off x="3702240" y="3846240"/>
            <a:ext cx="6097680" cy="369000"/>
          </a:xfrm>
          <a:prstGeom prst="rect">
            <a:avLst/>
          </a:prstGeom>
          <a:solidFill>
            <a:schemeClr val="tx1">
              <a:lumMod val="85000"/>
              <a:lumOff val="15000"/>
            </a:schemeClr>
          </a:solidFill>
          <a:ln w="0">
            <a:noFill/>
          </a:ln>
        </p:spPr>
        <p:style>
          <a:lnRef idx="0"/>
          <a:fillRef idx="0"/>
          <a:effectRef idx="0"/>
          <a:fontRef idx="minor"/>
        </p:style>
        <p:txBody>
          <a:bodyPr lIns="90000" rIns="90000" tIns="45000" bIns="45000" anchor="t">
            <a:spAutoFit/>
          </a:bodyPr>
          <a:p>
            <a:pPr defTabSz="914400">
              <a:lnSpc>
                <a:spcPct val="100000"/>
              </a:lnSpc>
            </a:pPr>
            <a:r>
              <a:rPr lang="it-IT" sz="1800" b="0" u="none" strike="noStrike">
                <a:solidFill>
                  <a:srgbClr val="d4d4d4"/>
                </a:solidFill>
                <a:effectLst/>
                <a:uFillTx/>
                <a:latin typeface="Consolas"/>
              </a:rPr>
              <a:t>System.out.println(</a:t>
            </a:r>
            <a:r>
              <a:rPr lang="it-IT" sz="1800" b="0" u="none" strike="noStrike">
                <a:solidFill>
                  <a:srgbClr val="ce9178"/>
                </a:solidFill>
                <a:effectLst/>
                <a:uFillTx/>
                <a:latin typeface="Consolas"/>
              </a:rPr>
              <a:t>"Ciao Mondo"</a:t>
            </a:r>
            <a:r>
              <a:rPr lang="it-IT" sz="1800" b="0" u="none" strike="noStrike">
                <a:solidFill>
                  <a:srgbClr val="d4d4d4"/>
                </a:solidFill>
                <a:effectLst/>
                <a:uFillTx/>
                <a:latin typeface="Consolas"/>
              </a:rPr>
              <a:t>)</a:t>
            </a:r>
            <a:r>
              <a:rPr lang="it-IT" sz="1800" b="0" u="none" strike="noStrike">
                <a:solidFill>
                  <a:srgbClr val="569cd6"/>
                </a:solidFill>
                <a:effectLst/>
                <a:uFillTx/>
                <a:latin typeface="Consolas"/>
              </a:rPr>
              <a:t>;</a:t>
            </a:r>
            <a:endParaRPr lang="it-IT" sz="1800" b="0" u="none" strike="noStrike">
              <a:solidFill>
                <a:srgbClr val="ffffff"/>
              </a:solidFill>
              <a:effectLst/>
              <a:uFillTx/>
              <a:latin typeface="Arial"/>
            </a:endParaRPr>
          </a:p>
        </p:txBody>
      </p:sp>
      <p:sp>
        <p:nvSpPr>
          <p:cNvPr id="387" name="CasellaDiTesto 6"/>
          <p:cNvSpPr/>
          <p:nvPr/>
        </p:nvSpPr>
        <p:spPr>
          <a:xfrm>
            <a:off x="3702240" y="3388320"/>
            <a:ext cx="8350920" cy="36900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lang="it-IT" sz="1800" b="0" u="none" strike="noStrike">
                <a:solidFill>
                  <a:schemeClr val="dk1"/>
                </a:solidFill>
                <a:effectLst/>
                <a:uFillTx/>
                <a:latin typeface="Calibri"/>
              </a:rPr>
              <a:t>Si noti l’utilizzo di </a:t>
            </a:r>
            <a:endParaRPr lang="it-IT" sz="1800" b="0" u="none" strike="noStrike">
              <a:solidFill>
                <a:srgbClr val="000000"/>
              </a:solidFill>
              <a:effectLst/>
              <a:uFillTx/>
              <a:latin typeface="Arial"/>
            </a:endParaRPr>
          </a:p>
        </p:txBody>
      </p:sp>
      <p:sp>
        <p:nvSpPr>
          <p:cNvPr id="388" name="CasellaDiTesto 8"/>
          <p:cNvSpPr/>
          <p:nvPr/>
        </p:nvSpPr>
        <p:spPr>
          <a:xfrm>
            <a:off x="3702240" y="4304520"/>
            <a:ext cx="8350920" cy="119988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lang="it-IT" sz="1800" b="0" u="none" strike="noStrike">
                <a:solidFill>
                  <a:schemeClr val="dk1"/>
                </a:solidFill>
                <a:effectLst/>
                <a:uFillTx/>
                <a:latin typeface="Calibri"/>
              </a:rPr>
              <a:t>System.out.println , come approfondiremo poi, è null’altro che un metodo per la scrittura sul video. Ciò che viene passato tra le parentesi viene scritto.</a:t>
            </a:r>
            <a:br>
              <a:rPr sz="1800"/>
            </a:br>
            <a:endParaRPr lang="it-IT" sz="1800" b="0" u="none" strike="noStrike">
              <a:solidFill>
                <a:srgbClr val="000000"/>
              </a:solidFill>
              <a:effectLst/>
              <a:uFillTx/>
              <a:latin typeface="Arial"/>
            </a:endParaRPr>
          </a:p>
          <a:p>
            <a:pPr defTabSz="914400">
              <a:lnSpc>
                <a:spcPct val="100000"/>
              </a:lnSpc>
            </a:pPr>
            <a:r>
              <a:rPr lang="it-IT" sz="1800" b="0" u="none" strike="noStrike">
                <a:solidFill>
                  <a:schemeClr val="dk1"/>
                </a:solidFill>
                <a:effectLst/>
                <a:uFillTx/>
                <a:latin typeface="Calibri"/>
              </a:rPr>
              <a:t>Attenzione, ciò che viene scritto è il valore di ciò che viene passato tra le parentesi.</a:t>
            </a:r>
            <a:endParaRPr lang="it-IT" sz="1800" b="0" u="none" strike="noStrike">
              <a:solidFill>
                <a:srgbClr val="000000"/>
              </a:solidFill>
              <a:effectLst/>
              <a:uFillTx/>
              <a:latin typeface="Arial"/>
            </a:endParaRPr>
          </a:p>
        </p:txBody>
      </p:sp>
      <p:sp>
        <p:nvSpPr>
          <p:cNvPr id="389" name="CasellaDiTesto 1"/>
          <p:cNvSpPr/>
          <p:nvPr/>
        </p:nvSpPr>
        <p:spPr>
          <a:xfrm>
            <a:off x="281880" y="1121760"/>
            <a:ext cx="2863080" cy="2862000"/>
          </a:xfrm>
          <a:prstGeom prst="rect">
            <a:avLst/>
          </a:prstGeom>
          <a:solidFill>
            <a:srgbClr val="ff0000"/>
          </a:solidFill>
          <a:ln w="0">
            <a:noFill/>
          </a:ln>
        </p:spPr>
        <p:style>
          <a:lnRef idx="0"/>
          <a:fillRef idx="0"/>
          <a:effectRef idx="0"/>
          <a:fontRef idx="minor"/>
        </p:style>
        <p:txBody>
          <a:bodyPr lIns="90000" rIns="90000" tIns="45000" bIns="45000" anchor="t">
            <a:spAutoFit/>
          </a:bodyPr>
          <a:p>
            <a:pPr defTabSz="914400">
              <a:lnSpc>
                <a:spcPct val="100000"/>
              </a:lnSpc>
            </a:pPr>
            <a:r>
              <a:rPr lang="it-IT" sz="1800" b="0" u="none" strike="noStrike">
                <a:solidFill>
                  <a:schemeClr val="lt1"/>
                </a:solidFill>
                <a:effectLst/>
                <a:uFillTx/>
                <a:latin typeface="Calibri"/>
              </a:rPr>
              <a:t>Le parentesi graffe, in JAVA, sono delimitatori di blocchi di codice: un programma od una sua sezione, così come una stessa classe è definita in un blocco, quindi tra parentesi. Non esiste metodo o classe che non siano racchiuse tra parentesi.</a:t>
            </a:r>
            <a:endParaRPr lang="it-IT" sz="18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5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390" name="Picture 2" descr="Java Logo, symbol, meaning, history, PNG, brand"/>
          <p:cNvPicPr/>
          <p:nvPr/>
        </p:nvPicPr>
        <p:blipFill>
          <a:blip r:embed="rId1"/>
          <a:stretch/>
        </p:blipFill>
        <p:spPr>
          <a:xfrm>
            <a:off x="10632600" y="0"/>
            <a:ext cx="1420560" cy="795240"/>
          </a:xfrm>
          <a:prstGeom prst="rect">
            <a:avLst/>
          </a:prstGeom>
          <a:noFill/>
          <a:ln w="0">
            <a:noFill/>
          </a:ln>
        </p:spPr>
      </p:pic>
      <p:sp>
        <p:nvSpPr>
          <p:cNvPr id="391" name="CasellaDiTesto 2"/>
          <p:cNvSpPr/>
          <p:nvPr/>
        </p:nvSpPr>
        <p:spPr>
          <a:xfrm>
            <a:off x="281880" y="421920"/>
            <a:ext cx="3114000" cy="373320"/>
          </a:xfrm>
          <a:prstGeom prst="rect">
            <a:avLst/>
          </a:prstGeom>
          <a:solidFill>
            <a:schemeClr val="accent2">
              <a:lumMod val="40000"/>
              <a:lumOff val="60000"/>
            </a:schemeClr>
          </a:solidFill>
          <a:ln w="0">
            <a:noFill/>
          </a:ln>
        </p:spPr>
        <p:style>
          <a:lnRef idx="0"/>
          <a:fillRef idx="0"/>
          <a:effectRef idx="0"/>
          <a:fontRef idx="minor"/>
        </p:style>
        <p:txBody>
          <a:bodyPr lIns="90000" rIns="90000" tIns="45000" bIns="45000" anchor="t">
            <a:spAutoFit/>
          </a:bodyPr>
          <a:p>
            <a:pPr algn="just" defTabSz="914400">
              <a:lnSpc>
                <a:spcPct val="107000"/>
              </a:lnSpc>
              <a:spcAft>
                <a:spcPts val="799"/>
              </a:spcAft>
              <a:tabLst>
                <a:tab algn="l" pos="678240"/>
              </a:tabLst>
            </a:pPr>
            <a:r>
              <a:rPr lang="it-IT" sz="1800" b="1" u="none" strike="noStrike">
                <a:solidFill>
                  <a:srgbClr val="050e17"/>
                </a:solidFill>
                <a:effectLst/>
                <a:uFillTx/>
                <a:latin typeface="-apple-system"/>
              </a:rPr>
              <a:t>Struttura di una applicazione</a:t>
            </a:r>
            <a:endParaRPr lang="it-IT" sz="1800" b="0" u="none" strike="noStrike">
              <a:solidFill>
                <a:srgbClr val="000000"/>
              </a:solidFill>
              <a:effectLst/>
              <a:uFillTx/>
              <a:latin typeface="Arial"/>
            </a:endParaRPr>
          </a:p>
        </p:txBody>
      </p:sp>
      <p:sp>
        <p:nvSpPr>
          <p:cNvPr id="392" name="CasellaDiTesto 3"/>
          <p:cNvSpPr/>
          <p:nvPr/>
        </p:nvSpPr>
        <p:spPr>
          <a:xfrm>
            <a:off x="3702240" y="795600"/>
            <a:ext cx="8350920" cy="64584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lang="it-IT" sz="1800" b="0" u="none" strike="noStrike">
                <a:solidFill>
                  <a:schemeClr val="dk1"/>
                </a:solidFill>
                <a:effectLst/>
                <a:uFillTx/>
                <a:latin typeface="Calibri"/>
              </a:rPr>
              <a:t>Per esempio, se volessimo creare una classe eseguibile che visualizzi la classica scritta "Ciao Mondo" a video, il codice potrebbe essere il seguente:</a:t>
            </a:r>
            <a:endParaRPr lang="it-IT" sz="1800" b="0" u="none" strike="noStrike">
              <a:solidFill>
                <a:srgbClr val="000000"/>
              </a:solidFill>
              <a:effectLst/>
              <a:uFillTx/>
              <a:latin typeface="Arial"/>
            </a:endParaRPr>
          </a:p>
        </p:txBody>
      </p:sp>
      <p:sp>
        <p:nvSpPr>
          <p:cNvPr id="393" name="CasellaDiTesto 4"/>
          <p:cNvSpPr/>
          <p:nvPr/>
        </p:nvSpPr>
        <p:spPr>
          <a:xfrm>
            <a:off x="3702240" y="1719000"/>
            <a:ext cx="8006400" cy="1477080"/>
          </a:xfrm>
          <a:prstGeom prst="rect">
            <a:avLst/>
          </a:prstGeom>
          <a:solidFill>
            <a:schemeClr val="tx1">
              <a:lumMod val="85000"/>
              <a:lumOff val="15000"/>
            </a:schemeClr>
          </a:solidFill>
          <a:ln w="0">
            <a:noFill/>
          </a:ln>
        </p:spPr>
        <p:style>
          <a:lnRef idx="0"/>
          <a:fillRef idx="0"/>
          <a:effectRef idx="0"/>
          <a:fontRef idx="minor"/>
        </p:style>
        <p:txBody>
          <a:bodyPr lIns="90000" rIns="90000" tIns="45000" bIns="45000" anchor="t">
            <a:spAutoFit/>
          </a:bodyPr>
          <a:p>
            <a:pPr defTabSz="914400">
              <a:lnSpc>
                <a:spcPct val="100000"/>
              </a:lnSpc>
            </a:pPr>
            <a:r>
              <a:rPr lang="it-IT" sz="1800" b="0" u="none" strike="noStrike">
                <a:solidFill>
                  <a:srgbClr val="569cd6"/>
                </a:solidFill>
                <a:effectLst/>
                <a:uFillTx/>
                <a:latin typeface="Consolas"/>
              </a:rPr>
              <a:t>public</a:t>
            </a:r>
            <a:r>
              <a:rPr lang="it-IT" sz="1800" b="0" u="none" strike="noStrike">
                <a:solidFill>
                  <a:srgbClr val="d4d4d4"/>
                </a:solidFill>
                <a:effectLst/>
                <a:uFillTx/>
                <a:latin typeface="Consolas"/>
              </a:rPr>
              <a:t> class Main {</a:t>
            </a:r>
            <a:endParaRPr lang="it-IT" sz="1800" b="0" u="none" strike="noStrike">
              <a:solidFill>
                <a:srgbClr val="ffffff"/>
              </a:solidFill>
              <a:effectLst/>
              <a:uFillTx/>
              <a:latin typeface="Arial"/>
            </a:endParaRPr>
          </a:p>
          <a:p>
            <a:pPr defTabSz="914400">
              <a:lnSpc>
                <a:spcPct val="100000"/>
              </a:lnSpc>
            </a:pPr>
            <a:r>
              <a:rPr lang="it-IT" sz="1800" b="0" u="none" strike="noStrike">
                <a:solidFill>
                  <a:srgbClr val="d4d4d4"/>
                </a:solidFill>
                <a:effectLst/>
                <a:uFillTx/>
                <a:latin typeface="Consolas"/>
              </a:rPr>
              <a:t>            </a:t>
            </a:r>
            <a:r>
              <a:rPr lang="it-IT" sz="1800" b="0" u="none" strike="noStrike">
                <a:solidFill>
                  <a:srgbClr val="569cd6"/>
                </a:solidFill>
                <a:effectLst/>
                <a:uFillTx/>
                <a:latin typeface="Consolas"/>
              </a:rPr>
              <a:t>public</a:t>
            </a:r>
            <a:r>
              <a:rPr lang="it-IT" sz="1800" b="0" u="none" strike="noStrike">
                <a:solidFill>
                  <a:srgbClr val="d4d4d4"/>
                </a:solidFill>
                <a:effectLst/>
                <a:uFillTx/>
                <a:latin typeface="Consolas"/>
              </a:rPr>
              <a:t> </a:t>
            </a:r>
            <a:r>
              <a:rPr lang="it-IT" sz="1800" b="0" u="none" strike="noStrike">
                <a:solidFill>
                  <a:srgbClr val="569cd6"/>
                </a:solidFill>
                <a:effectLst/>
                <a:uFillTx/>
                <a:latin typeface="Consolas"/>
              </a:rPr>
              <a:t>static</a:t>
            </a:r>
            <a:r>
              <a:rPr lang="it-IT" sz="1800" b="0" u="none" strike="noStrike">
                <a:solidFill>
                  <a:srgbClr val="d4d4d4"/>
                </a:solidFill>
                <a:effectLst/>
                <a:uFillTx/>
                <a:latin typeface="Consolas"/>
              </a:rPr>
              <a:t> </a:t>
            </a:r>
            <a:r>
              <a:rPr lang="it-IT" sz="1800" b="0" u="none" strike="noStrike">
                <a:solidFill>
                  <a:srgbClr val="569cd6"/>
                </a:solidFill>
                <a:effectLst/>
                <a:uFillTx/>
                <a:latin typeface="Consolas"/>
              </a:rPr>
              <a:t>void</a:t>
            </a:r>
            <a:r>
              <a:rPr lang="it-IT" sz="1800" b="0" u="none" strike="noStrike">
                <a:solidFill>
                  <a:srgbClr val="d4d4d4"/>
                </a:solidFill>
                <a:effectLst/>
                <a:uFillTx/>
                <a:latin typeface="Consolas"/>
              </a:rPr>
              <a:t> main(String[] args) {</a:t>
            </a:r>
            <a:endParaRPr lang="it-IT" sz="1800" b="0" u="none" strike="noStrike">
              <a:solidFill>
                <a:srgbClr val="ffffff"/>
              </a:solidFill>
              <a:effectLst/>
              <a:uFillTx/>
              <a:latin typeface="Arial"/>
            </a:endParaRPr>
          </a:p>
          <a:p>
            <a:pPr defTabSz="914400">
              <a:lnSpc>
                <a:spcPct val="100000"/>
              </a:lnSpc>
            </a:pPr>
            <a:r>
              <a:rPr lang="it-IT" sz="1800" b="0" u="none" strike="noStrike">
                <a:solidFill>
                  <a:srgbClr val="d4d4d4"/>
                </a:solidFill>
                <a:effectLst/>
                <a:uFillTx/>
                <a:latin typeface="Consolas"/>
              </a:rPr>
              <a:t>              System.out.println(</a:t>
            </a:r>
            <a:r>
              <a:rPr lang="it-IT" sz="1800" b="0" u="none" strike="noStrike">
                <a:solidFill>
                  <a:srgbClr val="ce9178"/>
                </a:solidFill>
                <a:effectLst/>
                <a:uFillTx/>
                <a:latin typeface="Consolas"/>
              </a:rPr>
              <a:t>"Ciao Mondo"</a:t>
            </a:r>
            <a:r>
              <a:rPr lang="it-IT" sz="1800" b="0" u="none" strike="noStrike">
                <a:solidFill>
                  <a:srgbClr val="d4d4d4"/>
                </a:solidFill>
                <a:effectLst/>
                <a:uFillTx/>
                <a:latin typeface="Consolas"/>
              </a:rPr>
              <a:t>)</a:t>
            </a:r>
            <a:r>
              <a:rPr lang="it-IT" sz="1800" b="0" u="none" strike="noStrike">
                <a:solidFill>
                  <a:srgbClr val="569cd6"/>
                </a:solidFill>
                <a:effectLst/>
                <a:uFillTx/>
                <a:latin typeface="Consolas"/>
              </a:rPr>
              <a:t>;</a:t>
            </a:r>
            <a:endParaRPr lang="it-IT" sz="1800" b="0" u="none" strike="noStrike">
              <a:solidFill>
                <a:srgbClr val="ffffff"/>
              </a:solidFill>
              <a:effectLst/>
              <a:uFillTx/>
              <a:latin typeface="Arial"/>
            </a:endParaRPr>
          </a:p>
          <a:p>
            <a:pPr defTabSz="914400">
              <a:lnSpc>
                <a:spcPct val="100000"/>
              </a:lnSpc>
            </a:pPr>
            <a:r>
              <a:rPr lang="it-IT" sz="1800" b="0" u="none" strike="noStrike">
                <a:solidFill>
                  <a:srgbClr val="d4d4d4"/>
                </a:solidFill>
                <a:effectLst/>
                <a:uFillTx/>
                <a:latin typeface="Consolas"/>
              </a:rPr>
              <a:t>            }</a:t>
            </a:r>
            <a:endParaRPr lang="it-IT" sz="1800" b="0" u="none" strike="noStrike">
              <a:solidFill>
                <a:srgbClr val="ffffff"/>
              </a:solidFill>
              <a:effectLst/>
              <a:uFillTx/>
              <a:latin typeface="Arial"/>
            </a:endParaRPr>
          </a:p>
          <a:p>
            <a:pPr defTabSz="914400">
              <a:lnSpc>
                <a:spcPct val="100000"/>
              </a:lnSpc>
            </a:pPr>
            <a:r>
              <a:rPr lang="it-IT" sz="1800" b="0" u="none" strike="noStrike">
                <a:solidFill>
                  <a:srgbClr val="d4d4d4"/>
                </a:solidFill>
                <a:effectLst/>
                <a:uFillTx/>
                <a:latin typeface="Consolas"/>
              </a:rPr>
              <a:t>          }</a:t>
            </a:r>
            <a:endParaRPr lang="it-IT" sz="1800" b="0" u="none" strike="noStrike">
              <a:solidFill>
                <a:srgbClr val="ffffff"/>
              </a:solidFill>
              <a:effectLst/>
              <a:uFillTx/>
              <a:latin typeface="Arial"/>
            </a:endParaRPr>
          </a:p>
        </p:txBody>
      </p:sp>
      <p:sp>
        <p:nvSpPr>
          <p:cNvPr id="394" name="CasellaDiTesto 5"/>
          <p:cNvSpPr/>
          <p:nvPr/>
        </p:nvSpPr>
        <p:spPr>
          <a:xfrm>
            <a:off x="3702240" y="3846240"/>
            <a:ext cx="6097680" cy="369000"/>
          </a:xfrm>
          <a:prstGeom prst="rect">
            <a:avLst/>
          </a:prstGeom>
          <a:solidFill>
            <a:schemeClr val="tx1">
              <a:lumMod val="85000"/>
              <a:lumOff val="15000"/>
            </a:schemeClr>
          </a:solidFill>
          <a:ln w="0">
            <a:noFill/>
          </a:ln>
        </p:spPr>
        <p:style>
          <a:lnRef idx="0"/>
          <a:fillRef idx="0"/>
          <a:effectRef idx="0"/>
          <a:fontRef idx="minor"/>
        </p:style>
        <p:txBody>
          <a:bodyPr lIns="90000" rIns="90000" tIns="45000" bIns="45000" anchor="t">
            <a:spAutoFit/>
          </a:bodyPr>
          <a:p>
            <a:pPr defTabSz="914400">
              <a:lnSpc>
                <a:spcPct val="100000"/>
              </a:lnSpc>
            </a:pPr>
            <a:r>
              <a:rPr lang="it-IT" sz="1800" b="0" u="none" strike="noStrike">
                <a:solidFill>
                  <a:srgbClr val="d4d4d4"/>
                </a:solidFill>
                <a:effectLst/>
                <a:uFillTx/>
                <a:latin typeface="Consolas"/>
              </a:rPr>
              <a:t>System.out.println(</a:t>
            </a:r>
            <a:r>
              <a:rPr lang="it-IT" sz="1800" b="0" u="none" strike="noStrike">
                <a:solidFill>
                  <a:srgbClr val="ce9178"/>
                </a:solidFill>
                <a:effectLst/>
                <a:uFillTx/>
                <a:latin typeface="Consolas"/>
              </a:rPr>
              <a:t>"Ciao Mondo"</a:t>
            </a:r>
            <a:r>
              <a:rPr lang="it-IT" sz="1800" b="0" u="none" strike="noStrike">
                <a:solidFill>
                  <a:srgbClr val="d4d4d4"/>
                </a:solidFill>
                <a:effectLst/>
                <a:uFillTx/>
                <a:latin typeface="Consolas"/>
              </a:rPr>
              <a:t>)</a:t>
            </a:r>
            <a:r>
              <a:rPr lang="it-IT" sz="1800" b="0" u="none" strike="noStrike">
                <a:solidFill>
                  <a:srgbClr val="569cd6"/>
                </a:solidFill>
                <a:effectLst/>
                <a:uFillTx/>
                <a:latin typeface="Consolas"/>
              </a:rPr>
              <a:t>;</a:t>
            </a:r>
            <a:endParaRPr lang="it-IT" sz="1800" b="0" u="none" strike="noStrike">
              <a:solidFill>
                <a:srgbClr val="ffffff"/>
              </a:solidFill>
              <a:effectLst/>
              <a:uFillTx/>
              <a:latin typeface="Arial"/>
            </a:endParaRPr>
          </a:p>
        </p:txBody>
      </p:sp>
      <p:sp>
        <p:nvSpPr>
          <p:cNvPr id="395" name="CasellaDiTesto 6"/>
          <p:cNvSpPr/>
          <p:nvPr/>
        </p:nvSpPr>
        <p:spPr>
          <a:xfrm>
            <a:off x="3702240" y="3388320"/>
            <a:ext cx="8350920" cy="36900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lang="it-IT" sz="1800" b="0" u="none" strike="noStrike">
                <a:solidFill>
                  <a:schemeClr val="dk1"/>
                </a:solidFill>
                <a:effectLst/>
                <a:uFillTx/>
                <a:latin typeface="Calibri"/>
              </a:rPr>
              <a:t>Si noti l’utilizzo di </a:t>
            </a:r>
            <a:endParaRPr lang="it-IT" sz="1800" b="0" u="none" strike="noStrike">
              <a:solidFill>
                <a:srgbClr val="000000"/>
              </a:solidFill>
              <a:effectLst/>
              <a:uFillTx/>
              <a:latin typeface="Arial"/>
            </a:endParaRPr>
          </a:p>
        </p:txBody>
      </p:sp>
      <p:sp>
        <p:nvSpPr>
          <p:cNvPr id="396" name="CasellaDiTesto 8"/>
          <p:cNvSpPr/>
          <p:nvPr/>
        </p:nvSpPr>
        <p:spPr>
          <a:xfrm>
            <a:off x="3702240" y="4304520"/>
            <a:ext cx="8350920" cy="175392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lang="it-IT" sz="1800" b="0" u="none" strike="noStrike">
                <a:solidFill>
                  <a:schemeClr val="dk1"/>
                </a:solidFill>
                <a:effectLst/>
                <a:uFillTx/>
                <a:latin typeface="Calibri"/>
              </a:rPr>
              <a:t>System.out.println , come approfondiremo poi, è null’altro che un metodo per la scrittura sul video. Ciò che viene passato tra le parentesi viene scritto.</a:t>
            </a:r>
            <a:br>
              <a:rPr sz="1800"/>
            </a:br>
            <a:endParaRPr lang="it-IT" sz="1800" b="0" u="none" strike="noStrike">
              <a:solidFill>
                <a:srgbClr val="000000"/>
              </a:solidFill>
              <a:effectLst/>
              <a:uFillTx/>
              <a:latin typeface="Arial"/>
            </a:endParaRPr>
          </a:p>
          <a:p>
            <a:pPr defTabSz="914400">
              <a:lnSpc>
                <a:spcPct val="100000"/>
              </a:lnSpc>
            </a:pPr>
            <a:r>
              <a:rPr lang="it-IT" sz="1800" b="0" u="none" strike="noStrike">
                <a:solidFill>
                  <a:schemeClr val="dk1"/>
                </a:solidFill>
                <a:effectLst/>
                <a:uFillTx/>
                <a:latin typeface="Calibri"/>
              </a:rPr>
              <a:t>Attenzione, ciò che viene scritto è il valore di ciò che viene passato tra le parentesi.</a:t>
            </a:r>
            <a:endParaRPr lang="it-IT" sz="1800" b="0" u="none" strike="noStrike">
              <a:solidFill>
                <a:srgbClr val="000000"/>
              </a:solidFill>
              <a:effectLst/>
              <a:uFillTx/>
              <a:latin typeface="Arial"/>
            </a:endParaRPr>
          </a:p>
          <a:p>
            <a:pPr defTabSz="914400">
              <a:lnSpc>
                <a:spcPct val="100000"/>
              </a:lnSpc>
            </a:pPr>
            <a:endParaRPr lang="it-IT" sz="1800" b="0" u="none" strike="noStrike">
              <a:solidFill>
                <a:srgbClr val="000000"/>
              </a:solidFill>
              <a:effectLst/>
              <a:uFillTx/>
              <a:latin typeface="Arial"/>
            </a:endParaRPr>
          </a:p>
          <a:p>
            <a:pPr defTabSz="914400">
              <a:lnSpc>
                <a:spcPct val="100000"/>
              </a:lnSpc>
            </a:pPr>
            <a:r>
              <a:rPr lang="it-IT" sz="1800" b="0" u="none" strike="noStrike">
                <a:solidFill>
                  <a:schemeClr val="dk1"/>
                </a:solidFill>
                <a:effectLst/>
                <a:uFillTx/>
                <a:latin typeface="Calibri"/>
              </a:rPr>
              <a:t>Pertanto se è un numero o una stringa saranno il numero stesso o la stringa stessa.</a:t>
            </a:r>
            <a:endParaRPr lang="it-IT" sz="1800" b="0" u="none" strike="noStrike">
              <a:solidFill>
                <a:srgbClr val="000000"/>
              </a:solidFill>
              <a:effectLst/>
              <a:uFillTx/>
              <a:latin typeface="Arial"/>
            </a:endParaRPr>
          </a:p>
        </p:txBody>
      </p:sp>
      <p:sp>
        <p:nvSpPr>
          <p:cNvPr id="397" name="CasellaDiTesto 1"/>
          <p:cNvSpPr/>
          <p:nvPr/>
        </p:nvSpPr>
        <p:spPr>
          <a:xfrm>
            <a:off x="281880" y="1121760"/>
            <a:ext cx="2863080" cy="2862000"/>
          </a:xfrm>
          <a:prstGeom prst="rect">
            <a:avLst/>
          </a:prstGeom>
          <a:solidFill>
            <a:srgbClr val="ff0000"/>
          </a:solidFill>
          <a:ln w="0">
            <a:noFill/>
          </a:ln>
        </p:spPr>
        <p:style>
          <a:lnRef idx="0"/>
          <a:fillRef idx="0"/>
          <a:effectRef idx="0"/>
          <a:fontRef idx="minor"/>
        </p:style>
        <p:txBody>
          <a:bodyPr lIns="90000" rIns="90000" tIns="45000" bIns="45000" anchor="t">
            <a:spAutoFit/>
          </a:bodyPr>
          <a:p>
            <a:pPr defTabSz="914400">
              <a:lnSpc>
                <a:spcPct val="100000"/>
              </a:lnSpc>
            </a:pPr>
            <a:r>
              <a:rPr lang="it-IT" sz="1800" b="0" u="none" strike="noStrike">
                <a:solidFill>
                  <a:schemeClr val="lt1"/>
                </a:solidFill>
                <a:effectLst/>
                <a:uFillTx/>
                <a:latin typeface="Calibri"/>
              </a:rPr>
              <a:t>Le parentesi graffe, in JAVA, sono delimitatori di blocchi di codice: un programma od una sua sezione, così come una stessa classe è definita in un blocco, quindi tra parentesi. Non esiste metodo o classe che non siano racchiuse tra parentesi.</a:t>
            </a:r>
            <a:endParaRPr lang="it-IT" sz="18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5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398" name="Picture 2" descr="Java Logo, symbol, meaning, history, PNG, brand"/>
          <p:cNvPicPr/>
          <p:nvPr/>
        </p:nvPicPr>
        <p:blipFill>
          <a:blip r:embed="rId1"/>
          <a:stretch/>
        </p:blipFill>
        <p:spPr>
          <a:xfrm>
            <a:off x="10632600" y="0"/>
            <a:ext cx="1420560" cy="795240"/>
          </a:xfrm>
          <a:prstGeom prst="rect">
            <a:avLst/>
          </a:prstGeom>
          <a:noFill/>
          <a:ln w="0">
            <a:noFill/>
          </a:ln>
        </p:spPr>
      </p:pic>
      <p:sp>
        <p:nvSpPr>
          <p:cNvPr id="399" name="CasellaDiTesto 2"/>
          <p:cNvSpPr/>
          <p:nvPr/>
        </p:nvSpPr>
        <p:spPr>
          <a:xfrm>
            <a:off x="281880" y="421920"/>
            <a:ext cx="3114000" cy="373320"/>
          </a:xfrm>
          <a:prstGeom prst="rect">
            <a:avLst/>
          </a:prstGeom>
          <a:solidFill>
            <a:schemeClr val="accent2">
              <a:lumMod val="40000"/>
              <a:lumOff val="60000"/>
            </a:schemeClr>
          </a:solidFill>
          <a:ln w="0">
            <a:noFill/>
          </a:ln>
        </p:spPr>
        <p:style>
          <a:lnRef idx="0"/>
          <a:fillRef idx="0"/>
          <a:effectRef idx="0"/>
          <a:fontRef idx="minor"/>
        </p:style>
        <p:txBody>
          <a:bodyPr lIns="90000" rIns="90000" tIns="45000" bIns="45000" anchor="t">
            <a:spAutoFit/>
          </a:bodyPr>
          <a:p>
            <a:pPr algn="just" defTabSz="914400">
              <a:lnSpc>
                <a:spcPct val="107000"/>
              </a:lnSpc>
              <a:spcAft>
                <a:spcPts val="799"/>
              </a:spcAft>
              <a:tabLst>
                <a:tab algn="l" pos="678240"/>
              </a:tabLst>
            </a:pPr>
            <a:r>
              <a:rPr lang="it-IT" sz="1800" b="1" u="none" strike="noStrike">
                <a:solidFill>
                  <a:srgbClr val="050e17"/>
                </a:solidFill>
                <a:effectLst/>
                <a:uFillTx/>
                <a:latin typeface="-apple-system"/>
              </a:rPr>
              <a:t>Struttura di una applicazione</a:t>
            </a:r>
            <a:endParaRPr lang="it-IT" sz="1800" b="0" u="none" strike="noStrike">
              <a:solidFill>
                <a:srgbClr val="000000"/>
              </a:solidFill>
              <a:effectLst/>
              <a:uFillTx/>
              <a:latin typeface="Arial"/>
            </a:endParaRPr>
          </a:p>
        </p:txBody>
      </p:sp>
      <p:sp>
        <p:nvSpPr>
          <p:cNvPr id="400" name="CasellaDiTesto 3"/>
          <p:cNvSpPr/>
          <p:nvPr/>
        </p:nvSpPr>
        <p:spPr>
          <a:xfrm>
            <a:off x="3702240" y="795600"/>
            <a:ext cx="8350920" cy="64584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lang="it-IT" sz="1800" b="0" u="none" strike="noStrike">
                <a:solidFill>
                  <a:schemeClr val="dk1"/>
                </a:solidFill>
                <a:effectLst/>
                <a:uFillTx/>
                <a:latin typeface="Calibri"/>
              </a:rPr>
              <a:t>Per esempio, se volessimo creare una classe eseguibile che visualizzi la classica scritta "Ciao Mondo" a video, il codice potrebbe essere il seguente:</a:t>
            </a:r>
            <a:endParaRPr lang="it-IT" sz="1800" b="0" u="none" strike="noStrike">
              <a:solidFill>
                <a:srgbClr val="000000"/>
              </a:solidFill>
              <a:effectLst/>
              <a:uFillTx/>
              <a:latin typeface="Arial"/>
            </a:endParaRPr>
          </a:p>
        </p:txBody>
      </p:sp>
      <p:sp>
        <p:nvSpPr>
          <p:cNvPr id="401" name="CasellaDiTesto 4"/>
          <p:cNvSpPr/>
          <p:nvPr/>
        </p:nvSpPr>
        <p:spPr>
          <a:xfrm>
            <a:off x="3702240" y="1719000"/>
            <a:ext cx="8006400" cy="1477080"/>
          </a:xfrm>
          <a:prstGeom prst="rect">
            <a:avLst/>
          </a:prstGeom>
          <a:solidFill>
            <a:schemeClr val="tx1">
              <a:lumMod val="85000"/>
              <a:lumOff val="15000"/>
            </a:schemeClr>
          </a:solidFill>
          <a:ln w="0">
            <a:noFill/>
          </a:ln>
        </p:spPr>
        <p:style>
          <a:lnRef idx="0"/>
          <a:fillRef idx="0"/>
          <a:effectRef idx="0"/>
          <a:fontRef idx="minor"/>
        </p:style>
        <p:txBody>
          <a:bodyPr lIns="90000" rIns="90000" tIns="45000" bIns="45000" anchor="t">
            <a:spAutoFit/>
          </a:bodyPr>
          <a:p>
            <a:pPr defTabSz="914400">
              <a:lnSpc>
                <a:spcPct val="100000"/>
              </a:lnSpc>
            </a:pPr>
            <a:r>
              <a:rPr lang="it-IT" sz="1800" b="0" u="none" strike="noStrike">
                <a:solidFill>
                  <a:srgbClr val="569cd6"/>
                </a:solidFill>
                <a:effectLst/>
                <a:uFillTx/>
                <a:latin typeface="Consolas"/>
              </a:rPr>
              <a:t>public</a:t>
            </a:r>
            <a:r>
              <a:rPr lang="it-IT" sz="1800" b="0" u="none" strike="noStrike">
                <a:solidFill>
                  <a:srgbClr val="d4d4d4"/>
                </a:solidFill>
                <a:effectLst/>
                <a:uFillTx/>
                <a:latin typeface="Consolas"/>
              </a:rPr>
              <a:t> class Main {</a:t>
            </a:r>
            <a:endParaRPr lang="it-IT" sz="1800" b="0" u="none" strike="noStrike">
              <a:solidFill>
                <a:srgbClr val="ffffff"/>
              </a:solidFill>
              <a:effectLst/>
              <a:uFillTx/>
              <a:latin typeface="Arial"/>
            </a:endParaRPr>
          </a:p>
          <a:p>
            <a:pPr defTabSz="914400">
              <a:lnSpc>
                <a:spcPct val="100000"/>
              </a:lnSpc>
            </a:pPr>
            <a:r>
              <a:rPr lang="it-IT" sz="1800" b="0" u="none" strike="noStrike">
                <a:solidFill>
                  <a:srgbClr val="d4d4d4"/>
                </a:solidFill>
                <a:effectLst/>
                <a:uFillTx/>
                <a:latin typeface="Consolas"/>
              </a:rPr>
              <a:t>            </a:t>
            </a:r>
            <a:r>
              <a:rPr lang="it-IT" sz="1800" b="0" u="none" strike="noStrike">
                <a:solidFill>
                  <a:srgbClr val="569cd6"/>
                </a:solidFill>
                <a:effectLst/>
                <a:uFillTx/>
                <a:latin typeface="Consolas"/>
              </a:rPr>
              <a:t>public</a:t>
            </a:r>
            <a:r>
              <a:rPr lang="it-IT" sz="1800" b="0" u="none" strike="noStrike">
                <a:solidFill>
                  <a:srgbClr val="d4d4d4"/>
                </a:solidFill>
                <a:effectLst/>
                <a:uFillTx/>
                <a:latin typeface="Consolas"/>
              </a:rPr>
              <a:t> </a:t>
            </a:r>
            <a:r>
              <a:rPr lang="it-IT" sz="1800" b="0" u="none" strike="noStrike">
                <a:solidFill>
                  <a:srgbClr val="569cd6"/>
                </a:solidFill>
                <a:effectLst/>
                <a:uFillTx/>
                <a:latin typeface="Consolas"/>
              </a:rPr>
              <a:t>static</a:t>
            </a:r>
            <a:r>
              <a:rPr lang="it-IT" sz="1800" b="0" u="none" strike="noStrike">
                <a:solidFill>
                  <a:srgbClr val="d4d4d4"/>
                </a:solidFill>
                <a:effectLst/>
                <a:uFillTx/>
                <a:latin typeface="Consolas"/>
              </a:rPr>
              <a:t> </a:t>
            </a:r>
            <a:r>
              <a:rPr lang="it-IT" sz="1800" b="0" u="none" strike="noStrike">
                <a:solidFill>
                  <a:srgbClr val="569cd6"/>
                </a:solidFill>
                <a:effectLst/>
                <a:uFillTx/>
                <a:latin typeface="Consolas"/>
              </a:rPr>
              <a:t>void</a:t>
            </a:r>
            <a:r>
              <a:rPr lang="it-IT" sz="1800" b="0" u="none" strike="noStrike">
                <a:solidFill>
                  <a:srgbClr val="d4d4d4"/>
                </a:solidFill>
                <a:effectLst/>
                <a:uFillTx/>
                <a:latin typeface="Consolas"/>
              </a:rPr>
              <a:t> main(String[] args) {</a:t>
            </a:r>
            <a:endParaRPr lang="it-IT" sz="1800" b="0" u="none" strike="noStrike">
              <a:solidFill>
                <a:srgbClr val="ffffff"/>
              </a:solidFill>
              <a:effectLst/>
              <a:uFillTx/>
              <a:latin typeface="Arial"/>
            </a:endParaRPr>
          </a:p>
          <a:p>
            <a:pPr defTabSz="914400">
              <a:lnSpc>
                <a:spcPct val="100000"/>
              </a:lnSpc>
            </a:pPr>
            <a:r>
              <a:rPr lang="it-IT" sz="1800" b="0" u="none" strike="noStrike">
                <a:solidFill>
                  <a:srgbClr val="d4d4d4"/>
                </a:solidFill>
                <a:effectLst/>
                <a:uFillTx/>
                <a:latin typeface="Consolas"/>
              </a:rPr>
              <a:t>              System.out.println(</a:t>
            </a:r>
            <a:r>
              <a:rPr lang="it-IT" sz="1800" b="0" u="none" strike="noStrike">
                <a:solidFill>
                  <a:srgbClr val="ce9178"/>
                </a:solidFill>
                <a:effectLst/>
                <a:uFillTx/>
                <a:latin typeface="Consolas"/>
              </a:rPr>
              <a:t>"Ciao Mondo"</a:t>
            </a:r>
            <a:r>
              <a:rPr lang="it-IT" sz="1800" b="0" u="none" strike="noStrike">
                <a:solidFill>
                  <a:srgbClr val="d4d4d4"/>
                </a:solidFill>
                <a:effectLst/>
                <a:uFillTx/>
                <a:latin typeface="Consolas"/>
              </a:rPr>
              <a:t>)</a:t>
            </a:r>
            <a:r>
              <a:rPr lang="it-IT" sz="1800" b="0" u="none" strike="noStrike">
                <a:solidFill>
                  <a:srgbClr val="569cd6"/>
                </a:solidFill>
                <a:effectLst/>
                <a:uFillTx/>
                <a:latin typeface="Consolas"/>
              </a:rPr>
              <a:t>;</a:t>
            </a:r>
            <a:endParaRPr lang="it-IT" sz="1800" b="0" u="none" strike="noStrike">
              <a:solidFill>
                <a:srgbClr val="ffffff"/>
              </a:solidFill>
              <a:effectLst/>
              <a:uFillTx/>
              <a:latin typeface="Arial"/>
            </a:endParaRPr>
          </a:p>
          <a:p>
            <a:pPr defTabSz="914400">
              <a:lnSpc>
                <a:spcPct val="100000"/>
              </a:lnSpc>
            </a:pPr>
            <a:r>
              <a:rPr lang="it-IT" sz="1800" b="0" u="none" strike="noStrike">
                <a:solidFill>
                  <a:srgbClr val="d4d4d4"/>
                </a:solidFill>
                <a:effectLst/>
                <a:uFillTx/>
                <a:latin typeface="Consolas"/>
              </a:rPr>
              <a:t>            }</a:t>
            </a:r>
            <a:endParaRPr lang="it-IT" sz="1800" b="0" u="none" strike="noStrike">
              <a:solidFill>
                <a:srgbClr val="ffffff"/>
              </a:solidFill>
              <a:effectLst/>
              <a:uFillTx/>
              <a:latin typeface="Arial"/>
            </a:endParaRPr>
          </a:p>
          <a:p>
            <a:pPr defTabSz="914400">
              <a:lnSpc>
                <a:spcPct val="100000"/>
              </a:lnSpc>
            </a:pPr>
            <a:r>
              <a:rPr lang="it-IT" sz="1800" b="0" u="none" strike="noStrike">
                <a:solidFill>
                  <a:srgbClr val="d4d4d4"/>
                </a:solidFill>
                <a:effectLst/>
                <a:uFillTx/>
                <a:latin typeface="Consolas"/>
              </a:rPr>
              <a:t>          }</a:t>
            </a:r>
            <a:endParaRPr lang="it-IT" sz="1800" b="0" u="none" strike="noStrike">
              <a:solidFill>
                <a:srgbClr val="ffffff"/>
              </a:solidFill>
              <a:effectLst/>
              <a:uFillTx/>
              <a:latin typeface="Arial"/>
            </a:endParaRPr>
          </a:p>
        </p:txBody>
      </p:sp>
      <p:sp>
        <p:nvSpPr>
          <p:cNvPr id="402" name="CasellaDiTesto 5"/>
          <p:cNvSpPr/>
          <p:nvPr/>
        </p:nvSpPr>
        <p:spPr>
          <a:xfrm>
            <a:off x="3702240" y="3846240"/>
            <a:ext cx="6097680" cy="369000"/>
          </a:xfrm>
          <a:prstGeom prst="rect">
            <a:avLst/>
          </a:prstGeom>
          <a:solidFill>
            <a:schemeClr val="tx1">
              <a:lumMod val="85000"/>
              <a:lumOff val="15000"/>
            </a:schemeClr>
          </a:solidFill>
          <a:ln w="0">
            <a:noFill/>
          </a:ln>
        </p:spPr>
        <p:style>
          <a:lnRef idx="0"/>
          <a:fillRef idx="0"/>
          <a:effectRef idx="0"/>
          <a:fontRef idx="minor"/>
        </p:style>
        <p:txBody>
          <a:bodyPr lIns="90000" rIns="90000" tIns="45000" bIns="45000" anchor="t">
            <a:spAutoFit/>
          </a:bodyPr>
          <a:p>
            <a:pPr defTabSz="914400">
              <a:lnSpc>
                <a:spcPct val="100000"/>
              </a:lnSpc>
            </a:pPr>
            <a:r>
              <a:rPr lang="it-IT" sz="1800" b="0" u="none" strike="noStrike">
                <a:solidFill>
                  <a:srgbClr val="d4d4d4"/>
                </a:solidFill>
                <a:effectLst/>
                <a:uFillTx/>
                <a:latin typeface="Consolas"/>
              </a:rPr>
              <a:t>System.out.println(</a:t>
            </a:r>
            <a:r>
              <a:rPr lang="it-IT" sz="1800" b="0" u="none" strike="noStrike">
                <a:solidFill>
                  <a:srgbClr val="ce9178"/>
                </a:solidFill>
                <a:effectLst/>
                <a:uFillTx/>
                <a:latin typeface="Consolas"/>
              </a:rPr>
              <a:t>"Ciao Mondo"</a:t>
            </a:r>
            <a:r>
              <a:rPr lang="it-IT" sz="1800" b="0" u="none" strike="noStrike">
                <a:solidFill>
                  <a:srgbClr val="d4d4d4"/>
                </a:solidFill>
                <a:effectLst/>
                <a:uFillTx/>
                <a:latin typeface="Consolas"/>
              </a:rPr>
              <a:t>)</a:t>
            </a:r>
            <a:r>
              <a:rPr lang="it-IT" sz="1800" b="0" u="none" strike="noStrike">
                <a:solidFill>
                  <a:srgbClr val="569cd6"/>
                </a:solidFill>
                <a:effectLst/>
                <a:uFillTx/>
                <a:latin typeface="Consolas"/>
              </a:rPr>
              <a:t>;</a:t>
            </a:r>
            <a:endParaRPr lang="it-IT" sz="1800" b="0" u="none" strike="noStrike">
              <a:solidFill>
                <a:srgbClr val="ffffff"/>
              </a:solidFill>
              <a:effectLst/>
              <a:uFillTx/>
              <a:latin typeface="Arial"/>
            </a:endParaRPr>
          </a:p>
        </p:txBody>
      </p:sp>
      <p:sp>
        <p:nvSpPr>
          <p:cNvPr id="403" name="CasellaDiTesto 6"/>
          <p:cNvSpPr/>
          <p:nvPr/>
        </p:nvSpPr>
        <p:spPr>
          <a:xfrm>
            <a:off x="3702240" y="3388320"/>
            <a:ext cx="8350920" cy="36900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lang="it-IT" sz="1800" b="0" u="none" strike="noStrike">
                <a:solidFill>
                  <a:schemeClr val="dk1"/>
                </a:solidFill>
                <a:effectLst/>
                <a:uFillTx/>
                <a:latin typeface="Calibri"/>
              </a:rPr>
              <a:t>Si noti l’utilizzo di </a:t>
            </a:r>
            <a:endParaRPr lang="it-IT" sz="1800" b="0" u="none" strike="noStrike">
              <a:solidFill>
                <a:srgbClr val="000000"/>
              </a:solidFill>
              <a:effectLst/>
              <a:uFillTx/>
              <a:latin typeface="Arial"/>
            </a:endParaRPr>
          </a:p>
        </p:txBody>
      </p:sp>
      <p:sp>
        <p:nvSpPr>
          <p:cNvPr id="404" name="CasellaDiTesto 8"/>
          <p:cNvSpPr/>
          <p:nvPr/>
        </p:nvSpPr>
        <p:spPr>
          <a:xfrm>
            <a:off x="3702240" y="4304520"/>
            <a:ext cx="8350920" cy="203112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lang="it-IT" sz="1800" b="0" u="none" strike="noStrike">
                <a:solidFill>
                  <a:schemeClr val="dk1"/>
                </a:solidFill>
                <a:effectLst/>
                <a:uFillTx/>
                <a:latin typeface="Calibri"/>
              </a:rPr>
              <a:t>System.out.println , come approfondiremo poi, è null’altro che un metodo per la scrittura sul video. Ciò che viene passato tra le parentesi viene scritto.</a:t>
            </a:r>
            <a:br>
              <a:rPr sz="1800"/>
            </a:br>
            <a:endParaRPr lang="it-IT" sz="1800" b="0" u="none" strike="noStrike">
              <a:solidFill>
                <a:srgbClr val="000000"/>
              </a:solidFill>
              <a:effectLst/>
              <a:uFillTx/>
              <a:latin typeface="Arial"/>
            </a:endParaRPr>
          </a:p>
          <a:p>
            <a:pPr defTabSz="914400">
              <a:lnSpc>
                <a:spcPct val="100000"/>
              </a:lnSpc>
            </a:pPr>
            <a:r>
              <a:rPr lang="it-IT" sz="1800" b="0" u="none" strike="noStrike">
                <a:solidFill>
                  <a:schemeClr val="dk1"/>
                </a:solidFill>
                <a:effectLst/>
                <a:uFillTx/>
                <a:latin typeface="Calibri"/>
              </a:rPr>
              <a:t>Attenzione, ciò che viene scritto è il valore di ciò che viene passato tra le parentesi.</a:t>
            </a:r>
            <a:endParaRPr lang="it-IT" sz="1800" b="0" u="none" strike="noStrike">
              <a:solidFill>
                <a:srgbClr val="000000"/>
              </a:solidFill>
              <a:effectLst/>
              <a:uFillTx/>
              <a:latin typeface="Arial"/>
            </a:endParaRPr>
          </a:p>
          <a:p>
            <a:pPr defTabSz="914400">
              <a:lnSpc>
                <a:spcPct val="100000"/>
              </a:lnSpc>
            </a:pPr>
            <a:endParaRPr lang="it-IT" sz="1800" b="0" u="none" strike="noStrike">
              <a:solidFill>
                <a:srgbClr val="000000"/>
              </a:solidFill>
              <a:effectLst/>
              <a:uFillTx/>
              <a:latin typeface="Arial"/>
            </a:endParaRPr>
          </a:p>
          <a:p>
            <a:pPr defTabSz="914400">
              <a:lnSpc>
                <a:spcPct val="100000"/>
              </a:lnSpc>
            </a:pPr>
            <a:r>
              <a:rPr lang="it-IT" sz="1800" b="0" u="none" strike="noStrike">
                <a:solidFill>
                  <a:schemeClr val="dk1"/>
                </a:solidFill>
                <a:effectLst/>
                <a:uFillTx/>
                <a:latin typeface="Calibri"/>
              </a:rPr>
              <a:t>Pertanto se è un numero o una stringa saranno il numero stesso o la stringa stessa.</a:t>
            </a:r>
            <a:endParaRPr lang="it-IT" sz="1800" b="0" u="none" strike="noStrike">
              <a:solidFill>
                <a:srgbClr val="000000"/>
              </a:solidFill>
              <a:effectLst/>
              <a:uFillTx/>
              <a:latin typeface="Arial"/>
            </a:endParaRPr>
          </a:p>
          <a:p>
            <a:pPr defTabSz="914400">
              <a:lnSpc>
                <a:spcPct val="100000"/>
              </a:lnSpc>
            </a:pPr>
            <a:r>
              <a:rPr lang="it-IT" sz="1800" b="0" u="none" strike="noStrike">
                <a:solidFill>
                  <a:schemeClr val="dk1"/>
                </a:solidFill>
                <a:effectLst/>
                <a:uFillTx/>
                <a:latin typeface="Calibri"/>
              </a:rPr>
              <a:t>Se fosse una espressione algebrica, ne sarebbe scritto il risultato.</a:t>
            </a:r>
            <a:endParaRPr lang="it-IT" sz="1800" b="0" u="none" strike="noStrike">
              <a:solidFill>
                <a:srgbClr val="000000"/>
              </a:solidFill>
              <a:effectLst/>
              <a:uFillTx/>
              <a:latin typeface="Arial"/>
            </a:endParaRPr>
          </a:p>
        </p:txBody>
      </p:sp>
      <p:sp>
        <p:nvSpPr>
          <p:cNvPr id="405" name="CasellaDiTesto 1"/>
          <p:cNvSpPr/>
          <p:nvPr/>
        </p:nvSpPr>
        <p:spPr>
          <a:xfrm>
            <a:off x="281880" y="1121760"/>
            <a:ext cx="2863080" cy="2862000"/>
          </a:xfrm>
          <a:prstGeom prst="rect">
            <a:avLst/>
          </a:prstGeom>
          <a:solidFill>
            <a:srgbClr val="ff0000"/>
          </a:solidFill>
          <a:ln w="0">
            <a:noFill/>
          </a:ln>
        </p:spPr>
        <p:style>
          <a:lnRef idx="0"/>
          <a:fillRef idx="0"/>
          <a:effectRef idx="0"/>
          <a:fontRef idx="minor"/>
        </p:style>
        <p:txBody>
          <a:bodyPr lIns="90000" rIns="90000" tIns="45000" bIns="45000" anchor="t">
            <a:spAutoFit/>
          </a:bodyPr>
          <a:p>
            <a:pPr defTabSz="914400">
              <a:lnSpc>
                <a:spcPct val="100000"/>
              </a:lnSpc>
            </a:pPr>
            <a:r>
              <a:rPr lang="it-IT" sz="1800" b="0" u="none" strike="noStrike">
                <a:solidFill>
                  <a:schemeClr val="lt1"/>
                </a:solidFill>
                <a:effectLst/>
                <a:uFillTx/>
                <a:latin typeface="Calibri"/>
              </a:rPr>
              <a:t>Le parentesi graffe, in JAVA, sono delimitatori di blocchi di codice: un programma od una sua sezione, così come una stessa classe è definita in un blocco, quindi tra parentesi. Non esiste metodo o classe che non siano racchiuse tra parentesi.</a:t>
            </a:r>
            <a:endParaRPr lang="it-IT" sz="18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5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406" name="Picture 2" descr="Java Logo, symbol, meaning, history, PNG, brand"/>
          <p:cNvPicPr/>
          <p:nvPr/>
        </p:nvPicPr>
        <p:blipFill>
          <a:blip r:embed="rId1"/>
          <a:stretch/>
        </p:blipFill>
        <p:spPr>
          <a:xfrm>
            <a:off x="10632600" y="0"/>
            <a:ext cx="1420560" cy="795240"/>
          </a:xfrm>
          <a:prstGeom prst="rect">
            <a:avLst/>
          </a:prstGeom>
          <a:noFill/>
          <a:ln w="0">
            <a:noFill/>
          </a:ln>
        </p:spPr>
      </p:pic>
      <p:sp>
        <p:nvSpPr>
          <p:cNvPr id="407" name="CasellaDiTesto 2"/>
          <p:cNvSpPr/>
          <p:nvPr/>
        </p:nvSpPr>
        <p:spPr>
          <a:xfrm>
            <a:off x="281880" y="421920"/>
            <a:ext cx="3114000" cy="373320"/>
          </a:xfrm>
          <a:prstGeom prst="rect">
            <a:avLst/>
          </a:prstGeom>
          <a:solidFill>
            <a:schemeClr val="accent2">
              <a:lumMod val="40000"/>
              <a:lumOff val="60000"/>
            </a:schemeClr>
          </a:solidFill>
          <a:ln w="0">
            <a:noFill/>
          </a:ln>
        </p:spPr>
        <p:style>
          <a:lnRef idx="0"/>
          <a:fillRef idx="0"/>
          <a:effectRef idx="0"/>
          <a:fontRef idx="minor"/>
        </p:style>
        <p:txBody>
          <a:bodyPr lIns="90000" rIns="90000" tIns="45000" bIns="45000" anchor="t">
            <a:spAutoFit/>
          </a:bodyPr>
          <a:p>
            <a:pPr algn="just" defTabSz="914400">
              <a:lnSpc>
                <a:spcPct val="107000"/>
              </a:lnSpc>
              <a:spcAft>
                <a:spcPts val="799"/>
              </a:spcAft>
              <a:tabLst>
                <a:tab algn="l" pos="678240"/>
              </a:tabLst>
            </a:pPr>
            <a:r>
              <a:rPr lang="it-IT" sz="1800" b="1" u="none" strike="noStrike">
                <a:solidFill>
                  <a:srgbClr val="050e17"/>
                </a:solidFill>
                <a:effectLst/>
                <a:uFillTx/>
                <a:latin typeface="-apple-system"/>
              </a:rPr>
              <a:t>Struttura di una applicazione</a:t>
            </a:r>
            <a:endParaRPr lang="it-IT" sz="1800" b="0" u="none" strike="noStrike">
              <a:solidFill>
                <a:srgbClr val="000000"/>
              </a:solidFill>
              <a:effectLst/>
              <a:uFillTx/>
              <a:latin typeface="Arial"/>
            </a:endParaRPr>
          </a:p>
        </p:txBody>
      </p:sp>
      <p:sp>
        <p:nvSpPr>
          <p:cNvPr id="408" name="CasellaDiTesto 3"/>
          <p:cNvSpPr/>
          <p:nvPr/>
        </p:nvSpPr>
        <p:spPr>
          <a:xfrm>
            <a:off x="3702240" y="795600"/>
            <a:ext cx="8350920" cy="64584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lang="it-IT" sz="1800" b="0" u="none" strike="noStrike">
                <a:solidFill>
                  <a:schemeClr val="dk1"/>
                </a:solidFill>
                <a:effectLst/>
                <a:uFillTx/>
                <a:latin typeface="Calibri"/>
              </a:rPr>
              <a:t>Per esempio, se volessimo creare una classe eseguibile che visualizzi la classica scritta "Ciao Mondo" a video, il codice potrebbe essere il seguente:</a:t>
            </a:r>
            <a:endParaRPr lang="it-IT" sz="1800" b="0" u="none" strike="noStrike">
              <a:solidFill>
                <a:srgbClr val="000000"/>
              </a:solidFill>
              <a:effectLst/>
              <a:uFillTx/>
              <a:latin typeface="Arial"/>
            </a:endParaRPr>
          </a:p>
        </p:txBody>
      </p:sp>
      <p:sp>
        <p:nvSpPr>
          <p:cNvPr id="409" name="CasellaDiTesto 4"/>
          <p:cNvSpPr/>
          <p:nvPr/>
        </p:nvSpPr>
        <p:spPr>
          <a:xfrm>
            <a:off x="3702240" y="1719000"/>
            <a:ext cx="8006400" cy="1477080"/>
          </a:xfrm>
          <a:prstGeom prst="rect">
            <a:avLst/>
          </a:prstGeom>
          <a:solidFill>
            <a:schemeClr val="tx1">
              <a:lumMod val="85000"/>
              <a:lumOff val="15000"/>
            </a:schemeClr>
          </a:solidFill>
          <a:ln w="0">
            <a:noFill/>
          </a:ln>
        </p:spPr>
        <p:style>
          <a:lnRef idx="0"/>
          <a:fillRef idx="0"/>
          <a:effectRef idx="0"/>
          <a:fontRef idx="minor"/>
        </p:style>
        <p:txBody>
          <a:bodyPr lIns="90000" rIns="90000" tIns="45000" bIns="45000" anchor="t">
            <a:spAutoFit/>
          </a:bodyPr>
          <a:p>
            <a:pPr defTabSz="914400">
              <a:lnSpc>
                <a:spcPct val="100000"/>
              </a:lnSpc>
            </a:pPr>
            <a:r>
              <a:rPr lang="it-IT" sz="1800" b="0" u="none" strike="noStrike">
                <a:solidFill>
                  <a:srgbClr val="569cd6"/>
                </a:solidFill>
                <a:effectLst/>
                <a:uFillTx/>
                <a:latin typeface="Consolas"/>
              </a:rPr>
              <a:t>public</a:t>
            </a:r>
            <a:r>
              <a:rPr lang="it-IT" sz="1800" b="0" u="none" strike="noStrike">
                <a:solidFill>
                  <a:srgbClr val="d4d4d4"/>
                </a:solidFill>
                <a:effectLst/>
                <a:uFillTx/>
                <a:latin typeface="Consolas"/>
              </a:rPr>
              <a:t> class Main {</a:t>
            </a:r>
            <a:endParaRPr lang="it-IT" sz="1800" b="0" u="none" strike="noStrike">
              <a:solidFill>
                <a:srgbClr val="ffffff"/>
              </a:solidFill>
              <a:effectLst/>
              <a:uFillTx/>
              <a:latin typeface="Arial"/>
            </a:endParaRPr>
          </a:p>
          <a:p>
            <a:pPr defTabSz="914400">
              <a:lnSpc>
                <a:spcPct val="100000"/>
              </a:lnSpc>
            </a:pPr>
            <a:r>
              <a:rPr lang="it-IT" sz="1800" b="0" u="none" strike="noStrike">
                <a:solidFill>
                  <a:srgbClr val="d4d4d4"/>
                </a:solidFill>
                <a:effectLst/>
                <a:uFillTx/>
                <a:latin typeface="Consolas"/>
              </a:rPr>
              <a:t>            </a:t>
            </a:r>
            <a:r>
              <a:rPr lang="it-IT" sz="1800" b="0" u="none" strike="noStrike">
                <a:solidFill>
                  <a:srgbClr val="569cd6"/>
                </a:solidFill>
                <a:effectLst/>
                <a:uFillTx/>
                <a:latin typeface="Consolas"/>
              </a:rPr>
              <a:t>public</a:t>
            </a:r>
            <a:r>
              <a:rPr lang="it-IT" sz="1800" b="0" u="none" strike="noStrike">
                <a:solidFill>
                  <a:srgbClr val="d4d4d4"/>
                </a:solidFill>
                <a:effectLst/>
                <a:uFillTx/>
                <a:latin typeface="Consolas"/>
              </a:rPr>
              <a:t> </a:t>
            </a:r>
            <a:r>
              <a:rPr lang="it-IT" sz="1800" b="0" u="none" strike="noStrike">
                <a:solidFill>
                  <a:srgbClr val="569cd6"/>
                </a:solidFill>
                <a:effectLst/>
                <a:uFillTx/>
                <a:latin typeface="Consolas"/>
              </a:rPr>
              <a:t>static</a:t>
            </a:r>
            <a:r>
              <a:rPr lang="it-IT" sz="1800" b="0" u="none" strike="noStrike">
                <a:solidFill>
                  <a:srgbClr val="d4d4d4"/>
                </a:solidFill>
                <a:effectLst/>
                <a:uFillTx/>
                <a:latin typeface="Consolas"/>
              </a:rPr>
              <a:t> </a:t>
            </a:r>
            <a:r>
              <a:rPr lang="it-IT" sz="1800" b="0" u="none" strike="noStrike">
                <a:solidFill>
                  <a:srgbClr val="569cd6"/>
                </a:solidFill>
                <a:effectLst/>
                <a:uFillTx/>
                <a:latin typeface="Consolas"/>
              </a:rPr>
              <a:t>void</a:t>
            </a:r>
            <a:r>
              <a:rPr lang="it-IT" sz="1800" b="0" u="none" strike="noStrike">
                <a:solidFill>
                  <a:srgbClr val="d4d4d4"/>
                </a:solidFill>
                <a:effectLst/>
                <a:uFillTx/>
                <a:latin typeface="Consolas"/>
              </a:rPr>
              <a:t> main(String[] args) {</a:t>
            </a:r>
            <a:endParaRPr lang="it-IT" sz="1800" b="0" u="none" strike="noStrike">
              <a:solidFill>
                <a:srgbClr val="ffffff"/>
              </a:solidFill>
              <a:effectLst/>
              <a:uFillTx/>
              <a:latin typeface="Arial"/>
            </a:endParaRPr>
          </a:p>
          <a:p>
            <a:pPr defTabSz="914400">
              <a:lnSpc>
                <a:spcPct val="100000"/>
              </a:lnSpc>
            </a:pPr>
            <a:r>
              <a:rPr lang="it-IT" sz="1800" b="0" u="none" strike="noStrike">
                <a:solidFill>
                  <a:srgbClr val="d4d4d4"/>
                </a:solidFill>
                <a:effectLst/>
                <a:uFillTx/>
                <a:latin typeface="Consolas"/>
              </a:rPr>
              <a:t>              System.out.println(</a:t>
            </a:r>
            <a:r>
              <a:rPr lang="it-IT" sz="1800" b="0" u="none" strike="noStrike">
                <a:solidFill>
                  <a:srgbClr val="ce9178"/>
                </a:solidFill>
                <a:effectLst/>
                <a:uFillTx/>
                <a:latin typeface="Consolas"/>
              </a:rPr>
              <a:t>"Ciao Mondo"</a:t>
            </a:r>
            <a:r>
              <a:rPr lang="it-IT" sz="1800" b="0" u="none" strike="noStrike">
                <a:solidFill>
                  <a:srgbClr val="d4d4d4"/>
                </a:solidFill>
                <a:effectLst/>
                <a:uFillTx/>
                <a:latin typeface="Consolas"/>
              </a:rPr>
              <a:t>)</a:t>
            </a:r>
            <a:r>
              <a:rPr lang="it-IT" sz="1800" b="0" u="none" strike="noStrike">
                <a:solidFill>
                  <a:srgbClr val="569cd6"/>
                </a:solidFill>
                <a:effectLst/>
                <a:uFillTx/>
                <a:latin typeface="Consolas"/>
              </a:rPr>
              <a:t>;</a:t>
            </a:r>
            <a:endParaRPr lang="it-IT" sz="1800" b="0" u="none" strike="noStrike">
              <a:solidFill>
                <a:srgbClr val="ffffff"/>
              </a:solidFill>
              <a:effectLst/>
              <a:uFillTx/>
              <a:latin typeface="Arial"/>
            </a:endParaRPr>
          </a:p>
          <a:p>
            <a:pPr defTabSz="914400">
              <a:lnSpc>
                <a:spcPct val="100000"/>
              </a:lnSpc>
            </a:pPr>
            <a:r>
              <a:rPr lang="it-IT" sz="1800" b="0" u="none" strike="noStrike">
                <a:solidFill>
                  <a:srgbClr val="d4d4d4"/>
                </a:solidFill>
                <a:effectLst/>
                <a:uFillTx/>
                <a:latin typeface="Consolas"/>
              </a:rPr>
              <a:t>            }</a:t>
            </a:r>
            <a:endParaRPr lang="it-IT" sz="1800" b="0" u="none" strike="noStrike">
              <a:solidFill>
                <a:srgbClr val="ffffff"/>
              </a:solidFill>
              <a:effectLst/>
              <a:uFillTx/>
              <a:latin typeface="Arial"/>
            </a:endParaRPr>
          </a:p>
          <a:p>
            <a:pPr defTabSz="914400">
              <a:lnSpc>
                <a:spcPct val="100000"/>
              </a:lnSpc>
            </a:pPr>
            <a:r>
              <a:rPr lang="it-IT" sz="1800" b="0" u="none" strike="noStrike">
                <a:solidFill>
                  <a:srgbClr val="d4d4d4"/>
                </a:solidFill>
                <a:effectLst/>
                <a:uFillTx/>
                <a:latin typeface="Consolas"/>
              </a:rPr>
              <a:t>          }</a:t>
            </a:r>
            <a:endParaRPr lang="it-IT" sz="1800" b="0" u="none" strike="noStrike">
              <a:solidFill>
                <a:srgbClr val="ffffff"/>
              </a:solidFill>
              <a:effectLst/>
              <a:uFillTx/>
              <a:latin typeface="Arial"/>
            </a:endParaRPr>
          </a:p>
        </p:txBody>
      </p:sp>
      <p:sp>
        <p:nvSpPr>
          <p:cNvPr id="410" name="CasellaDiTesto 5"/>
          <p:cNvSpPr/>
          <p:nvPr/>
        </p:nvSpPr>
        <p:spPr>
          <a:xfrm>
            <a:off x="3702240" y="3846240"/>
            <a:ext cx="6097680" cy="369000"/>
          </a:xfrm>
          <a:prstGeom prst="rect">
            <a:avLst/>
          </a:prstGeom>
          <a:solidFill>
            <a:schemeClr val="tx1">
              <a:lumMod val="85000"/>
              <a:lumOff val="15000"/>
            </a:schemeClr>
          </a:solidFill>
          <a:ln w="0">
            <a:noFill/>
          </a:ln>
        </p:spPr>
        <p:style>
          <a:lnRef idx="0"/>
          <a:fillRef idx="0"/>
          <a:effectRef idx="0"/>
          <a:fontRef idx="minor"/>
        </p:style>
        <p:txBody>
          <a:bodyPr lIns="90000" rIns="90000" tIns="45000" bIns="45000" anchor="t">
            <a:spAutoFit/>
          </a:bodyPr>
          <a:p>
            <a:pPr defTabSz="914400">
              <a:lnSpc>
                <a:spcPct val="100000"/>
              </a:lnSpc>
            </a:pPr>
            <a:r>
              <a:rPr lang="it-IT" sz="1800" b="0" u="none" strike="noStrike">
                <a:solidFill>
                  <a:srgbClr val="d4d4d4"/>
                </a:solidFill>
                <a:effectLst/>
                <a:uFillTx/>
                <a:latin typeface="Consolas"/>
              </a:rPr>
              <a:t>System.out.println(</a:t>
            </a:r>
            <a:r>
              <a:rPr lang="it-IT" sz="1800" b="0" u="none" strike="noStrike">
                <a:solidFill>
                  <a:srgbClr val="ce9178"/>
                </a:solidFill>
                <a:effectLst/>
                <a:uFillTx/>
                <a:latin typeface="Consolas"/>
              </a:rPr>
              <a:t>"Ciao Mondo"</a:t>
            </a:r>
            <a:r>
              <a:rPr lang="it-IT" sz="1800" b="0" u="none" strike="noStrike">
                <a:solidFill>
                  <a:srgbClr val="d4d4d4"/>
                </a:solidFill>
                <a:effectLst/>
                <a:uFillTx/>
                <a:latin typeface="Consolas"/>
              </a:rPr>
              <a:t>)</a:t>
            </a:r>
            <a:r>
              <a:rPr lang="it-IT" sz="1800" b="0" u="none" strike="noStrike">
                <a:solidFill>
                  <a:srgbClr val="569cd6"/>
                </a:solidFill>
                <a:effectLst/>
                <a:uFillTx/>
                <a:latin typeface="Consolas"/>
              </a:rPr>
              <a:t>;</a:t>
            </a:r>
            <a:endParaRPr lang="it-IT" sz="1800" b="0" u="none" strike="noStrike">
              <a:solidFill>
                <a:srgbClr val="ffffff"/>
              </a:solidFill>
              <a:effectLst/>
              <a:uFillTx/>
              <a:latin typeface="Arial"/>
            </a:endParaRPr>
          </a:p>
        </p:txBody>
      </p:sp>
      <p:sp>
        <p:nvSpPr>
          <p:cNvPr id="411" name="CasellaDiTesto 6"/>
          <p:cNvSpPr/>
          <p:nvPr/>
        </p:nvSpPr>
        <p:spPr>
          <a:xfrm>
            <a:off x="3702240" y="3388320"/>
            <a:ext cx="8350920" cy="36900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lang="it-IT" sz="1800" b="0" u="none" strike="noStrike">
                <a:solidFill>
                  <a:schemeClr val="dk1"/>
                </a:solidFill>
                <a:effectLst/>
                <a:uFillTx/>
                <a:latin typeface="Calibri"/>
              </a:rPr>
              <a:t>Si noti l’utilizzo di </a:t>
            </a:r>
            <a:endParaRPr lang="it-IT" sz="1800" b="0" u="none" strike="noStrike">
              <a:solidFill>
                <a:srgbClr val="000000"/>
              </a:solidFill>
              <a:effectLst/>
              <a:uFillTx/>
              <a:latin typeface="Arial"/>
            </a:endParaRPr>
          </a:p>
        </p:txBody>
      </p:sp>
      <p:sp>
        <p:nvSpPr>
          <p:cNvPr id="412" name="CasellaDiTesto 8"/>
          <p:cNvSpPr/>
          <p:nvPr/>
        </p:nvSpPr>
        <p:spPr>
          <a:xfrm>
            <a:off x="3702240" y="4304520"/>
            <a:ext cx="8350920" cy="230796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lang="it-IT" sz="1800" b="0" u="none" strike="noStrike">
                <a:solidFill>
                  <a:schemeClr val="dk1"/>
                </a:solidFill>
                <a:effectLst/>
                <a:uFillTx/>
                <a:latin typeface="Calibri"/>
              </a:rPr>
              <a:t>System.out.println , come approfondiremo poi, è null’altro che un metodo per la scrittura sul video. Ciò che viene passato tra le parentesi viene scritto.</a:t>
            </a:r>
            <a:br>
              <a:rPr sz="1800"/>
            </a:br>
            <a:endParaRPr lang="it-IT" sz="1800" b="0" u="none" strike="noStrike">
              <a:solidFill>
                <a:srgbClr val="000000"/>
              </a:solidFill>
              <a:effectLst/>
              <a:uFillTx/>
              <a:latin typeface="Arial"/>
            </a:endParaRPr>
          </a:p>
          <a:p>
            <a:pPr defTabSz="914400">
              <a:lnSpc>
                <a:spcPct val="100000"/>
              </a:lnSpc>
            </a:pPr>
            <a:r>
              <a:rPr lang="it-IT" sz="1800" b="0" u="none" strike="noStrike">
                <a:solidFill>
                  <a:schemeClr val="dk1"/>
                </a:solidFill>
                <a:effectLst/>
                <a:uFillTx/>
                <a:latin typeface="Calibri"/>
              </a:rPr>
              <a:t>Attenzione, ciò che viene scritto è il valore di ciò che viene passato tra le parentesi.</a:t>
            </a:r>
            <a:endParaRPr lang="it-IT" sz="1800" b="0" u="none" strike="noStrike">
              <a:solidFill>
                <a:srgbClr val="000000"/>
              </a:solidFill>
              <a:effectLst/>
              <a:uFillTx/>
              <a:latin typeface="Arial"/>
            </a:endParaRPr>
          </a:p>
          <a:p>
            <a:pPr defTabSz="914400">
              <a:lnSpc>
                <a:spcPct val="100000"/>
              </a:lnSpc>
            </a:pPr>
            <a:endParaRPr lang="it-IT" sz="1800" b="0" u="none" strike="noStrike">
              <a:solidFill>
                <a:srgbClr val="000000"/>
              </a:solidFill>
              <a:effectLst/>
              <a:uFillTx/>
              <a:latin typeface="Arial"/>
            </a:endParaRPr>
          </a:p>
          <a:p>
            <a:pPr defTabSz="914400">
              <a:lnSpc>
                <a:spcPct val="100000"/>
              </a:lnSpc>
            </a:pPr>
            <a:r>
              <a:rPr lang="it-IT" sz="1800" b="0" u="none" strike="noStrike">
                <a:solidFill>
                  <a:schemeClr val="dk1"/>
                </a:solidFill>
                <a:effectLst/>
                <a:uFillTx/>
                <a:latin typeface="Calibri"/>
              </a:rPr>
              <a:t>Pertanto se è un numero o una stringa saranno il numero stesso o la stringa stessa.</a:t>
            </a:r>
            <a:endParaRPr lang="it-IT" sz="1800" b="0" u="none" strike="noStrike">
              <a:solidFill>
                <a:srgbClr val="000000"/>
              </a:solidFill>
              <a:effectLst/>
              <a:uFillTx/>
              <a:latin typeface="Arial"/>
            </a:endParaRPr>
          </a:p>
          <a:p>
            <a:pPr defTabSz="914400">
              <a:lnSpc>
                <a:spcPct val="100000"/>
              </a:lnSpc>
            </a:pPr>
            <a:r>
              <a:rPr lang="it-IT" sz="1800" b="0" u="none" strike="noStrike">
                <a:solidFill>
                  <a:schemeClr val="dk1"/>
                </a:solidFill>
                <a:effectLst/>
                <a:uFillTx/>
                <a:latin typeface="Calibri"/>
              </a:rPr>
              <a:t>Se fosse una espressione algebrica, ne sarebbe scritto il risultato.</a:t>
            </a:r>
            <a:endParaRPr lang="it-IT" sz="1800" b="0" u="none" strike="noStrike">
              <a:solidFill>
                <a:srgbClr val="000000"/>
              </a:solidFill>
              <a:effectLst/>
              <a:uFillTx/>
              <a:latin typeface="Arial"/>
            </a:endParaRPr>
          </a:p>
          <a:p>
            <a:pPr defTabSz="914400">
              <a:lnSpc>
                <a:spcPct val="100000"/>
              </a:lnSpc>
            </a:pPr>
            <a:r>
              <a:rPr lang="it-IT" sz="1800" b="0" u="none" strike="noStrike">
                <a:solidFill>
                  <a:schemeClr val="dk1"/>
                </a:solidFill>
                <a:effectLst/>
                <a:uFillTx/>
                <a:latin typeface="Calibri"/>
              </a:rPr>
              <a:t>Se sarà una variabile, come vedremo più in avanti trattandole, sarà il loro valore.</a:t>
            </a:r>
            <a:endParaRPr lang="it-IT" sz="1800" b="0" u="none" strike="noStrike">
              <a:solidFill>
                <a:srgbClr val="000000"/>
              </a:solidFill>
              <a:effectLst/>
              <a:uFillTx/>
              <a:latin typeface="Arial"/>
            </a:endParaRPr>
          </a:p>
        </p:txBody>
      </p:sp>
      <p:sp>
        <p:nvSpPr>
          <p:cNvPr id="413" name="CasellaDiTesto 1"/>
          <p:cNvSpPr/>
          <p:nvPr/>
        </p:nvSpPr>
        <p:spPr>
          <a:xfrm>
            <a:off x="281880" y="1121760"/>
            <a:ext cx="2863080" cy="2862000"/>
          </a:xfrm>
          <a:prstGeom prst="rect">
            <a:avLst/>
          </a:prstGeom>
          <a:solidFill>
            <a:srgbClr val="ff0000"/>
          </a:solidFill>
          <a:ln w="0">
            <a:noFill/>
          </a:ln>
        </p:spPr>
        <p:style>
          <a:lnRef idx="0"/>
          <a:fillRef idx="0"/>
          <a:effectRef idx="0"/>
          <a:fontRef idx="minor"/>
        </p:style>
        <p:txBody>
          <a:bodyPr lIns="90000" rIns="90000" tIns="45000" bIns="45000" anchor="t">
            <a:spAutoFit/>
          </a:bodyPr>
          <a:p>
            <a:pPr defTabSz="914400">
              <a:lnSpc>
                <a:spcPct val="100000"/>
              </a:lnSpc>
            </a:pPr>
            <a:r>
              <a:rPr lang="it-IT" sz="1800" b="0" u="none" strike="noStrike">
                <a:solidFill>
                  <a:schemeClr val="lt1"/>
                </a:solidFill>
                <a:effectLst/>
                <a:uFillTx/>
                <a:latin typeface="Calibri"/>
              </a:rPr>
              <a:t>Le parentesi graffe, in JAVA, sono delimitatori di blocchi di codice: un programma od una sua sezione, così come una stessa classe è definita in un blocco, quindi tra parentesi. Non esiste metodo o classe che non siano racchiuse tra parentesi.</a:t>
            </a:r>
            <a:endParaRPr lang="it-IT" sz="18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5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414" name="Picture 2" descr="Java Logo, symbol, meaning, history, PNG, brand"/>
          <p:cNvPicPr/>
          <p:nvPr/>
        </p:nvPicPr>
        <p:blipFill>
          <a:blip r:embed="rId1"/>
          <a:stretch/>
        </p:blipFill>
        <p:spPr>
          <a:xfrm>
            <a:off x="10632600" y="0"/>
            <a:ext cx="1420560" cy="795240"/>
          </a:xfrm>
          <a:prstGeom prst="rect">
            <a:avLst/>
          </a:prstGeom>
          <a:noFill/>
          <a:ln w="0">
            <a:noFill/>
          </a:ln>
        </p:spPr>
      </p:pic>
      <p:sp>
        <p:nvSpPr>
          <p:cNvPr id="415" name="CasellaDiTesto 2"/>
          <p:cNvSpPr/>
          <p:nvPr/>
        </p:nvSpPr>
        <p:spPr>
          <a:xfrm>
            <a:off x="281880" y="421920"/>
            <a:ext cx="3114000" cy="373320"/>
          </a:xfrm>
          <a:prstGeom prst="rect">
            <a:avLst/>
          </a:prstGeom>
          <a:solidFill>
            <a:schemeClr val="accent2">
              <a:lumMod val="40000"/>
              <a:lumOff val="60000"/>
            </a:schemeClr>
          </a:solidFill>
          <a:ln w="0">
            <a:noFill/>
          </a:ln>
        </p:spPr>
        <p:style>
          <a:lnRef idx="0"/>
          <a:fillRef idx="0"/>
          <a:effectRef idx="0"/>
          <a:fontRef idx="minor"/>
        </p:style>
        <p:txBody>
          <a:bodyPr lIns="90000" rIns="90000" tIns="45000" bIns="45000" anchor="t">
            <a:spAutoFit/>
          </a:bodyPr>
          <a:p>
            <a:pPr algn="just" defTabSz="914400">
              <a:lnSpc>
                <a:spcPct val="107000"/>
              </a:lnSpc>
              <a:spcAft>
                <a:spcPts val="799"/>
              </a:spcAft>
              <a:tabLst>
                <a:tab algn="l" pos="678240"/>
              </a:tabLst>
            </a:pPr>
            <a:r>
              <a:rPr lang="it-IT" sz="1800" b="1" u="none" strike="noStrike">
                <a:solidFill>
                  <a:srgbClr val="050e17"/>
                </a:solidFill>
                <a:effectLst/>
                <a:uFillTx/>
                <a:latin typeface="-apple-system"/>
              </a:rPr>
              <a:t>Eseguiamo il programma</a:t>
            </a:r>
            <a:endParaRPr lang="it-IT" sz="1800" b="0" u="none" strike="noStrike">
              <a:solidFill>
                <a:srgbClr val="000000"/>
              </a:solidFill>
              <a:effectLst/>
              <a:uFillTx/>
              <a:latin typeface="Arial"/>
            </a:endParaRPr>
          </a:p>
        </p:txBody>
      </p:sp>
      <p:sp>
        <p:nvSpPr>
          <p:cNvPr id="416" name="CasellaDiTesto 3"/>
          <p:cNvSpPr/>
          <p:nvPr/>
        </p:nvSpPr>
        <p:spPr>
          <a:xfrm>
            <a:off x="3702240" y="795600"/>
            <a:ext cx="8350920" cy="64584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lang="it-IT" sz="1800" b="0" u="none" strike="noStrike">
                <a:solidFill>
                  <a:schemeClr val="dk1"/>
                </a:solidFill>
                <a:effectLst/>
                <a:uFillTx/>
                <a:latin typeface="Calibri"/>
              </a:rPr>
              <a:t>Per eseguire un programma così sviluppato, anche per questo semplicissimo programma, è necessario compilarlo.</a:t>
            </a:r>
            <a:endParaRPr lang="it-IT" sz="1800" b="0" u="none" strike="noStrike">
              <a:solidFill>
                <a:srgbClr val="000000"/>
              </a:solidFill>
              <a:effectLst/>
              <a:uFillTx/>
              <a:latin typeface="Arial"/>
            </a:endParaRPr>
          </a:p>
        </p:txBody>
      </p:sp>
      <p:sp>
        <p:nvSpPr>
          <p:cNvPr id="417" name="CasellaDiTesto 7"/>
          <p:cNvSpPr/>
          <p:nvPr/>
        </p:nvSpPr>
        <p:spPr>
          <a:xfrm>
            <a:off x="281880" y="932040"/>
            <a:ext cx="3114000" cy="671400"/>
          </a:xfrm>
          <a:prstGeom prst="rect">
            <a:avLst/>
          </a:prstGeom>
          <a:solidFill>
            <a:schemeClr val="accent1">
              <a:lumMod val="40000"/>
              <a:lumOff val="60000"/>
            </a:schemeClr>
          </a:solidFill>
          <a:ln w="0">
            <a:noFill/>
          </a:ln>
        </p:spPr>
        <p:style>
          <a:lnRef idx="0"/>
          <a:fillRef idx="0"/>
          <a:effectRef idx="0"/>
          <a:fontRef idx="minor"/>
        </p:style>
        <p:txBody>
          <a:bodyPr lIns="90000" rIns="90000" tIns="45000" bIns="45000" anchor="t">
            <a:spAutoFit/>
          </a:bodyPr>
          <a:p>
            <a:pPr algn="just" defTabSz="914400">
              <a:lnSpc>
                <a:spcPct val="107000"/>
              </a:lnSpc>
              <a:spcAft>
                <a:spcPts val="799"/>
              </a:spcAft>
              <a:tabLst>
                <a:tab algn="l" pos="678240"/>
              </a:tabLst>
            </a:pPr>
            <a:r>
              <a:rPr lang="it-IT" sz="1800" b="1" u="none" strike="noStrike">
                <a:solidFill>
                  <a:srgbClr val="050e17"/>
                </a:solidFill>
                <a:effectLst/>
                <a:uFillTx/>
                <a:latin typeface="-apple-system"/>
              </a:rPr>
              <a:t>Dal codice JAVA al file class compilato</a:t>
            </a:r>
            <a:endParaRPr lang="it-IT" sz="1800" b="0" u="none" strike="noStrike">
              <a:solidFill>
                <a:srgbClr val="000000"/>
              </a:solidFill>
              <a:effectLst/>
              <a:uFillTx/>
              <a:latin typeface="Arial"/>
            </a:endParaRPr>
          </a:p>
        </p:txBody>
      </p:sp>
      <p:sp>
        <p:nvSpPr>
          <p:cNvPr id="418" name="CasellaDiTesto 10"/>
          <p:cNvSpPr/>
          <p:nvPr/>
        </p:nvSpPr>
        <p:spPr>
          <a:xfrm>
            <a:off x="3705480" y="381960"/>
            <a:ext cx="6094080" cy="36900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lang="it-IT" sz="1800" b="1" u="none" strike="noStrike">
                <a:solidFill>
                  <a:schemeClr val="dk1"/>
                </a:solidFill>
                <a:effectLst/>
                <a:uFillTx/>
                <a:latin typeface="Calibri"/>
              </a:rPr>
              <a:t>La compilazione</a:t>
            </a:r>
            <a:endParaRPr lang="it-IT"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6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419" name="Picture 2" descr="Java Logo, symbol, meaning, history, PNG, brand"/>
          <p:cNvPicPr/>
          <p:nvPr/>
        </p:nvPicPr>
        <p:blipFill>
          <a:blip r:embed="rId1"/>
          <a:stretch/>
        </p:blipFill>
        <p:spPr>
          <a:xfrm>
            <a:off x="10632600" y="0"/>
            <a:ext cx="1420560" cy="795240"/>
          </a:xfrm>
          <a:prstGeom prst="rect">
            <a:avLst/>
          </a:prstGeom>
          <a:noFill/>
          <a:ln w="0">
            <a:noFill/>
          </a:ln>
        </p:spPr>
      </p:pic>
      <p:sp>
        <p:nvSpPr>
          <p:cNvPr id="420" name="CasellaDiTesto 2"/>
          <p:cNvSpPr/>
          <p:nvPr/>
        </p:nvSpPr>
        <p:spPr>
          <a:xfrm>
            <a:off x="281880" y="421920"/>
            <a:ext cx="3114000" cy="373320"/>
          </a:xfrm>
          <a:prstGeom prst="rect">
            <a:avLst/>
          </a:prstGeom>
          <a:solidFill>
            <a:schemeClr val="accent2">
              <a:lumMod val="40000"/>
              <a:lumOff val="60000"/>
            </a:schemeClr>
          </a:solidFill>
          <a:ln w="0">
            <a:noFill/>
          </a:ln>
        </p:spPr>
        <p:style>
          <a:lnRef idx="0"/>
          <a:fillRef idx="0"/>
          <a:effectRef idx="0"/>
          <a:fontRef idx="minor"/>
        </p:style>
        <p:txBody>
          <a:bodyPr lIns="90000" rIns="90000" tIns="45000" bIns="45000" anchor="t">
            <a:spAutoFit/>
          </a:bodyPr>
          <a:p>
            <a:pPr algn="just" defTabSz="914400">
              <a:lnSpc>
                <a:spcPct val="107000"/>
              </a:lnSpc>
              <a:spcAft>
                <a:spcPts val="799"/>
              </a:spcAft>
              <a:tabLst>
                <a:tab algn="l" pos="678240"/>
              </a:tabLst>
            </a:pPr>
            <a:r>
              <a:rPr lang="it-IT" sz="1800" b="1" u="none" strike="noStrike">
                <a:solidFill>
                  <a:srgbClr val="050e17"/>
                </a:solidFill>
                <a:effectLst/>
                <a:uFillTx/>
                <a:latin typeface="-apple-system"/>
              </a:rPr>
              <a:t>Eseguiamo il programma</a:t>
            </a:r>
            <a:endParaRPr lang="it-IT" sz="1800" b="0" u="none" strike="noStrike">
              <a:solidFill>
                <a:srgbClr val="000000"/>
              </a:solidFill>
              <a:effectLst/>
              <a:uFillTx/>
              <a:latin typeface="Arial"/>
            </a:endParaRPr>
          </a:p>
        </p:txBody>
      </p:sp>
      <p:sp>
        <p:nvSpPr>
          <p:cNvPr id="421" name="CasellaDiTesto 3"/>
          <p:cNvSpPr/>
          <p:nvPr/>
        </p:nvSpPr>
        <p:spPr>
          <a:xfrm>
            <a:off x="3702240" y="795600"/>
            <a:ext cx="8350920" cy="92304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lang="it-IT" sz="1800" b="0" u="none" strike="noStrike">
                <a:solidFill>
                  <a:schemeClr val="dk1"/>
                </a:solidFill>
                <a:effectLst/>
                <a:uFillTx/>
                <a:latin typeface="Calibri"/>
              </a:rPr>
              <a:t>Per eseguire un programma così sviluppato, anche per questo semplicissimo programma, è necessario compilarlo.</a:t>
            </a:r>
            <a:endParaRPr lang="it-IT" sz="1800" b="0" u="none" strike="noStrike">
              <a:solidFill>
                <a:srgbClr val="000000"/>
              </a:solidFill>
              <a:effectLst/>
              <a:uFillTx/>
              <a:latin typeface="Arial"/>
            </a:endParaRPr>
          </a:p>
          <a:p>
            <a:pPr defTabSz="914400">
              <a:lnSpc>
                <a:spcPct val="100000"/>
              </a:lnSpc>
            </a:pPr>
            <a:r>
              <a:rPr lang="it-IT" sz="1800" b="0" u="none" strike="noStrike">
                <a:solidFill>
                  <a:schemeClr val="dk1"/>
                </a:solidFill>
                <a:effectLst/>
                <a:uFillTx/>
                <a:latin typeface="Calibri"/>
              </a:rPr>
              <a:t>Il file contenente il codice, infatti, non è eseguibile come un programma finito.</a:t>
            </a:r>
            <a:endParaRPr lang="it-IT" sz="1800" b="0" u="none" strike="noStrike">
              <a:solidFill>
                <a:srgbClr val="000000"/>
              </a:solidFill>
              <a:effectLst/>
              <a:uFillTx/>
              <a:latin typeface="Arial"/>
            </a:endParaRPr>
          </a:p>
        </p:txBody>
      </p:sp>
      <p:sp>
        <p:nvSpPr>
          <p:cNvPr id="422" name="CasellaDiTesto 7"/>
          <p:cNvSpPr/>
          <p:nvPr/>
        </p:nvSpPr>
        <p:spPr>
          <a:xfrm>
            <a:off x="281880" y="932040"/>
            <a:ext cx="3114000" cy="671400"/>
          </a:xfrm>
          <a:prstGeom prst="rect">
            <a:avLst/>
          </a:prstGeom>
          <a:solidFill>
            <a:schemeClr val="accent1">
              <a:lumMod val="40000"/>
              <a:lumOff val="60000"/>
            </a:schemeClr>
          </a:solidFill>
          <a:ln w="0">
            <a:noFill/>
          </a:ln>
        </p:spPr>
        <p:style>
          <a:lnRef idx="0"/>
          <a:fillRef idx="0"/>
          <a:effectRef idx="0"/>
          <a:fontRef idx="minor"/>
        </p:style>
        <p:txBody>
          <a:bodyPr lIns="90000" rIns="90000" tIns="45000" bIns="45000" anchor="t">
            <a:spAutoFit/>
          </a:bodyPr>
          <a:p>
            <a:pPr algn="just" defTabSz="914400">
              <a:lnSpc>
                <a:spcPct val="107000"/>
              </a:lnSpc>
              <a:spcAft>
                <a:spcPts val="799"/>
              </a:spcAft>
              <a:tabLst>
                <a:tab algn="l" pos="678240"/>
              </a:tabLst>
            </a:pPr>
            <a:r>
              <a:rPr lang="it-IT" sz="1800" b="1" u="none" strike="noStrike">
                <a:solidFill>
                  <a:srgbClr val="050e17"/>
                </a:solidFill>
                <a:effectLst/>
                <a:uFillTx/>
                <a:latin typeface="-apple-system"/>
              </a:rPr>
              <a:t>Dal codice JAVA al file class compilato</a:t>
            </a:r>
            <a:endParaRPr lang="it-IT" sz="1800" b="0" u="none" strike="noStrike">
              <a:solidFill>
                <a:srgbClr val="000000"/>
              </a:solidFill>
              <a:effectLst/>
              <a:uFillTx/>
              <a:latin typeface="Arial"/>
            </a:endParaRPr>
          </a:p>
        </p:txBody>
      </p:sp>
      <p:sp>
        <p:nvSpPr>
          <p:cNvPr id="423" name="CasellaDiTesto 10"/>
          <p:cNvSpPr/>
          <p:nvPr/>
        </p:nvSpPr>
        <p:spPr>
          <a:xfrm>
            <a:off x="3705480" y="381960"/>
            <a:ext cx="6094080" cy="36900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lang="it-IT" sz="1800" b="1" u="none" strike="noStrike">
                <a:solidFill>
                  <a:schemeClr val="dk1"/>
                </a:solidFill>
                <a:effectLst/>
                <a:uFillTx/>
                <a:latin typeface="Calibri"/>
              </a:rPr>
              <a:t>La compilazione</a:t>
            </a:r>
            <a:endParaRPr lang="it-IT"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6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424" name="Picture 2" descr="Java Logo, symbol, meaning, history, PNG, brand"/>
          <p:cNvPicPr/>
          <p:nvPr/>
        </p:nvPicPr>
        <p:blipFill>
          <a:blip r:embed="rId1"/>
          <a:stretch/>
        </p:blipFill>
        <p:spPr>
          <a:xfrm>
            <a:off x="10632600" y="0"/>
            <a:ext cx="1420560" cy="795240"/>
          </a:xfrm>
          <a:prstGeom prst="rect">
            <a:avLst/>
          </a:prstGeom>
          <a:noFill/>
          <a:ln w="0">
            <a:noFill/>
          </a:ln>
        </p:spPr>
      </p:pic>
      <p:sp>
        <p:nvSpPr>
          <p:cNvPr id="425" name="CasellaDiTesto 2"/>
          <p:cNvSpPr/>
          <p:nvPr/>
        </p:nvSpPr>
        <p:spPr>
          <a:xfrm>
            <a:off x="281880" y="421920"/>
            <a:ext cx="3114000" cy="373320"/>
          </a:xfrm>
          <a:prstGeom prst="rect">
            <a:avLst/>
          </a:prstGeom>
          <a:solidFill>
            <a:schemeClr val="accent2">
              <a:lumMod val="40000"/>
              <a:lumOff val="60000"/>
            </a:schemeClr>
          </a:solidFill>
          <a:ln w="0">
            <a:noFill/>
          </a:ln>
        </p:spPr>
        <p:style>
          <a:lnRef idx="0"/>
          <a:fillRef idx="0"/>
          <a:effectRef idx="0"/>
          <a:fontRef idx="minor"/>
        </p:style>
        <p:txBody>
          <a:bodyPr lIns="90000" rIns="90000" tIns="45000" bIns="45000" anchor="t">
            <a:spAutoFit/>
          </a:bodyPr>
          <a:p>
            <a:pPr algn="just" defTabSz="914400">
              <a:lnSpc>
                <a:spcPct val="107000"/>
              </a:lnSpc>
              <a:spcAft>
                <a:spcPts val="799"/>
              </a:spcAft>
              <a:tabLst>
                <a:tab algn="l" pos="678240"/>
              </a:tabLst>
            </a:pPr>
            <a:r>
              <a:rPr lang="it-IT" sz="1800" b="1" u="none" strike="noStrike">
                <a:solidFill>
                  <a:srgbClr val="050e17"/>
                </a:solidFill>
                <a:effectLst/>
                <a:uFillTx/>
                <a:latin typeface="-apple-system"/>
              </a:rPr>
              <a:t>Eseguiamo il programma</a:t>
            </a:r>
            <a:endParaRPr lang="it-IT" sz="1800" b="0" u="none" strike="noStrike">
              <a:solidFill>
                <a:srgbClr val="000000"/>
              </a:solidFill>
              <a:effectLst/>
              <a:uFillTx/>
              <a:latin typeface="Arial"/>
            </a:endParaRPr>
          </a:p>
        </p:txBody>
      </p:sp>
      <p:sp>
        <p:nvSpPr>
          <p:cNvPr id="426" name="CasellaDiTesto 3"/>
          <p:cNvSpPr/>
          <p:nvPr/>
        </p:nvSpPr>
        <p:spPr>
          <a:xfrm>
            <a:off x="3702240" y="795600"/>
            <a:ext cx="8350920" cy="92304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lang="it-IT" sz="1800" b="0" u="none" strike="noStrike">
                <a:solidFill>
                  <a:schemeClr val="dk1"/>
                </a:solidFill>
                <a:effectLst/>
                <a:uFillTx/>
                <a:latin typeface="Calibri"/>
              </a:rPr>
              <a:t>Per eseguire un programma così sviluppato, anche per questo semplicissimo programma, è necessario compilarlo.</a:t>
            </a:r>
            <a:endParaRPr lang="it-IT" sz="1800" b="0" u="none" strike="noStrike">
              <a:solidFill>
                <a:srgbClr val="000000"/>
              </a:solidFill>
              <a:effectLst/>
              <a:uFillTx/>
              <a:latin typeface="Arial"/>
            </a:endParaRPr>
          </a:p>
          <a:p>
            <a:pPr defTabSz="914400">
              <a:lnSpc>
                <a:spcPct val="100000"/>
              </a:lnSpc>
            </a:pPr>
            <a:r>
              <a:rPr lang="it-IT" sz="1800" b="0" u="none" strike="noStrike">
                <a:solidFill>
                  <a:schemeClr val="dk1"/>
                </a:solidFill>
                <a:effectLst/>
                <a:uFillTx/>
                <a:latin typeface="Calibri"/>
              </a:rPr>
              <a:t>Il file contenente il codice, infatti, non è eseguibile come un programma finito.</a:t>
            </a:r>
            <a:endParaRPr lang="it-IT" sz="1800" b="0" u="none" strike="noStrike">
              <a:solidFill>
                <a:srgbClr val="000000"/>
              </a:solidFill>
              <a:effectLst/>
              <a:uFillTx/>
              <a:latin typeface="Arial"/>
            </a:endParaRPr>
          </a:p>
        </p:txBody>
      </p:sp>
      <p:sp>
        <p:nvSpPr>
          <p:cNvPr id="427" name="CasellaDiTesto 7"/>
          <p:cNvSpPr/>
          <p:nvPr/>
        </p:nvSpPr>
        <p:spPr>
          <a:xfrm>
            <a:off x="281880" y="932040"/>
            <a:ext cx="3114000" cy="671400"/>
          </a:xfrm>
          <a:prstGeom prst="rect">
            <a:avLst/>
          </a:prstGeom>
          <a:solidFill>
            <a:schemeClr val="accent1">
              <a:lumMod val="40000"/>
              <a:lumOff val="60000"/>
            </a:schemeClr>
          </a:solidFill>
          <a:ln w="0">
            <a:noFill/>
          </a:ln>
        </p:spPr>
        <p:style>
          <a:lnRef idx="0"/>
          <a:fillRef idx="0"/>
          <a:effectRef idx="0"/>
          <a:fontRef idx="minor"/>
        </p:style>
        <p:txBody>
          <a:bodyPr lIns="90000" rIns="90000" tIns="45000" bIns="45000" anchor="t">
            <a:spAutoFit/>
          </a:bodyPr>
          <a:p>
            <a:pPr algn="just" defTabSz="914400">
              <a:lnSpc>
                <a:spcPct val="107000"/>
              </a:lnSpc>
              <a:spcAft>
                <a:spcPts val="799"/>
              </a:spcAft>
              <a:tabLst>
                <a:tab algn="l" pos="678240"/>
              </a:tabLst>
            </a:pPr>
            <a:r>
              <a:rPr lang="it-IT" sz="1800" b="1" u="none" strike="noStrike">
                <a:solidFill>
                  <a:srgbClr val="050e17"/>
                </a:solidFill>
                <a:effectLst/>
                <a:uFillTx/>
                <a:latin typeface="-apple-system"/>
              </a:rPr>
              <a:t>Dal codice JAVA al file class compilato</a:t>
            </a:r>
            <a:endParaRPr lang="it-IT" sz="1800" b="0" u="none" strike="noStrike">
              <a:solidFill>
                <a:srgbClr val="000000"/>
              </a:solidFill>
              <a:effectLst/>
              <a:uFillTx/>
              <a:latin typeface="Arial"/>
            </a:endParaRPr>
          </a:p>
        </p:txBody>
      </p:sp>
      <p:sp>
        <p:nvSpPr>
          <p:cNvPr id="428" name="CasellaDiTesto 10"/>
          <p:cNvSpPr/>
          <p:nvPr/>
        </p:nvSpPr>
        <p:spPr>
          <a:xfrm>
            <a:off x="3705480" y="381960"/>
            <a:ext cx="6094080" cy="36900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lang="it-IT" sz="1800" b="1" u="none" strike="noStrike">
                <a:solidFill>
                  <a:schemeClr val="dk1"/>
                </a:solidFill>
                <a:effectLst/>
                <a:uFillTx/>
                <a:latin typeface="Calibri"/>
              </a:rPr>
              <a:t>La compilazione</a:t>
            </a:r>
            <a:endParaRPr lang="it-IT" sz="1800" b="0" u="none" strike="noStrike">
              <a:solidFill>
                <a:srgbClr val="000000"/>
              </a:solidFill>
              <a:effectLst/>
              <a:uFillTx/>
              <a:latin typeface="Arial"/>
            </a:endParaRPr>
          </a:p>
        </p:txBody>
      </p:sp>
      <p:sp>
        <p:nvSpPr>
          <p:cNvPr id="429" name="CasellaDiTesto 11"/>
          <p:cNvSpPr/>
          <p:nvPr/>
        </p:nvSpPr>
        <p:spPr>
          <a:xfrm>
            <a:off x="281880" y="1719000"/>
            <a:ext cx="10733400" cy="78444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lang="it-IT" sz="1500" b="0" u="none" strike="noStrike">
                <a:solidFill>
                  <a:schemeClr val="dk1"/>
                </a:solidFill>
                <a:effectLst/>
                <a:uFillTx/>
                <a:latin typeface="Calibri"/>
              </a:rPr>
              <a:t>La macchina virtuale JAVA, infatti, è in grado di eseguire solo fine in bytcode, ossia nel «linguaggio macchina java», che differisce dal linguaggio di programmazione JAVA per il fatto che quest’ultimo è scrivibile e comprensibile dai programmatori JAVA, mentre il bytcode è esclusivamente per la macchina virtuale JAVA.</a:t>
            </a:r>
            <a:endParaRPr lang="it-IT" sz="15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6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430" name="Picture 2" descr="Java Logo, symbol, meaning, history, PNG, brand"/>
          <p:cNvPicPr/>
          <p:nvPr/>
        </p:nvPicPr>
        <p:blipFill>
          <a:blip r:embed="rId1"/>
          <a:stretch/>
        </p:blipFill>
        <p:spPr>
          <a:xfrm>
            <a:off x="10632600" y="0"/>
            <a:ext cx="1420560" cy="795240"/>
          </a:xfrm>
          <a:prstGeom prst="rect">
            <a:avLst/>
          </a:prstGeom>
          <a:noFill/>
          <a:ln w="0">
            <a:noFill/>
          </a:ln>
        </p:spPr>
      </p:pic>
      <p:sp>
        <p:nvSpPr>
          <p:cNvPr id="431" name="CasellaDiTesto 2"/>
          <p:cNvSpPr/>
          <p:nvPr/>
        </p:nvSpPr>
        <p:spPr>
          <a:xfrm>
            <a:off x="281880" y="421920"/>
            <a:ext cx="3114000" cy="373320"/>
          </a:xfrm>
          <a:prstGeom prst="rect">
            <a:avLst/>
          </a:prstGeom>
          <a:solidFill>
            <a:schemeClr val="accent2">
              <a:lumMod val="40000"/>
              <a:lumOff val="60000"/>
            </a:schemeClr>
          </a:solidFill>
          <a:ln w="0">
            <a:noFill/>
          </a:ln>
        </p:spPr>
        <p:style>
          <a:lnRef idx="0"/>
          <a:fillRef idx="0"/>
          <a:effectRef idx="0"/>
          <a:fontRef idx="minor"/>
        </p:style>
        <p:txBody>
          <a:bodyPr lIns="90000" rIns="90000" tIns="45000" bIns="45000" anchor="t">
            <a:spAutoFit/>
          </a:bodyPr>
          <a:p>
            <a:pPr algn="just" defTabSz="914400">
              <a:lnSpc>
                <a:spcPct val="107000"/>
              </a:lnSpc>
              <a:spcAft>
                <a:spcPts val="799"/>
              </a:spcAft>
              <a:tabLst>
                <a:tab algn="l" pos="678240"/>
              </a:tabLst>
            </a:pPr>
            <a:r>
              <a:rPr lang="it-IT" sz="1800" b="1" u="none" strike="noStrike">
                <a:solidFill>
                  <a:srgbClr val="050e17"/>
                </a:solidFill>
                <a:effectLst/>
                <a:uFillTx/>
                <a:latin typeface="-apple-system"/>
              </a:rPr>
              <a:t>Eseguiamo il programma</a:t>
            </a:r>
            <a:endParaRPr lang="it-IT" sz="1800" b="0" u="none" strike="noStrike">
              <a:solidFill>
                <a:srgbClr val="000000"/>
              </a:solidFill>
              <a:effectLst/>
              <a:uFillTx/>
              <a:latin typeface="Arial"/>
            </a:endParaRPr>
          </a:p>
        </p:txBody>
      </p:sp>
      <p:sp>
        <p:nvSpPr>
          <p:cNvPr id="432" name="CasellaDiTesto 3"/>
          <p:cNvSpPr/>
          <p:nvPr/>
        </p:nvSpPr>
        <p:spPr>
          <a:xfrm>
            <a:off x="3702240" y="795600"/>
            <a:ext cx="8350920" cy="92304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lang="it-IT" sz="1800" b="0" u="none" strike="noStrike">
                <a:solidFill>
                  <a:schemeClr val="dk1"/>
                </a:solidFill>
                <a:effectLst/>
                <a:uFillTx/>
                <a:latin typeface="Calibri"/>
              </a:rPr>
              <a:t>Per eseguire un programma così sviluppato, anche per questo semplicissimo programma, è necessario compilarlo.</a:t>
            </a:r>
            <a:endParaRPr lang="it-IT" sz="1800" b="0" u="none" strike="noStrike">
              <a:solidFill>
                <a:srgbClr val="000000"/>
              </a:solidFill>
              <a:effectLst/>
              <a:uFillTx/>
              <a:latin typeface="Arial"/>
            </a:endParaRPr>
          </a:p>
          <a:p>
            <a:pPr defTabSz="914400">
              <a:lnSpc>
                <a:spcPct val="100000"/>
              </a:lnSpc>
            </a:pPr>
            <a:r>
              <a:rPr lang="it-IT" sz="1800" b="0" u="none" strike="noStrike">
                <a:solidFill>
                  <a:schemeClr val="dk1"/>
                </a:solidFill>
                <a:effectLst/>
                <a:uFillTx/>
                <a:latin typeface="Calibri"/>
              </a:rPr>
              <a:t>Il file contenente il codice, infatti, non è eseguibile come un programma finito.</a:t>
            </a:r>
            <a:endParaRPr lang="it-IT" sz="1800" b="0" u="none" strike="noStrike">
              <a:solidFill>
                <a:srgbClr val="000000"/>
              </a:solidFill>
              <a:effectLst/>
              <a:uFillTx/>
              <a:latin typeface="Arial"/>
            </a:endParaRPr>
          </a:p>
        </p:txBody>
      </p:sp>
      <p:sp>
        <p:nvSpPr>
          <p:cNvPr id="433" name="CasellaDiTesto 7"/>
          <p:cNvSpPr/>
          <p:nvPr/>
        </p:nvSpPr>
        <p:spPr>
          <a:xfrm>
            <a:off x="281880" y="932040"/>
            <a:ext cx="3114000" cy="671400"/>
          </a:xfrm>
          <a:prstGeom prst="rect">
            <a:avLst/>
          </a:prstGeom>
          <a:solidFill>
            <a:schemeClr val="accent1">
              <a:lumMod val="40000"/>
              <a:lumOff val="60000"/>
            </a:schemeClr>
          </a:solidFill>
          <a:ln w="0">
            <a:noFill/>
          </a:ln>
        </p:spPr>
        <p:style>
          <a:lnRef idx="0"/>
          <a:fillRef idx="0"/>
          <a:effectRef idx="0"/>
          <a:fontRef idx="minor"/>
        </p:style>
        <p:txBody>
          <a:bodyPr lIns="90000" rIns="90000" tIns="45000" bIns="45000" anchor="t">
            <a:spAutoFit/>
          </a:bodyPr>
          <a:p>
            <a:pPr algn="just" defTabSz="914400">
              <a:lnSpc>
                <a:spcPct val="107000"/>
              </a:lnSpc>
              <a:spcAft>
                <a:spcPts val="799"/>
              </a:spcAft>
              <a:tabLst>
                <a:tab algn="l" pos="678240"/>
              </a:tabLst>
            </a:pPr>
            <a:r>
              <a:rPr lang="it-IT" sz="1800" b="1" u="none" strike="noStrike">
                <a:solidFill>
                  <a:srgbClr val="050e17"/>
                </a:solidFill>
                <a:effectLst/>
                <a:uFillTx/>
                <a:latin typeface="-apple-system"/>
              </a:rPr>
              <a:t>Dal codice JAVA al file class compilato</a:t>
            </a:r>
            <a:endParaRPr lang="it-IT" sz="1800" b="0" u="none" strike="noStrike">
              <a:solidFill>
                <a:srgbClr val="000000"/>
              </a:solidFill>
              <a:effectLst/>
              <a:uFillTx/>
              <a:latin typeface="Arial"/>
            </a:endParaRPr>
          </a:p>
        </p:txBody>
      </p:sp>
      <p:sp>
        <p:nvSpPr>
          <p:cNvPr id="434" name="CasellaDiTesto 10"/>
          <p:cNvSpPr/>
          <p:nvPr/>
        </p:nvSpPr>
        <p:spPr>
          <a:xfrm>
            <a:off x="3705480" y="381960"/>
            <a:ext cx="6094080" cy="36900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lang="it-IT" sz="1800" b="1" u="none" strike="noStrike">
                <a:solidFill>
                  <a:schemeClr val="dk1"/>
                </a:solidFill>
                <a:effectLst/>
                <a:uFillTx/>
                <a:latin typeface="Calibri"/>
              </a:rPr>
              <a:t>La compilazione</a:t>
            </a:r>
            <a:endParaRPr lang="it-IT" sz="1800" b="0" u="none" strike="noStrike">
              <a:solidFill>
                <a:srgbClr val="000000"/>
              </a:solidFill>
              <a:effectLst/>
              <a:uFillTx/>
              <a:latin typeface="Arial"/>
            </a:endParaRPr>
          </a:p>
        </p:txBody>
      </p:sp>
      <p:sp>
        <p:nvSpPr>
          <p:cNvPr id="435" name="CasellaDiTesto 11"/>
          <p:cNvSpPr/>
          <p:nvPr/>
        </p:nvSpPr>
        <p:spPr>
          <a:xfrm>
            <a:off x="281880" y="1719000"/>
            <a:ext cx="10733400" cy="170784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lang="it-IT" sz="1500" b="0" u="none" strike="noStrike">
                <a:solidFill>
                  <a:schemeClr val="dk1"/>
                </a:solidFill>
                <a:effectLst/>
                <a:uFillTx/>
                <a:latin typeface="Calibri"/>
              </a:rPr>
              <a:t>La macchina virtuale JAVA, infatti, è in grado di eseguire solo fine in bytcode, ossia nel «linguaggio macchina java», che differisce dal linguaggio di programmazione JAVA per il fatto che quest’ultimo è scrivibile e comprensibile dai programmatori JAVA, mentre il bytcode è esclusivamente per la macchina virtuale JAVA.</a:t>
            </a:r>
            <a:endParaRPr lang="it-IT" sz="1500" b="0" u="none" strike="noStrike">
              <a:solidFill>
                <a:srgbClr val="000000"/>
              </a:solidFill>
              <a:effectLst/>
              <a:uFillTx/>
              <a:latin typeface="Arial"/>
            </a:endParaRPr>
          </a:p>
          <a:p>
            <a:pPr defTabSz="914400">
              <a:lnSpc>
                <a:spcPct val="100000"/>
              </a:lnSpc>
            </a:pPr>
            <a:r>
              <a:rPr lang="it-IT" sz="1500" b="0" u="none" strike="noStrike">
                <a:solidFill>
                  <a:schemeClr val="dk1"/>
                </a:solidFill>
                <a:effectLst/>
                <a:uFillTx/>
                <a:latin typeface="Calibri"/>
              </a:rPr>
              <a:t>JAVA esegue il bytecode e non il codice scritto dai programmatori: il bytecode viene generato da un tool fornito con il kit di programmazione JAVA, il compilatore, il quale traduce il codice scritto, produce una versione in codice macchina JAVA, la quale è il vero linguaggio della macchina JAVA ed, inoltre, è maggiormente ottimizzato (nel processo subentra il garbage collector ed una serie di sistemi ottimizzanti). </a:t>
            </a:r>
            <a:endParaRPr lang="it-IT" sz="15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6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436" name="Picture 2" descr="Java Logo, symbol, meaning, history, PNG, brand"/>
          <p:cNvPicPr/>
          <p:nvPr/>
        </p:nvPicPr>
        <p:blipFill>
          <a:blip r:embed="rId1"/>
          <a:stretch/>
        </p:blipFill>
        <p:spPr>
          <a:xfrm>
            <a:off x="10632600" y="0"/>
            <a:ext cx="1420560" cy="795240"/>
          </a:xfrm>
          <a:prstGeom prst="rect">
            <a:avLst/>
          </a:prstGeom>
          <a:noFill/>
          <a:ln w="0">
            <a:noFill/>
          </a:ln>
        </p:spPr>
      </p:pic>
      <p:sp>
        <p:nvSpPr>
          <p:cNvPr id="437" name="CasellaDiTesto 2"/>
          <p:cNvSpPr/>
          <p:nvPr/>
        </p:nvSpPr>
        <p:spPr>
          <a:xfrm>
            <a:off x="281880" y="421920"/>
            <a:ext cx="3114000" cy="373320"/>
          </a:xfrm>
          <a:prstGeom prst="rect">
            <a:avLst/>
          </a:prstGeom>
          <a:solidFill>
            <a:schemeClr val="accent2">
              <a:lumMod val="40000"/>
              <a:lumOff val="60000"/>
            </a:schemeClr>
          </a:solidFill>
          <a:ln w="0">
            <a:noFill/>
          </a:ln>
        </p:spPr>
        <p:style>
          <a:lnRef idx="0"/>
          <a:fillRef idx="0"/>
          <a:effectRef idx="0"/>
          <a:fontRef idx="minor"/>
        </p:style>
        <p:txBody>
          <a:bodyPr lIns="90000" rIns="90000" tIns="45000" bIns="45000" anchor="t">
            <a:spAutoFit/>
          </a:bodyPr>
          <a:p>
            <a:pPr algn="just" defTabSz="914400">
              <a:lnSpc>
                <a:spcPct val="107000"/>
              </a:lnSpc>
              <a:spcAft>
                <a:spcPts val="799"/>
              </a:spcAft>
              <a:tabLst>
                <a:tab algn="l" pos="678240"/>
              </a:tabLst>
            </a:pPr>
            <a:r>
              <a:rPr lang="it-IT" sz="1800" b="1" u="none" strike="noStrike">
                <a:solidFill>
                  <a:srgbClr val="050e17"/>
                </a:solidFill>
                <a:effectLst/>
                <a:uFillTx/>
                <a:latin typeface="-apple-system"/>
              </a:rPr>
              <a:t>Eseguiamo il programma</a:t>
            </a:r>
            <a:endParaRPr lang="it-IT" sz="1800" b="0" u="none" strike="noStrike">
              <a:solidFill>
                <a:srgbClr val="000000"/>
              </a:solidFill>
              <a:effectLst/>
              <a:uFillTx/>
              <a:latin typeface="Arial"/>
            </a:endParaRPr>
          </a:p>
        </p:txBody>
      </p:sp>
      <p:sp>
        <p:nvSpPr>
          <p:cNvPr id="438" name="CasellaDiTesto 3"/>
          <p:cNvSpPr/>
          <p:nvPr/>
        </p:nvSpPr>
        <p:spPr>
          <a:xfrm>
            <a:off x="3702240" y="795600"/>
            <a:ext cx="8350920" cy="92304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lang="it-IT" sz="1800" b="0" u="none" strike="noStrike">
                <a:solidFill>
                  <a:schemeClr val="dk1"/>
                </a:solidFill>
                <a:effectLst/>
                <a:uFillTx/>
                <a:latin typeface="Calibri"/>
              </a:rPr>
              <a:t>Per eseguire un programma così sviluppato, anche per questo semplicissimo programma, è necessario compilarlo.</a:t>
            </a:r>
            <a:endParaRPr lang="it-IT" sz="1800" b="0" u="none" strike="noStrike">
              <a:solidFill>
                <a:srgbClr val="000000"/>
              </a:solidFill>
              <a:effectLst/>
              <a:uFillTx/>
              <a:latin typeface="Arial"/>
            </a:endParaRPr>
          </a:p>
          <a:p>
            <a:pPr defTabSz="914400">
              <a:lnSpc>
                <a:spcPct val="100000"/>
              </a:lnSpc>
            </a:pPr>
            <a:r>
              <a:rPr lang="it-IT" sz="1800" b="0" u="none" strike="noStrike">
                <a:solidFill>
                  <a:schemeClr val="dk1"/>
                </a:solidFill>
                <a:effectLst/>
                <a:uFillTx/>
                <a:latin typeface="Calibri"/>
              </a:rPr>
              <a:t>Il file contenente il codice, infatti, non è eseguibile come un programma finito.</a:t>
            </a:r>
            <a:endParaRPr lang="it-IT" sz="1800" b="0" u="none" strike="noStrike">
              <a:solidFill>
                <a:srgbClr val="000000"/>
              </a:solidFill>
              <a:effectLst/>
              <a:uFillTx/>
              <a:latin typeface="Arial"/>
            </a:endParaRPr>
          </a:p>
        </p:txBody>
      </p:sp>
      <p:sp>
        <p:nvSpPr>
          <p:cNvPr id="439" name="CasellaDiTesto 7"/>
          <p:cNvSpPr/>
          <p:nvPr/>
        </p:nvSpPr>
        <p:spPr>
          <a:xfrm>
            <a:off x="281880" y="932040"/>
            <a:ext cx="3114000" cy="671400"/>
          </a:xfrm>
          <a:prstGeom prst="rect">
            <a:avLst/>
          </a:prstGeom>
          <a:solidFill>
            <a:schemeClr val="accent1">
              <a:lumMod val="40000"/>
              <a:lumOff val="60000"/>
            </a:schemeClr>
          </a:solidFill>
          <a:ln w="0">
            <a:noFill/>
          </a:ln>
        </p:spPr>
        <p:style>
          <a:lnRef idx="0"/>
          <a:fillRef idx="0"/>
          <a:effectRef idx="0"/>
          <a:fontRef idx="minor"/>
        </p:style>
        <p:txBody>
          <a:bodyPr lIns="90000" rIns="90000" tIns="45000" bIns="45000" anchor="t">
            <a:spAutoFit/>
          </a:bodyPr>
          <a:p>
            <a:pPr algn="just" defTabSz="914400">
              <a:lnSpc>
                <a:spcPct val="107000"/>
              </a:lnSpc>
              <a:spcAft>
                <a:spcPts val="799"/>
              </a:spcAft>
              <a:tabLst>
                <a:tab algn="l" pos="678240"/>
              </a:tabLst>
            </a:pPr>
            <a:r>
              <a:rPr lang="it-IT" sz="1800" b="1" u="none" strike="noStrike">
                <a:solidFill>
                  <a:srgbClr val="050e17"/>
                </a:solidFill>
                <a:effectLst/>
                <a:uFillTx/>
                <a:latin typeface="-apple-system"/>
              </a:rPr>
              <a:t>Dal codice JAVA al file class compilato</a:t>
            </a:r>
            <a:endParaRPr lang="it-IT" sz="1800" b="0" u="none" strike="noStrike">
              <a:solidFill>
                <a:srgbClr val="000000"/>
              </a:solidFill>
              <a:effectLst/>
              <a:uFillTx/>
              <a:latin typeface="Arial"/>
            </a:endParaRPr>
          </a:p>
        </p:txBody>
      </p:sp>
      <p:sp>
        <p:nvSpPr>
          <p:cNvPr id="440" name="CasellaDiTesto 10"/>
          <p:cNvSpPr/>
          <p:nvPr/>
        </p:nvSpPr>
        <p:spPr>
          <a:xfrm>
            <a:off x="3705480" y="381960"/>
            <a:ext cx="6094080" cy="36900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lang="it-IT" sz="1800" b="1" u="none" strike="noStrike">
                <a:solidFill>
                  <a:schemeClr val="dk1"/>
                </a:solidFill>
                <a:effectLst/>
                <a:uFillTx/>
                <a:latin typeface="Calibri"/>
              </a:rPr>
              <a:t>La compilazione</a:t>
            </a:r>
            <a:endParaRPr lang="it-IT" sz="1800" b="0" u="none" strike="noStrike">
              <a:solidFill>
                <a:srgbClr val="000000"/>
              </a:solidFill>
              <a:effectLst/>
              <a:uFillTx/>
              <a:latin typeface="Arial"/>
            </a:endParaRPr>
          </a:p>
        </p:txBody>
      </p:sp>
      <p:sp>
        <p:nvSpPr>
          <p:cNvPr id="441" name="CasellaDiTesto 11"/>
          <p:cNvSpPr/>
          <p:nvPr/>
        </p:nvSpPr>
        <p:spPr>
          <a:xfrm>
            <a:off x="281880" y="1719000"/>
            <a:ext cx="10733400" cy="216936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lang="it-IT" sz="1500" b="0" u="none" strike="noStrike">
                <a:solidFill>
                  <a:schemeClr val="dk1"/>
                </a:solidFill>
                <a:effectLst/>
                <a:uFillTx/>
                <a:latin typeface="Calibri"/>
              </a:rPr>
              <a:t>La macchina virtuale JAVA, infatti, è in grado di eseguire solo fine in bytcode, ossia nel «linguaggio macchina java», che differisce dal linguaggio di programmazione JAVA per il fatto che quest’ultimo è scrivibile e comprensibile dai programmatori JAVA, mentre il bytcode è esclusivamente per la macchina virtuale JAVA.</a:t>
            </a:r>
            <a:endParaRPr lang="it-IT" sz="1500" b="0" u="none" strike="noStrike">
              <a:solidFill>
                <a:srgbClr val="000000"/>
              </a:solidFill>
              <a:effectLst/>
              <a:uFillTx/>
              <a:latin typeface="Arial"/>
            </a:endParaRPr>
          </a:p>
          <a:p>
            <a:pPr defTabSz="914400">
              <a:lnSpc>
                <a:spcPct val="100000"/>
              </a:lnSpc>
            </a:pPr>
            <a:r>
              <a:rPr lang="it-IT" sz="1500" b="0" u="none" strike="noStrike">
                <a:solidFill>
                  <a:schemeClr val="dk1"/>
                </a:solidFill>
                <a:effectLst/>
                <a:uFillTx/>
                <a:latin typeface="Calibri"/>
              </a:rPr>
              <a:t>JAVA esegue il bytecode e non il codice scritto dai programmatori: il bytecode viene generato da un tool fornito con il kit di programmazione JAVA, il compilatore, il quale traduce il codice scritto, produce una versione in codice macchina JAVA, la quale è il vero linguaggio della macchina JAVA ed, inoltre, è maggiormente ottimizzato (nel processo subentra il garbage collector ed una serie di sistemi ottimizzanti). Se proviamo a visualizzare il codice da noi scritto (per esempio nell’ultimo esercizio visto) ed il codice bytecode generato, possiamo osservare come il primo sia a noi comprensibile (se abbiamo le basi di JAVA) mentre pare ovvio che il secondo proprio non possa esserlo.</a:t>
            </a:r>
            <a:endParaRPr lang="it-IT" sz="15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6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442" name="Picture 2" descr="Java Logo, symbol, meaning, history, PNG, brand"/>
          <p:cNvPicPr/>
          <p:nvPr/>
        </p:nvPicPr>
        <p:blipFill>
          <a:blip r:embed="rId1"/>
          <a:stretch/>
        </p:blipFill>
        <p:spPr>
          <a:xfrm>
            <a:off x="10632600" y="0"/>
            <a:ext cx="1420560" cy="795240"/>
          </a:xfrm>
          <a:prstGeom prst="rect">
            <a:avLst/>
          </a:prstGeom>
          <a:noFill/>
          <a:ln w="0">
            <a:noFill/>
          </a:ln>
        </p:spPr>
      </p:pic>
      <p:sp>
        <p:nvSpPr>
          <p:cNvPr id="443" name="CasellaDiTesto 2"/>
          <p:cNvSpPr/>
          <p:nvPr/>
        </p:nvSpPr>
        <p:spPr>
          <a:xfrm>
            <a:off x="281880" y="421920"/>
            <a:ext cx="3114000" cy="373320"/>
          </a:xfrm>
          <a:prstGeom prst="rect">
            <a:avLst/>
          </a:prstGeom>
          <a:solidFill>
            <a:schemeClr val="accent2">
              <a:lumMod val="40000"/>
              <a:lumOff val="60000"/>
            </a:schemeClr>
          </a:solidFill>
          <a:ln w="0">
            <a:noFill/>
          </a:ln>
        </p:spPr>
        <p:style>
          <a:lnRef idx="0"/>
          <a:fillRef idx="0"/>
          <a:effectRef idx="0"/>
          <a:fontRef idx="minor"/>
        </p:style>
        <p:txBody>
          <a:bodyPr lIns="90000" rIns="90000" tIns="45000" bIns="45000" anchor="t">
            <a:spAutoFit/>
          </a:bodyPr>
          <a:p>
            <a:pPr algn="just" defTabSz="914400">
              <a:lnSpc>
                <a:spcPct val="107000"/>
              </a:lnSpc>
              <a:spcAft>
                <a:spcPts val="799"/>
              </a:spcAft>
              <a:tabLst>
                <a:tab algn="l" pos="678240"/>
              </a:tabLst>
            </a:pPr>
            <a:r>
              <a:rPr lang="it-IT" sz="1800" b="1" u="none" strike="noStrike">
                <a:solidFill>
                  <a:srgbClr val="050e17"/>
                </a:solidFill>
                <a:effectLst/>
                <a:uFillTx/>
                <a:latin typeface="-apple-system"/>
              </a:rPr>
              <a:t>Eseguiamo il programma</a:t>
            </a:r>
            <a:endParaRPr lang="it-IT" sz="1800" b="0" u="none" strike="noStrike">
              <a:solidFill>
                <a:srgbClr val="000000"/>
              </a:solidFill>
              <a:effectLst/>
              <a:uFillTx/>
              <a:latin typeface="Arial"/>
            </a:endParaRPr>
          </a:p>
        </p:txBody>
      </p:sp>
      <p:sp>
        <p:nvSpPr>
          <p:cNvPr id="444" name="CasellaDiTesto 3"/>
          <p:cNvSpPr/>
          <p:nvPr/>
        </p:nvSpPr>
        <p:spPr>
          <a:xfrm>
            <a:off x="3702240" y="795600"/>
            <a:ext cx="8350920" cy="92304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lang="it-IT" sz="1800" b="0" u="none" strike="noStrike">
                <a:solidFill>
                  <a:schemeClr val="dk1"/>
                </a:solidFill>
                <a:effectLst/>
                <a:uFillTx/>
                <a:latin typeface="Calibri"/>
              </a:rPr>
              <a:t>Per eseguire un programma così sviluppato, anche per questo semplicissimo programma, è necessario compilarlo.</a:t>
            </a:r>
            <a:endParaRPr lang="it-IT" sz="1800" b="0" u="none" strike="noStrike">
              <a:solidFill>
                <a:srgbClr val="000000"/>
              </a:solidFill>
              <a:effectLst/>
              <a:uFillTx/>
              <a:latin typeface="Arial"/>
            </a:endParaRPr>
          </a:p>
          <a:p>
            <a:pPr defTabSz="914400">
              <a:lnSpc>
                <a:spcPct val="100000"/>
              </a:lnSpc>
            </a:pPr>
            <a:r>
              <a:rPr lang="it-IT" sz="1800" b="0" u="none" strike="noStrike">
                <a:solidFill>
                  <a:schemeClr val="dk1"/>
                </a:solidFill>
                <a:effectLst/>
                <a:uFillTx/>
                <a:latin typeface="Calibri"/>
              </a:rPr>
              <a:t>Il file contenente il codice, infatti, non è eseguibile come un programma finito.</a:t>
            </a:r>
            <a:endParaRPr lang="it-IT" sz="1800" b="0" u="none" strike="noStrike">
              <a:solidFill>
                <a:srgbClr val="000000"/>
              </a:solidFill>
              <a:effectLst/>
              <a:uFillTx/>
              <a:latin typeface="Arial"/>
            </a:endParaRPr>
          </a:p>
        </p:txBody>
      </p:sp>
      <p:sp>
        <p:nvSpPr>
          <p:cNvPr id="445" name="CasellaDiTesto 7"/>
          <p:cNvSpPr/>
          <p:nvPr/>
        </p:nvSpPr>
        <p:spPr>
          <a:xfrm>
            <a:off x="281880" y="932040"/>
            <a:ext cx="3114000" cy="671400"/>
          </a:xfrm>
          <a:prstGeom prst="rect">
            <a:avLst/>
          </a:prstGeom>
          <a:solidFill>
            <a:schemeClr val="accent1">
              <a:lumMod val="40000"/>
              <a:lumOff val="60000"/>
            </a:schemeClr>
          </a:solidFill>
          <a:ln w="0">
            <a:noFill/>
          </a:ln>
        </p:spPr>
        <p:style>
          <a:lnRef idx="0"/>
          <a:fillRef idx="0"/>
          <a:effectRef idx="0"/>
          <a:fontRef idx="minor"/>
        </p:style>
        <p:txBody>
          <a:bodyPr lIns="90000" rIns="90000" tIns="45000" bIns="45000" anchor="t">
            <a:spAutoFit/>
          </a:bodyPr>
          <a:p>
            <a:pPr algn="just" defTabSz="914400">
              <a:lnSpc>
                <a:spcPct val="107000"/>
              </a:lnSpc>
              <a:spcAft>
                <a:spcPts val="799"/>
              </a:spcAft>
              <a:tabLst>
                <a:tab algn="l" pos="678240"/>
              </a:tabLst>
            </a:pPr>
            <a:r>
              <a:rPr lang="it-IT" sz="1800" b="1" u="none" strike="noStrike">
                <a:solidFill>
                  <a:srgbClr val="050e17"/>
                </a:solidFill>
                <a:effectLst/>
                <a:uFillTx/>
                <a:latin typeface="-apple-system"/>
              </a:rPr>
              <a:t>Dal codice JAVA al file class compilato</a:t>
            </a:r>
            <a:endParaRPr lang="it-IT" sz="1800" b="0" u="none" strike="noStrike">
              <a:solidFill>
                <a:srgbClr val="000000"/>
              </a:solidFill>
              <a:effectLst/>
              <a:uFillTx/>
              <a:latin typeface="Arial"/>
            </a:endParaRPr>
          </a:p>
        </p:txBody>
      </p:sp>
      <p:sp>
        <p:nvSpPr>
          <p:cNvPr id="446" name="CasellaDiTesto 10"/>
          <p:cNvSpPr/>
          <p:nvPr/>
        </p:nvSpPr>
        <p:spPr>
          <a:xfrm>
            <a:off x="3705480" y="381960"/>
            <a:ext cx="6094080" cy="36900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lang="it-IT" sz="1800" b="1" u="none" strike="noStrike">
                <a:solidFill>
                  <a:schemeClr val="dk1"/>
                </a:solidFill>
                <a:effectLst/>
                <a:uFillTx/>
                <a:latin typeface="Calibri"/>
              </a:rPr>
              <a:t>La compilazione</a:t>
            </a:r>
            <a:endParaRPr lang="it-IT" sz="1800" b="0" u="none" strike="noStrike">
              <a:solidFill>
                <a:srgbClr val="000000"/>
              </a:solidFill>
              <a:effectLst/>
              <a:uFillTx/>
              <a:latin typeface="Arial"/>
            </a:endParaRPr>
          </a:p>
        </p:txBody>
      </p:sp>
      <p:sp>
        <p:nvSpPr>
          <p:cNvPr id="447" name="CasellaDiTesto 11"/>
          <p:cNvSpPr/>
          <p:nvPr/>
        </p:nvSpPr>
        <p:spPr>
          <a:xfrm>
            <a:off x="281880" y="1719000"/>
            <a:ext cx="10733400" cy="216936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lang="it-IT" sz="1500" b="0" u="none" strike="noStrike">
                <a:solidFill>
                  <a:schemeClr val="dk1"/>
                </a:solidFill>
                <a:effectLst/>
                <a:uFillTx/>
                <a:latin typeface="Calibri"/>
              </a:rPr>
              <a:t>La macchina virtuale JAVA, infatti, è in grado di eseguire solo fine in bytcode, ossia nel «linguaggio macchina java», che differisce dal linguaggio di programmazione JAVA per il fatto che quest’ultimo è scrivibile e comprensibile dai programmatori JAVA, mentre il bytcode è esclusivamente per la macchina virtuale JAVA.</a:t>
            </a:r>
            <a:endParaRPr lang="it-IT" sz="1500" b="0" u="none" strike="noStrike">
              <a:solidFill>
                <a:srgbClr val="000000"/>
              </a:solidFill>
              <a:effectLst/>
              <a:uFillTx/>
              <a:latin typeface="Arial"/>
            </a:endParaRPr>
          </a:p>
          <a:p>
            <a:pPr defTabSz="914400">
              <a:lnSpc>
                <a:spcPct val="100000"/>
              </a:lnSpc>
            </a:pPr>
            <a:r>
              <a:rPr lang="it-IT" sz="1500" b="0" u="none" strike="noStrike">
                <a:solidFill>
                  <a:schemeClr val="dk1"/>
                </a:solidFill>
                <a:effectLst/>
                <a:uFillTx/>
                <a:latin typeface="Calibri"/>
              </a:rPr>
              <a:t>JAVA esegue il bytecode e non il codice scritto dai programmatori: il bytecode viene generato da un tool fornito con il kit di programmazione JAVA, il compilatore, il quale traduce il codice scritto, produce una versione in codice macchina JAVA, la quale è il vero linguaggio della macchina JAVA ed, inoltre, è maggiormente ottimizzato (nel processo subentra il garbage collector ed una serie di sistemi ottimizzanti). Se proviamo a visualizzare il codice da noi scritto (per esempio nell’ultimo esercizio visto) ed il codice bytecode generato, possiamo osservare come il primo sia a noi comprensibile (se abbiamo le basi di JAVA) mentre pare ovvio che il secondo proprio non possa esserlo.</a:t>
            </a:r>
            <a:endParaRPr lang="it-IT" sz="1500" b="0" u="none" strike="noStrike">
              <a:solidFill>
                <a:srgbClr val="000000"/>
              </a:solidFill>
              <a:effectLst/>
              <a:uFillTx/>
              <a:latin typeface="Arial"/>
            </a:endParaRPr>
          </a:p>
        </p:txBody>
      </p:sp>
      <p:pic>
        <p:nvPicPr>
          <p:cNvPr id="448" name="Immagine 13"/>
          <p:cNvPicPr/>
          <p:nvPr/>
        </p:nvPicPr>
        <p:blipFill>
          <a:blip r:embed="rId2"/>
          <a:stretch/>
        </p:blipFill>
        <p:spPr>
          <a:xfrm>
            <a:off x="362160" y="3865320"/>
            <a:ext cx="10653120" cy="2873880"/>
          </a:xfrm>
          <a:prstGeom prst="rect">
            <a:avLst/>
          </a:prstGeom>
          <a:noFill/>
          <a:ln w="12700">
            <a:solidFill>
              <a:srgbClr val="000000"/>
            </a:solidFill>
            <a:round/>
          </a:ln>
        </p:spPr>
      </p:pic>
    </p:spTree>
  </p:cSld>
  <mc:AlternateContent>
    <mc:Choice Requires="p14">
      <p:transition spd="slow" p14:dur="2000"/>
    </mc:Choice>
    <mc:Fallback>
      <p:transition spd="slow"/>
    </mc:Fallback>
  </mc:AlternateContent>
</p:sld>
</file>

<file path=ppt/slides/slide6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449" name="Picture 2" descr="Java Logo, symbol, meaning, history, PNG, brand"/>
          <p:cNvPicPr/>
          <p:nvPr/>
        </p:nvPicPr>
        <p:blipFill>
          <a:blip r:embed="rId1"/>
          <a:stretch/>
        </p:blipFill>
        <p:spPr>
          <a:xfrm>
            <a:off x="10632600" y="0"/>
            <a:ext cx="1420560" cy="795240"/>
          </a:xfrm>
          <a:prstGeom prst="rect">
            <a:avLst/>
          </a:prstGeom>
          <a:noFill/>
          <a:ln w="0">
            <a:noFill/>
          </a:ln>
        </p:spPr>
      </p:pic>
      <p:sp>
        <p:nvSpPr>
          <p:cNvPr id="450" name="CasellaDiTesto 2"/>
          <p:cNvSpPr/>
          <p:nvPr/>
        </p:nvSpPr>
        <p:spPr>
          <a:xfrm>
            <a:off x="281880" y="421920"/>
            <a:ext cx="3114000" cy="373320"/>
          </a:xfrm>
          <a:prstGeom prst="rect">
            <a:avLst/>
          </a:prstGeom>
          <a:solidFill>
            <a:schemeClr val="accent2">
              <a:lumMod val="40000"/>
              <a:lumOff val="60000"/>
            </a:schemeClr>
          </a:solidFill>
          <a:ln w="0">
            <a:noFill/>
          </a:ln>
        </p:spPr>
        <p:style>
          <a:lnRef idx="0"/>
          <a:fillRef idx="0"/>
          <a:effectRef idx="0"/>
          <a:fontRef idx="minor"/>
        </p:style>
        <p:txBody>
          <a:bodyPr lIns="90000" rIns="90000" tIns="45000" bIns="45000" anchor="t">
            <a:spAutoFit/>
          </a:bodyPr>
          <a:p>
            <a:pPr algn="just" defTabSz="914400">
              <a:lnSpc>
                <a:spcPct val="107000"/>
              </a:lnSpc>
              <a:spcAft>
                <a:spcPts val="799"/>
              </a:spcAft>
              <a:tabLst>
                <a:tab algn="l" pos="678240"/>
              </a:tabLst>
            </a:pPr>
            <a:r>
              <a:rPr lang="it-IT" sz="1800" b="1" u="none" strike="noStrike">
                <a:solidFill>
                  <a:srgbClr val="050e17"/>
                </a:solidFill>
                <a:effectLst/>
                <a:uFillTx/>
                <a:latin typeface="-apple-system"/>
              </a:rPr>
              <a:t>Eseguiamo il programma</a:t>
            </a:r>
            <a:endParaRPr lang="it-IT" sz="1800" b="0" u="none" strike="noStrike">
              <a:solidFill>
                <a:srgbClr val="000000"/>
              </a:solidFill>
              <a:effectLst/>
              <a:uFillTx/>
              <a:latin typeface="Arial"/>
            </a:endParaRPr>
          </a:p>
        </p:txBody>
      </p:sp>
      <p:sp>
        <p:nvSpPr>
          <p:cNvPr id="451" name="CasellaDiTesto 3"/>
          <p:cNvSpPr/>
          <p:nvPr/>
        </p:nvSpPr>
        <p:spPr>
          <a:xfrm>
            <a:off x="1920240" y="2014920"/>
            <a:ext cx="8350920" cy="147708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lang="it-IT" sz="3000" b="0" u="none" strike="noStrike">
                <a:solidFill>
                  <a:schemeClr val="dk1"/>
                </a:solidFill>
                <a:effectLst/>
                <a:uFillTx/>
                <a:latin typeface="Calibri"/>
              </a:rPr>
              <a:t>A seconda di quale ambiente usiamo per programmare JAVA, realizzare l’eseguibile compilato ed eseguire il tutto può essere più o meno semplice</a:t>
            </a:r>
            <a:endParaRPr lang="it-IT" sz="3000" b="0" u="none" strike="noStrike">
              <a:solidFill>
                <a:srgbClr val="000000"/>
              </a:solidFill>
              <a:effectLst/>
              <a:uFillTx/>
              <a:latin typeface="Arial"/>
            </a:endParaRPr>
          </a:p>
        </p:txBody>
      </p:sp>
      <p:sp>
        <p:nvSpPr>
          <p:cNvPr id="452" name="CasellaDiTesto 7"/>
          <p:cNvSpPr/>
          <p:nvPr/>
        </p:nvSpPr>
        <p:spPr>
          <a:xfrm>
            <a:off x="281880" y="932040"/>
            <a:ext cx="3114000" cy="671400"/>
          </a:xfrm>
          <a:prstGeom prst="rect">
            <a:avLst/>
          </a:prstGeom>
          <a:solidFill>
            <a:schemeClr val="accent1">
              <a:lumMod val="40000"/>
              <a:lumOff val="60000"/>
            </a:schemeClr>
          </a:solidFill>
          <a:ln w="0">
            <a:noFill/>
          </a:ln>
        </p:spPr>
        <p:style>
          <a:lnRef idx="0"/>
          <a:fillRef idx="0"/>
          <a:effectRef idx="0"/>
          <a:fontRef idx="minor"/>
        </p:style>
        <p:txBody>
          <a:bodyPr lIns="90000" rIns="90000" tIns="45000" bIns="45000" anchor="t">
            <a:spAutoFit/>
          </a:bodyPr>
          <a:p>
            <a:pPr algn="just" defTabSz="914400">
              <a:lnSpc>
                <a:spcPct val="107000"/>
              </a:lnSpc>
              <a:spcAft>
                <a:spcPts val="799"/>
              </a:spcAft>
              <a:tabLst>
                <a:tab algn="l" pos="678240"/>
              </a:tabLst>
            </a:pPr>
            <a:r>
              <a:rPr lang="it-IT" sz="1800" b="1" u="none" strike="noStrike">
                <a:solidFill>
                  <a:srgbClr val="050e17"/>
                </a:solidFill>
                <a:effectLst/>
                <a:uFillTx/>
                <a:latin typeface="-apple-system"/>
              </a:rPr>
              <a:t>Dal codice JAVA al file class compilato</a:t>
            </a:r>
            <a:endParaRPr lang="it-IT" sz="1800" b="0" u="none" strike="noStrike">
              <a:solidFill>
                <a:srgbClr val="000000"/>
              </a:solidFill>
              <a:effectLst/>
              <a:uFillTx/>
              <a:latin typeface="Arial"/>
            </a:endParaRPr>
          </a:p>
        </p:txBody>
      </p:sp>
      <p:sp>
        <p:nvSpPr>
          <p:cNvPr id="453" name="CasellaDiTesto 10"/>
          <p:cNvSpPr/>
          <p:nvPr/>
        </p:nvSpPr>
        <p:spPr>
          <a:xfrm>
            <a:off x="3705480" y="381960"/>
            <a:ext cx="6094080" cy="36900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lang="it-IT" sz="1800" b="1" u="none" strike="noStrike">
                <a:solidFill>
                  <a:schemeClr val="dk1"/>
                </a:solidFill>
                <a:effectLst/>
                <a:uFillTx/>
                <a:latin typeface="Calibri"/>
              </a:rPr>
              <a:t>La compilazione</a:t>
            </a:r>
            <a:endParaRPr lang="it-IT"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6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454" name="Picture 2" descr="Java Logo, symbol, meaning, history, PNG, brand"/>
          <p:cNvPicPr/>
          <p:nvPr/>
        </p:nvPicPr>
        <p:blipFill>
          <a:blip r:embed="rId1"/>
          <a:stretch/>
        </p:blipFill>
        <p:spPr>
          <a:xfrm>
            <a:off x="10632600" y="0"/>
            <a:ext cx="1420560" cy="795240"/>
          </a:xfrm>
          <a:prstGeom prst="rect">
            <a:avLst/>
          </a:prstGeom>
          <a:noFill/>
          <a:ln w="0">
            <a:noFill/>
          </a:ln>
        </p:spPr>
      </p:pic>
      <p:sp>
        <p:nvSpPr>
          <p:cNvPr id="455" name="CasellaDiTesto 2"/>
          <p:cNvSpPr/>
          <p:nvPr/>
        </p:nvSpPr>
        <p:spPr>
          <a:xfrm>
            <a:off x="281880" y="421920"/>
            <a:ext cx="3114000" cy="373320"/>
          </a:xfrm>
          <a:prstGeom prst="rect">
            <a:avLst/>
          </a:prstGeom>
          <a:solidFill>
            <a:schemeClr val="accent2">
              <a:lumMod val="40000"/>
              <a:lumOff val="60000"/>
            </a:schemeClr>
          </a:solidFill>
          <a:ln w="0">
            <a:noFill/>
          </a:ln>
        </p:spPr>
        <p:style>
          <a:lnRef idx="0"/>
          <a:fillRef idx="0"/>
          <a:effectRef idx="0"/>
          <a:fontRef idx="minor"/>
        </p:style>
        <p:txBody>
          <a:bodyPr lIns="90000" rIns="90000" tIns="45000" bIns="45000" anchor="t">
            <a:spAutoFit/>
          </a:bodyPr>
          <a:p>
            <a:pPr algn="just" defTabSz="914400">
              <a:lnSpc>
                <a:spcPct val="107000"/>
              </a:lnSpc>
              <a:spcAft>
                <a:spcPts val="799"/>
              </a:spcAft>
              <a:tabLst>
                <a:tab algn="l" pos="678240"/>
              </a:tabLst>
            </a:pPr>
            <a:r>
              <a:rPr lang="it-IT" sz="1800" b="1" u="none" strike="noStrike">
                <a:solidFill>
                  <a:srgbClr val="050e17"/>
                </a:solidFill>
                <a:effectLst/>
                <a:uFillTx/>
                <a:latin typeface="-apple-system"/>
              </a:rPr>
              <a:t>Eseguiamo il programma</a:t>
            </a:r>
            <a:endParaRPr lang="it-IT" sz="1800" b="0" u="none" strike="noStrike">
              <a:solidFill>
                <a:srgbClr val="000000"/>
              </a:solidFill>
              <a:effectLst/>
              <a:uFillTx/>
              <a:latin typeface="Arial"/>
            </a:endParaRPr>
          </a:p>
        </p:txBody>
      </p:sp>
      <p:sp>
        <p:nvSpPr>
          <p:cNvPr id="456" name="CasellaDiTesto 3"/>
          <p:cNvSpPr/>
          <p:nvPr/>
        </p:nvSpPr>
        <p:spPr>
          <a:xfrm>
            <a:off x="1920240" y="2014920"/>
            <a:ext cx="8350920" cy="147708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lang="it-IT" sz="3000" b="0" u="none" strike="noStrike">
                <a:solidFill>
                  <a:schemeClr val="dk1"/>
                </a:solidFill>
                <a:effectLst/>
                <a:uFillTx/>
                <a:latin typeface="Calibri"/>
              </a:rPr>
              <a:t>A seconda di quale ambiente usiamo per programmare JAVA, realizzare l’eseguibile compilato ed eseguire il tutto può essere più o meno semplice</a:t>
            </a:r>
            <a:endParaRPr lang="it-IT" sz="3000" b="0" u="none" strike="noStrike">
              <a:solidFill>
                <a:srgbClr val="000000"/>
              </a:solidFill>
              <a:effectLst/>
              <a:uFillTx/>
              <a:latin typeface="Arial"/>
            </a:endParaRPr>
          </a:p>
        </p:txBody>
      </p:sp>
      <p:sp>
        <p:nvSpPr>
          <p:cNvPr id="457" name="CasellaDiTesto 7"/>
          <p:cNvSpPr/>
          <p:nvPr/>
        </p:nvSpPr>
        <p:spPr>
          <a:xfrm>
            <a:off x="281880" y="932040"/>
            <a:ext cx="3114000" cy="671400"/>
          </a:xfrm>
          <a:prstGeom prst="rect">
            <a:avLst/>
          </a:prstGeom>
          <a:solidFill>
            <a:schemeClr val="accent1">
              <a:lumMod val="40000"/>
              <a:lumOff val="60000"/>
            </a:schemeClr>
          </a:solidFill>
          <a:ln w="0">
            <a:noFill/>
          </a:ln>
        </p:spPr>
        <p:style>
          <a:lnRef idx="0"/>
          <a:fillRef idx="0"/>
          <a:effectRef idx="0"/>
          <a:fontRef idx="minor"/>
        </p:style>
        <p:txBody>
          <a:bodyPr lIns="90000" rIns="90000" tIns="45000" bIns="45000" anchor="t">
            <a:spAutoFit/>
          </a:bodyPr>
          <a:p>
            <a:pPr algn="just" defTabSz="914400">
              <a:lnSpc>
                <a:spcPct val="107000"/>
              </a:lnSpc>
              <a:spcAft>
                <a:spcPts val="799"/>
              </a:spcAft>
              <a:tabLst>
                <a:tab algn="l" pos="678240"/>
              </a:tabLst>
            </a:pPr>
            <a:r>
              <a:rPr lang="it-IT" sz="1800" b="1" u="none" strike="noStrike">
                <a:solidFill>
                  <a:srgbClr val="050e17"/>
                </a:solidFill>
                <a:effectLst/>
                <a:uFillTx/>
                <a:latin typeface="-apple-system"/>
              </a:rPr>
              <a:t>Dal codice JAVA al file class compilato</a:t>
            </a:r>
            <a:endParaRPr lang="it-IT" sz="1800" b="0" u="none" strike="noStrike">
              <a:solidFill>
                <a:srgbClr val="000000"/>
              </a:solidFill>
              <a:effectLst/>
              <a:uFillTx/>
              <a:latin typeface="Arial"/>
            </a:endParaRPr>
          </a:p>
        </p:txBody>
      </p:sp>
      <p:sp>
        <p:nvSpPr>
          <p:cNvPr id="458" name="CasellaDiTesto 10"/>
          <p:cNvSpPr/>
          <p:nvPr/>
        </p:nvSpPr>
        <p:spPr>
          <a:xfrm>
            <a:off x="3705480" y="381960"/>
            <a:ext cx="6094080" cy="36900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lang="it-IT" sz="1800" b="1" u="none" strike="noStrike">
                <a:solidFill>
                  <a:schemeClr val="dk1"/>
                </a:solidFill>
                <a:effectLst/>
                <a:uFillTx/>
                <a:latin typeface="Calibri"/>
              </a:rPr>
              <a:t>La compilazione</a:t>
            </a:r>
            <a:endParaRPr lang="it-IT" sz="1800" b="0" u="none" strike="noStrike">
              <a:solidFill>
                <a:srgbClr val="000000"/>
              </a:solidFill>
              <a:effectLst/>
              <a:uFillTx/>
              <a:latin typeface="Arial"/>
            </a:endParaRPr>
          </a:p>
        </p:txBody>
      </p:sp>
      <p:sp>
        <p:nvSpPr>
          <p:cNvPr id="459" name="CasellaDiTesto 11"/>
          <p:cNvSpPr/>
          <p:nvPr/>
        </p:nvSpPr>
        <p:spPr>
          <a:xfrm>
            <a:off x="609120" y="3918600"/>
            <a:ext cx="10733400" cy="1477080"/>
          </a:xfrm>
          <a:prstGeom prst="rect">
            <a:avLst/>
          </a:prstGeom>
          <a:noFill/>
          <a:ln w="0">
            <a:noFill/>
          </a:ln>
        </p:spPr>
        <p:style>
          <a:lnRef idx="0"/>
          <a:fillRef idx="0"/>
          <a:effectRef idx="0"/>
          <a:fontRef idx="minor"/>
        </p:style>
        <p:txBody>
          <a:bodyPr lIns="90000" rIns="90000" tIns="45000" bIns="45000" anchor="t">
            <a:spAutoFit/>
          </a:bodyPr>
          <a:p>
            <a:pPr algn="ctr" defTabSz="914400">
              <a:lnSpc>
                <a:spcPct val="100000"/>
              </a:lnSpc>
            </a:pPr>
            <a:r>
              <a:rPr lang="it-IT" sz="3000" b="0" u="none" strike="noStrike">
                <a:solidFill>
                  <a:schemeClr val="dk1"/>
                </a:solidFill>
                <a:effectLst/>
                <a:uFillTx/>
                <a:latin typeface="Calibri"/>
              </a:rPr>
              <a:t>Possiamo sviluppare un programma in JAVA con diversi editor, come già accennato, dal blocco note ad editor complessi e dedicati come Eclipse, intellij o VSCode.</a:t>
            </a:r>
            <a:endParaRPr lang="it-IT" sz="3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6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460" name="Picture 2" descr="Java Logo, symbol, meaning, history, PNG, brand"/>
          <p:cNvPicPr/>
          <p:nvPr/>
        </p:nvPicPr>
        <p:blipFill>
          <a:blip r:embed="rId1"/>
          <a:stretch/>
        </p:blipFill>
        <p:spPr>
          <a:xfrm>
            <a:off x="10632600" y="0"/>
            <a:ext cx="1420560" cy="795240"/>
          </a:xfrm>
          <a:prstGeom prst="rect">
            <a:avLst/>
          </a:prstGeom>
          <a:noFill/>
          <a:ln w="0">
            <a:noFill/>
          </a:ln>
        </p:spPr>
      </p:pic>
      <p:sp>
        <p:nvSpPr>
          <p:cNvPr id="461" name="CasellaDiTesto 2"/>
          <p:cNvSpPr/>
          <p:nvPr/>
        </p:nvSpPr>
        <p:spPr>
          <a:xfrm>
            <a:off x="281880" y="421920"/>
            <a:ext cx="3114000" cy="373320"/>
          </a:xfrm>
          <a:prstGeom prst="rect">
            <a:avLst/>
          </a:prstGeom>
          <a:solidFill>
            <a:schemeClr val="accent2">
              <a:lumMod val="40000"/>
              <a:lumOff val="60000"/>
            </a:schemeClr>
          </a:solidFill>
          <a:ln w="0">
            <a:noFill/>
          </a:ln>
        </p:spPr>
        <p:style>
          <a:lnRef idx="0"/>
          <a:fillRef idx="0"/>
          <a:effectRef idx="0"/>
          <a:fontRef idx="minor"/>
        </p:style>
        <p:txBody>
          <a:bodyPr lIns="90000" rIns="90000" tIns="45000" bIns="45000" anchor="t">
            <a:spAutoFit/>
          </a:bodyPr>
          <a:p>
            <a:pPr algn="just" defTabSz="914400">
              <a:lnSpc>
                <a:spcPct val="107000"/>
              </a:lnSpc>
              <a:spcAft>
                <a:spcPts val="799"/>
              </a:spcAft>
              <a:tabLst>
                <a:tab algn="l" pos="678240"/>
              </a:tabLst>
            </a:pPr>
            <a:r>
              <a:rPr lang="it-IT" sz="1800" b="1" u="none" strike="noStrike">
                <a:solidFill>
                  <a:srgbClr val="050e17"/>
                </a:solidFill>
                <a:effectLst/>
                <a:uFillTx/>
                <a:latin typeface="-apple-system"/>
              </a:rPr>
              <a:t>Eseguiamo il programma</a:t>
            </a:r>
            <a:endParaRPr lang="it-IT" sz="1800" b="0" u="none" strike="noStrike">
              <a:solidFill>
                <a:srgbClr val="000000"/>
              </a:solidFill>
              <a:effectLst/>
              <a:uFillTx/>
              <a:latin typeface="Arial"/>
            </a:endParaRPr>
          </a:p>
        </p:txBody>
      </p:sp>
      <p:sp>
        <p:nvSpPr>
          <p:cNvPr id="462" name="CasellaDiTesto 3"/>
          <p:cNvSpPr/>
          <p:nvPr/>
        </p:nvSpPr>
        <p:spPr>
          <a:xfrm>
            <a:off x="3702240" y="795600"/>
            <a:ext cx="8350920" cy="119988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lang="it-IT" sz="1800" b="0" u="none" strike="noStrike">
                <a:solidFill>
                  <a:schemeClr val="dk1"/>
                </a:solidFill>
                <a:effectLst/>
                <a:uFillTx/>
                <a:latin typeface="Calibri"/>
              </a:rPr>
              <a:t>Il caso generalmente più spartano è la programmazione avvenuta con il blocco note, o comunque un editor di file di testo non usato generalmente per la programmazione. In tal caso la compilazione avviene sul file prodotto e salvato da terminale/prompt dei comandi</a:t>
            </a:r>
            <a:endParaRPr lang="it-IT" sz="1800" b="0" u="none" strike="noStrike">
              <a:solidFill>
                <a:srgbClr val="000000"/>
              </a:solidFill>
              <a:effectLst/>
              <a:uFillTx/>
              <a:latin typeface="Arial"/>
            </a:endParaRPr>
          </a:p>
        </p:txBody>
      </p:sp>
      <p:sp>
        <p:nvSpPr>
          <p:cNvPr id="463" name="CasellaDiTesto 7"/>
          <p:cNvSpPr/>
          <p:nvPr/>
        </p:nvSpPr>
        <p:spPr>
          <a:xfrm>
            <a:off x="281880" y="932040"/>
            <a:ext cx="3114000" cy="671400"/>
          </a:xfrm>
          <a:prstGeom prst="rect">
            <a:avLst/>
          </a:prstGeom>
          <a:solidFill>
            <a:schemeClr val="accent1">
              <a:lumMod val="40000"/>
              <a:lumOff val="60000"/>
            </a:schemeClr>
          </a:solidFill>
          <a:ln w="0">
            <a:noFill/>
          </a:ln>
        </p:spPr>
        <p:style>
          <a:lnRef idx="0"/>
          <a:fillRef idx="0"/>
          <a:effectRef idx="0"/>
          <a:fontRef idx="minor"/>
        </p:style>
        <p:txBody>
          <a:bodyPr lIns="90000" rIns="90000" tIns="45000" bIns="45000" anchor="t">
            <a:spAutoFit/>
          </a:bodyPr>
          <a:p>
            <a:pPr algn="just" defTabSz="914400">
              <a:lnSpc>
                <a:spcPct val="107000"/>
              </a:lnSpc>
              <a:spcAft>
                <a:spcPts val="799"/>
              </a:spcAft>
              <a:tabLst>
                <a:tab algn="l" pos="678240"/>
              </a:tabLst>
            </a:pPr>
            <a:r>
              <a:rPr lang="it-IT" sz="1800" b="1" u="none" strike="noStrike">
                <a:solidFill>
                  <a:srgbClr val="050e17"/>
                </a:solidFill>
                <a:effectLst/>
                <a:uFillTx/>
                <a:latin typeface="-apple-system"/>
              </a:rPr>
              <a:t>Dal codice JAVA al file class compilato</a:t>
            </a:r>
            <a:endParaRPr lang="it-IT" sz="1800" b="0" u="none" strike="noStrike">
              <a:solidFill>
                <a:srgbClr val="000000"/>
              </a:solidFill>
              <a:effectLst/>
              <a:uFillTx/>
              <a:latin typeface="Arial"/>
            </a:endParaRPr>
          </a:p>
        </p:txBody>
      </p:sp>
      <p:sp>
        <p:nvSpPr>
          <p:cNvPr id="464" name="CasellaDiTesto 10"/>
          <p:cNvSpPr/>
          <p:nvPr/>
        </p:nvSpPr>
        <p:spPr>
          <a:xfrm>
            <a:off x="3705480" y="381960"/>
            <a:ext cx="6094080" cy="36900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lang="it-IT" sz="1800" b="1" u="none" strike="noStrike">
                <a:solidFill>
                  <a:schemeClr val="dk1"/>
                </a:solidFill>
                <a:effectLst/>
                <a:uFillTx/>
                <a:latin typeface="Calibri"/>
              </a:rPr>
              <a:t>La compilazione ed esecuzione da terminale</a:t>
            </a:r>
            <a:endParaRPr lang="it-IT" sz="1800" b="0" u="none" strike="noStrike">
              <a:solidFill>
                <a:srgbClr val="000000"/>
              </a:solidFill>
              <a:effectLst/>
              <a:uFillTx/>
              <a:latin typeface="Arial"/>
            </a:endParaRPr>
          </a:p>
        </p:txBody>
      </p:sp>
      <p:sp>
        <p:nvSpPr>
          <p:cNvPr id="465" name="CasellaDiTesto 4"/>
          <p:cNvSpPr/>
          <p:nvPr/>
        </p:nvSpPr>
        <p:spPr>
          <a:xfrm>
            <a:off x="426960" y="1995840"/>
            <a:ext cx="11337480" cy="645840"/>
          </a:xfrm>
          <a:prstGeom prst="rect">
            <a:avLst/>
          </a:prstGeom>
          <a:solidFill>
            <a:schemeClr val="accent2">
              <a:lumMod val="20000"/>
              <a:lumOff val="80000"/>
            </a:schemeClr>
          </a:solidFill>
          <a:ln w="0">
            <a:noFill/>
          </a:ln>
        </p:spPr>
        <p:style>
          <a:lnRef idx="0"/>
          <a:fillRef idx="0"/>
          <a:effectRef idx="0"/>
          <a:fontRef idx="minor"/>
        </p:style>
        <p:txBody>
          <a:bodyPr lIns="90000" rIns="90000" tIns="45000" bIns="45000" anchor="t">
            <a:spAutoFit/>
          </a:bodyPr>
          <a:p>
            <a:pPr defTabSz="914400">
              <a:lnSpc>
                <a:spcPct val="100000"/>
              </a:lnSpc>
            </a:pPr>
            <a:r>
              <a:rPr lang="it-IT" sz="1800" b="0" u="none" strike="noStrike">
                <a:solidFill>
                  <a:srgbClr val="050e17"/>
                </a:solidFill>
                <a:effectLst/>
                <a:uFillTx/>
                <a:latin typeface="-apple-system"/>
              </a:rPr>
              <a:t>Sarà necessario seguire i seguenti passaggi:</a:t>
            </a:r>
            <a:endParaRPr lang="it-IT" sz="1800" b="0" u="none" strike="noStrike">
              <a:solidFill>
                <a:srgbClr val="000000"/>
              </a:solidFill>
              <a:effectLst/>
              <a:uFillTx/>
              <a:latin typeface="Arial"/>
            </a:endParaRPr>
          </a:p>
          <a:p>
            <a:pPr indent="-216000" defTabSz="914400">
              <a:lnSpc>
                <a:spcPct val="100000"/>
              </a:lnSpc>
              <a:buClr>
                <a:srgbClr val="050e17"/>
              </a:buClr>
              <a:buFont typeface="Calibri Light"/>
              <a:buAutoNum type="arabicPeriod"/>
            </a:pPr>
            <a:r>
              <a:rPr lang="it-IT" sz="1800" b="0" u="none" strike="noStrike">
                <a:solidFill>
                  <a:srgbClr val="050e17"/>
                </a:solidFill>
                <a:effectLst/>
                <a:uFillTx/>
                <a:latin typeface="-apple-system"/>
              </a:rPr>
              <a:t>Aprire una finestra del prompt dei comandi (in Windows) o una finestra della shell (in Linux o macOS).</a:t>
            </a:r>
            <a:endParaRPr lang="it-IT"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6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466" name="Picture 2" descr="Java Logo, symbol, meaning, history, PNG, brand"/>
          <p:cNvPicPr/>
          <p:nvPr/>
        </p:nvPicPr>
        <p:blipFill>
          <a:blip r:embed="rId1"/>
          <a:stretch/>
        </p:blipFill>
        <p:spPr>
          <a:xfrm>
            <a:off x="10632600" y="0"/>
            <a:ext cx="1420560" cy="795240"/>
          </a:xfrm>
          <a:prstGeom prst="rect">
            <a:avLst/>
          </a:prstGeom>
          <a:noFill/>
          <a:ln w="0">
            <a:noFill/>
          </a:ln>
        </p:spPr>
      </p:pic>
      <p:sp>
        <p:nvSpPr>
          <p:cNvPr id="467" name="CasellaDiTesto 2"/>
          <p:cNvSpPr/>
          <p:nvPr/>
        </p:nvSpPr>
        <p:spPr>
          <a:xfrm>
            <a:off x="281880" y="421920"/>
            <a:ext cx="3114000" cy="373320"/>
          </a:xfrm>
          <a:prstGeom prst="rect">
            <a:avLst/>
          </a:prstGeom>
          <a:solidFill>
            <a:schemeClr val="accent2">
              <a:lumMod val="40000"/>
              <a:lumOff val="60000"/>
            </a:schemeClr>
          </a:solidFill>
          <a:ln w="0">
            <a:noFill/>
          </a:ln>
        </p:spPr>
        <p:style>
          <a:lnRef idx="0"/>
          <a:fillRef idx="0"/>
          <a:effectRef idx="0"/>
          <a:fontRef idx="minor"/>
        </p:style>
        <p:txBody>
          <a:bodyPr lIns="90000" rIns="90000" tIns="45000" bIns="45000" anchor="t">
            <a:spAutoFit/>
          </a:bodyPr>
          <a:p>
            <a:pPr algn="just" defTabSz="914400">
              <a:lnSpc>
                <a:spcPct val="107000"/>
              </a:lnSpc>
              <a:spcAft>
                <a:spcPts val="799"/>
              </a:spcAft>
              <a:tabLst>
                <a:tab algn="l" pos="678240"/>
              </a:tabLst>
            </a:pPr>
            <a:r>
              <a:rPr lang="it-IT" sz="1800" b="1" u="none" strike="noStrike">
                <a:solidFill>
                  <a:srgbClr val="050e17"/>
                </a:solidFill>
                <a:effectLst/>
                <a:uFillTx/>
                <a:latin typeface="-apple-system"/>
              </a:rPr>
              <a:t>Eseguiamo il programma</a:t>
            </a:r>
            <a:endParaRPr lang="it-IT" sz="1800" b="0" u="none" strike="noStrike">
              <a:solidFill>
                <a:srgbClr val="000000"/>
              </a:solidFill>
              <a:effectLst/>
              <a:uFillTx/>
              <a:latin typeface="Arial"/>
            </a:endParaRPr>
          </a:p>
        </p:txBody>
      </p:sp>
      <p:sp>
        <p:nvSpPr>
          <p:cNvPr id="468" name="CasellaDiTesto 3"/>
          <p:cNvSpPr/>
          <p:nvPr/>
        </p:nvSpPr>
        <p:spPr>
          <a:xfrm>
            <a:off x="3702240" y="795600"/>
            <a:ext cx="8350920" cy="119988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lang="it-IT" sz="1800" b="0" u="none" strike="noStrike">
                <a:solidFill>
                  <a:schemeClr val="dk1"/>
                </a:solidFill>
                <a:effectLst/>
                <a:uFillTx/>
                <a:latin typeface="Calibri"/>
              </a:rPr>
              <a:t>Il caso generalmente più spartano è la programmazione avvenuta con il blocco note, o comunque un editor di file di testo non usato generalmente per la programmazione. In tal caso la compilazione avviene sul file prodotto e salvato da terminale/prompt dei comandi</a:t>
            </a:r>
            <a:endParaRPr lang="it-IT" sz="1800" b="0" u="none" strike="noStrike">
              <a:solidFill>
                <a:srgbClr val="000000"/>
              </a:solidFill>
              <a:effectLst/>
              <a:uFillTx/>
              <a:latin typeface="Arial"/>
            </a:endParaRPr>
          </a:p>
        </p:txBody>
      </p:sp>
      <p:sp>
        <p:nvSpPr>
          <p:cNvPr id="469" name="CasellaDiTesto 7"/>
          <p:cNvSpPr/>
          <p:nvPr/>
        </p:nvSpPr>
        <p:spPr>
          <a:xfrm>
            <a:off x="281880" y="932040"/>
            <a:ext cx="3114000" cy="671400"/>
          </a:xfrm>
          <a:prstGeom prst="rect">
            <a:avLst/>
          </a:prstGeom>
          <a:solidFill>
            <a:schemeClr val="accent1">
              <a:lumMod val="40000"/>
              <a:lumOff val="60000"/>
            </a:schemeClr>
          </a:solidFill>
          <a:ln w="0">
            <a:noFill/>
          </a:ln>
        </p:spPr>
        <p:style>
          <a:lnRef idx="0"/>
          <a:fillRef idx="0"/>
          <a:effectRef idx="0"/>
          <a:fontRef idx="minor"/>
        </p:style>
        <p:txBody>
          <a:bodyPr lIns="90000" rIns="90000" tIns="45000" bIns="45000" anchor="t">
            <a:spAutoFit/>
          </a:bodyPr>
          <a:p>
            <a:pPr algn="just" defTabSz="914400">
              <a:lnSpc>
                <a:spcPct val="107000"/>
              </a:lnSpc>
              <a:spcAft>
                <a:spcPts val="799"/>
              </a:spcAft>
              <a:tabLst>
                <a:tab algn="l" pos="678240"/>
              </a:tabLst>
            </a:pPr>
            <a:r>
              <a:rPr lang="it-IT" sz="1800" b="1" u="none" strike="noStrike">
                <a:solidFill>
                  <a:srgbClr val="050e17"/>
                </a:solidFill>
                <a:effectLst/>
                <a:uFillTx/>
                <a:latin typeface="-apple-system"/>
              </a:rPr>
              <a:t>Dal codice JAVA al file class compilato</a:t>
            </a:r>
            <a:endParaRPr lang="it-IT" sz="1800" b="0" u="none" strike="noStrike">
              <a:solidFill>
                <a:srgbClr val="000000"/>
              </a:solidFill>
              <a:effectLst/>
              <a:uFillTx/>
              <a:latin typeface="Arial"/>
            </a:endParaRPr>
          </a:p>
        </p:txBody>
      </p:sp>
      <p:sp>
        <p:nvSpPr>
          <p:cNvPr id="470" name="CasellaDiTesto 10"/>
          <p:cNvSpPr/>
          <p:nvPr/>
        </p:nvSpPr>
        <p:spPr>
          <a:xfrm>
            <a:off x="3705480" y="381960"/>
            <a:ext cx="6094080" cy="36900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lang="it-IT" sz="1800" b="1" u="none" strike="noStrike">
                <a:solidFill>
                  <a:schemeClr val="dk1"/>
                </a:solidFill>
                <a:effectLst/>
                <a:uFillTx/>
                <a:latin typeface="Calibri"/>
              </a:rPr>
              <a:t>La compilazione ed esecuzione da terminale</a:t>
            </a:r>
            <a:endParaRPr lang="it-IT" sz="1800" b="0" u="none" strike="noStrike">
              <a:solidFill>
                <a:srgbClr val="000000"/>
              </a:solidFill>
              <a:effectLst/>
              <a:uFillTx/>
              <a:latin typeface="Arial"/>
            </a:endParaRPr>
          </a:p>
        </p:txBody>
      </p:sp>
      <p:sp>
        <p:nvSpPr>
          <p:cNvPr id="471" name="CasellaDiTesto 4"/>
          <p:cNvSpPr/>
          <p:nvPr/>
        </p:nvSpPr>
        <p:spPr>
          <a:xfrm>
            <a:off x="426960" y="1995840"/>
            <a:ext cx="11337480" cy="1753920"/>
          </a:xfrm>
          <a:prstGeom prst="rect">
            <a:avLst/>
          </a:prstGeom>
          <a:solidFill>
            <a:schemeClr val="accent2">
              <a:lumMod val="20000"/>
              <a:lumOff val="80000"/>
            </a:schemeClr>
          </a:solidFill>
          <a:ln w="0">
            <a:noFill/>
          </a:ln>
        </p:spPr>
        <p:style>
          <a:lnRef idx="0"/>
          <a:fillRef idx="0"/>
          <a:effectRef idx="0"/>
          <a:fontRef idx="minor"/>
        </p:style>
        <p:txBody>
          <a:bodyPr lIns="90000" rIns="90000" tIns="45000" bIns="45000" anchor="t">
            <a:spAutoFit/>
          </a:bodyPr>
          <a:p>
            <a:pPr defTabSz="914400">
              <a:lnSpc>
                <a:spcPct val="100000"/>
              </a:lnSpc>
            </a:pPr>
            <a:r>
              <a:rPr lang="it-IT" sz="1800" b="0" u="none" strike="noStrike">
                <a:solidFill>
                  <a:srgbClr val="050e17"/>
                </a:solidFill>
                <a:effectLst/>
                <a:uFillTx/>
                <a:latin typeface="-apple-system"/>
              </a:rPr>
              <a:t>Sarà necessario seguire i seguenti passaggi:</a:t>
            </a:r>
            <a:endParaRPr lang="it-IT" sz="1800" b="0" u="none" strike="noStrike">
              <a:solidFill>
                <a:srgbClr val="000000"/>
              </a:solidFill>
              <a:effectLst/>
              <a:uFillTx/>
              <a:latin typeface="Arial"/>
            </a:endParaRPr>
          </a:p>
          <a:p>
            <a:pPr indent="-216000" defTabSz="914400">
              <a:lnSpc>
                <a:spcPct val="100000"/>
              </a:lnSpc>
              <a:buClr>
                <a:srgbClr val="050e17"/>
              </a:buClr>
              <a:buFont typeface="Calibri Light"/>
              <a:buAutoNum type="arabicPeriod"/>
            </a:pPr>
            <a:r>
              <a:rPr lang="it-IT" sz="1800" b="0" u="none" strike="noStrike">
                <a:solidFill>
                  <a:srgbClr val="050e17"/>
                </a:solidFill>
                <a:effectLst/>
                <a:uFillTx/>
                <a:latin typeface="-apple-system"/>
              </a:rPr>
              <a:t>Aprire una finestra del prompt dei comandi (in Windows) o una finestra della shell (in Linux o macOS).</a:t>
            </a:r>
            <a:endParaRPr lang="it-IT" sz="1800" b="0" u="none" strike="noStrike">
              <a:solidFill>
                <a:srgbClr val="000000"/>
              </a:solidFill>
              <a:effectLst/>
              <a:uFillTx/>
              <a:latin typeface="Arial"/>
            </a:endParaRPr>
          </a:p>
          <a:p>
            <a:pPr indent="-216000" defTabSz="914400">
              <a:lnSpc>
                <a:spcPct val="100000"/>
              </a:lnSpc>
              <a:buClr>
                <a:srgbClr val="050e17"/>
              </a:buClr>
              <a:buFont typeface="Calibri Light"/>
              <a:buAutoNum type="arabicPeriod"/>
            </a:pPr>
            <a:r>
              <a:rPr lang="it-IT" sz="1800" b="0" u="none" strike="noStrike">
                <a:solidFill>
                  <a:srgbClr val="050e17"/>
                </a:solidFill>
                <a:effectLst/>
                <a:uFillTx/>
                <a:latin typeface="-apple-system"/>
              </a:rPr>
              <a:t>Navigare nella directory in cui si trova il file sorgente Java che si desidera compilare. Ad esempio, se il file sorgente si trova nella directory "C:\Users\NomeUtente\Documents\Progetti\MyProgramma", è possibile navigare in questa directory utilizzando il comando "cd C:\Users\NomeUtente\Documents\Progetti\MyProgramma" (in Windows) o "cd /Users/NomeUtente/Documents/Progetti/MyProgramma" (in Linux o macOS).</a:t>
            </a:r>
            <a:endParaRPr lang="it-IT"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6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472" name="Picture 2" descr="Java Logo, symbol, meaning, history, PNG, brand"/>
          <p:cNvPicPr/>
          <p:nvPr/>
        </p:nvPicPr>
        <p:blipFill>
          <a:blip r:embed="rId1"/>
          <a:stretch/>
        </p:blipFill>
        <p:spPr>
          <a:xfrm>
            <a:off x="10632600" y="0"/>
            <a:ext cx="1420560" cy="795240"/>
          </a:xfrm>
          <a:prstGeom prst="rect">
            <a:avLst/>
          </a:prstGeom>
          <a:noFill/>
          <a:ln w="0">
            <a:noFill/>
          </a:ln>
        </p:spPr>
      </p:pic>
      <p:sp>
        <p:nvSpPr>
          <p:cNvPr id="473" name="CasellaDiTesto 2"/>
          <p:cNvSpPr/>
          <p:nvPr/>
        </p:nvSpPr>
        <p:spPr>
          <a:xfrm>
            <a:off x="281880" y="421920"/>
            <a:ext cx="3114000" cy="373320"/>
          </a:xfrm>
          <a:prstGeom prst="rect">
            <a:avLst/>
          </a:prstGeom>
          <a:solidFill>
            <a:schemeClr val="accent2">
              <a:lumMod val="40000"/>
              <a:lumOff val="60000"/>
            </a:schemeClr>
          </a:solidFill>
          <a:ln w="0">
            <a:noFill/>
          </a:ln>
        </p:spPr>
        <p:style>
          <a:lnRef idx="0"/>
          <a:fillRef idx="0"/>
          <a:effectRef idx="0"/>
          <a:fontRef idx="minor"/>
        </p:style>
        <p:txBody>
          <a:bodyPr lIns="90000" rIns="90000" tIns="45000" bIns="45000" anchor="t">
            <a:spAutoFit/>
          </a:bodyPr>
          <a:p>
            <a:pPr algn="just" defTabSz="914400">
              <a:lnSpc>
                <a:spcPct val="107000"/>
              </a:lnSpc>
              <a:spcAft>
                <a:spcPts val="799"/>
              </a:spcAft>
              <a:tabLst>
                <a:tab algn="l" pos="678240"/>
              </a:tabLst>
            </a:pPr>
            <a:r>
              <a:rPr lang="it-IT" sz="1800" b="1" u="none" strike="noStrike">
                <a:solidFill>
                  <a:srgbClr val="050e17"/>
                </a:solidFill>
                <a:effectLst/>
                <a:uFillTx/>
                <a:latin typeface="-apple-system"/>
              </a:rPr>
              <a:t>Eseguiamo il programma</a:t>
            </a:r>
            <a:endParaRPr lang="it-IT" sz="1800" b="0" u="none" strike="noStrike">
              <a:solidFill>
                <a:srgbClr val="000000"/>
              </a:solidFill>
              <a:effectLst/>
              <a:uFillTx/>
              <a:latin typeface="Arial"/>
            </a:endParaRPr>
          </a:p>
        </p:txBody>
      </p:sp>
      <p:sp>
        <p:nvSpPr>
          <p:cNvPr id="474" name="CasellaDiTesto 3"/>
          <p:cNvSpPr/>
          <p:nvPr/>
        </p:nvSpPr>
        <p:spPr>
          <a:xfrm>
            <a:off x="3702240" y="795600"/>
            <a:ext cx="8350920" cy="119988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lang="it-IT" sz="1800" b="0" u="none" strike="noStrike">
                <a:solidFill>
                  <a:schemeClr val="dk1"/>
                </a:solidFill>
                <a:effectLst/>
                <a:uFillTx/>
                <a:latin typeface="Calibri"/>
              </a:rPr>
              <a:t>Il caso generalmente più spartano è la programmazione avvenuta con il blocco note, o comunque un editor di file di testo non usato generalmente per la programmazione. In tal caso la compilazione avviene sul file prodotto e salvato da terminale/prompt dei comandi</a:t>
            </a:r>
            <a:endParaRPr lang="it-IT" sz="1800" b="0" u="none" strike="noStrike">
              <a:solidFill>
                <a:srgbClr val="000000"/>
              </a:solidFill>
              <a:effectLst/>
              <a:uFillTx/>
              <a:latin typeface="Arial"/>
            </a:endParaRPr>
          </a:p>
        </p:txBody>
      </p:sp>
      <p:sp>
        <p:nvSpPr>
          <p:cNvPr id="475" name="CasellaDiTesto 7"/>
          <p:cNvSpPr/>
          <p:nvPr/>
        </p:nvSpPr>
        <p:spPr>
          <a:xfrm>
            <a:off x="281880" y="932040"/>
            <a:ext cx="3114000" cy="671400"/>
          </a:xfrm>
          <a:prstGeom prst="rect">
            <a:avLst/>
          </a:prstGeom>
          <a:solidFill>
            <a:schemeClr val="accent1">
              <a:lumMod val="40000"/>
              <a:lumOff val="60000"/>
            </a:schemeClr>
          </a:solidFill>
          <a:ln w="0">
            <a:noFill/>
          </a:ln>
        </p:spPr>
        <p:style>
          <a:lnRef idx="0"/>
          <a:fillRef idx="0"/>
          <a:effectRef idx="0"/>
          <a:fontRef idx="minor"/>
        </p:style>
        <p:txBody>
          <a:bodyPr lIns="90000" rIns="90000" tIns="45000" bIns="45000" anchor="t">
            <a:spAutoFit/>
          </a:bodyPr>
          <a:p>
            <a:pPr algn="just" defTabSz="914400">
              <a:lnSpc>
                <a:spcPct val="107000"/>
              </a:lnSpc>
              <a:spcAft>
                <a:spcPts val="799"/>
              </a:spcAft>
              <a:tabLst>
                <a:tab algn="l" pos="678240"/>
              </a:tabLst>
            </a:pPr>
            <a:r>
              <a:rPr lang="it-IT" sz="1800" b="1" u="none" strike="noStrike">
                <a:solidFill>
                  <a:srgbClr val="050e17"/>
                </a:solidFill>
                <a:effectLst/>
                <a:uFillTx/>
                <a:latin typeface="-apple-system"/>
              </a:rPr>
              <a:t>Dal codice JAVA al file class compilato</a:t>
            </a:r>
            <a:endParaRPr lang="it-IT" sz="1800" b="0" u="none" strike="noStrike">
              <a:solidFill>
                <a:srgbClr val="000000"/>
              </a:solidFill>
              <a:effectLst/>
              <a:uFillTx/>
              <a:latin typeface="Arial"/>
            </a:endParaRPr>
          </a:p>
        </p:txBody>
      </p:sp>
      <p:sp>
        <p:nvSpPr>
          <p:cNvPr id="476" name="CasellaDiTesto 10"/>
          <p:cNvSpPr/>
          <p:nvPr/>
        </p:nvSpPr>
        <p:spPr>
          <a:xfrm>
            <a:off x="3705480" y="381960"/>
            <a:ext cx="6094080" cy="36900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lang="it-IT" sz="1800" b="1" u="none" strike="noStrike">
                <a:solidFill>
                  <a:schemeClr val="dk1"/>
                </a:solidFill>
                <a:effectLst/>
                <a:uFillTx/>
                <a:latin typeface="Calibri"/>
              </a:rPr>
              <a:t>La compilazione ed esecuzione da terminale</a:t>
            </a:r>
            <a:endParaRPr lang="it-IT" sz="1800" b="0" u="none" strike="noStrike">
              <a:solidFill>
                <a:srgbClr val="000000"/>
              </a:solidFill>
              <a:effectLst/>
              <a:uFillTx/>
              <a:latin typeface="Arial"/>
            </a:endParaRPr>
          </a:p>
        </p:txBody>
      </p:sp>
      <p:sp>
        <p:nvSpPr>
          <p:cNvPr id="477" name="CasellaDiTesto 4"/>
          <p:cNvSpPr/>
          <p:nvPr/>
        </p:nvSpPr>
        <p:spPr>
          <a:xfrm>
            <a:off x="426960" y="1995840"/>
            <a:ext cx="11337480" cy="2862000"/>
          </a:xfrm>
          <a:prstGeom prst="rect">
            <a:avLst/>
          </a:prstGeom>
          <a:solidFill>
            <a:schemeClr val="accent2">
              <a:lumMod val="20000"/>
              <a:lumOff val="80000"/>
            </a:schemeClr>
          </a:solidFill>
          <a:ln w="0">
            <a:noFill/>
          </a:ln>
        </p:spPr>
        <p:style>
          <a:lnRef idx="0"/>
          <a:fillRef idx="0"/>
          <a:effectRef idx="0"/>
          <a:fontRef idx="minor"/>
        </p:style>
        <p:txBody>
          <a:bodyPr lIns="90000" rIns="90000" tIns="45000" bIns="45000" anchor="t">
            <a:spAutoFit/>
          </a:bodyPr>
          <a:p>
            <a:pPr defTabSz="914400">
              <a:lnSpc>
                <a:spcPct val="100000"/>
              </a:lnSpc>
            </a:pPr>
            <a:r>
              <a:rPr lang="it-IT" sz="1800" b="0" u="none" strike="noStrike">
                <a:solidFill>
                  <a:srgbClr val="050e17"/>
                </a:solidFill>
                <a:effectLst/>
                <a:uFillTx/>
                <a:latin typeface="-apple-system"/>
              </a:rPr>
              <a:t>Sarà necessario seguire i seguenti passaggi:</a:t>
            </a:r>
            <a:endParaRPr lang="it-IT" sz="1800" b="0" u="none" strike="noStrike">
              <a:solidFill>
                <a:srgbClr val="000000"/>
              </a:solidFill>
              <a:effectLst/>
              <a:uFillTx/>
              <a:latin typeface="Arial"/>
            </a:endParaRPr>
          </a:p>
          <a:p>
            <a:pPr indent="-216000" defTabSz="914400">
              <a:lnSpc>
                <a:spcPct val="100000"/>
              </a:lnSpc>
              <a:buClr>
                <a:srgbClr val="050e17"/>
              </a:buClr>
              <a:buFont typeface="Calibri Light"/>
              <a:buAutoNum type="arabicPeriod"/>
            </a:pPr>
            <a:r>
              <a:rPr lang="it-IT" sz="1800" b="0" u="none" strike="noStrike">
                <a:solidFill>
                  <a:srgbClr val="050e17"/>
                </a:solidFill>
                <a:effectLst/>
                <a:uFillTx/>
                <a:latin typeface="-apple-system"/>
              </a:rPr>
              <a:t>Aprire una finestra del prompt dei comandi (in Windows) o una finestra della shell (in Linux o macOS).</a:t>
            </a:r>
            <a:endParaRPr lang="it-IT" sz="1800" b="0" u="none" strike="noStrike">
              <a:solidFill>
                <a:srgbClr val="000000"/>
              </a:solidFill>
              <a:effectLst/>
              <a:uFillTx/>
              <a:latin typeface="Arial"/>
            </a:endParaRPr>
          </a:p>
          <a:p>
            <a:pPr indent="-216000" defTabSz="914400">
              <a:lnSpc>
                <a:spcPct val="100000"/>
              </a:lnSpc>
              <a:buClr>
                <a:srgbClr val="050e17"/>
              </a:buClr>
              <a:buFont typeface="Calibri Light"/>
              <a:buAutoNum type="arabicPeriod"/>
            </a:pPr>
            <a:r>
              <a:rPr lang="it-IT" sz="1800" b="0" u="none" strike="noStrike">
                <a:solidFill>
                  <a:srgbClr val="050e17"/>
                </a:solidFill>
                <a:effectLst/>
                <a:uFillTx/>
                <a:latin typeface="-apple-system"/>
              </a:rPr>
              <a:t>Navigare nella directory in cui si trova il file sorgente Java che si desidera compilare. Ad esempio, se il file sorgente si trova nella directory "C:\Users\NomeUtente\Documents\Progetti\MyProgramma", è possibile navigare in questa directory utilizzando il comando "cd C:\Users\NomeUtente\Documents\Progetti\MyProgramma" (in Windows) o "cd /Users/NomeUtente/Documents/Progetti/MyProgramma" (in Linux o macOS).</a:t>
            </a:r>
            <a:endParaRPr lang="it-IT" sz="1800" b="0" u="none" strike="noStrike">
              <a:solidFill>
                <a:srgbClr val="000000"/>
              </a:solidFill>
              <a:effectLst/>
              <a:uFillTx/>
              <a:latin typeface="Arial"/>
            </a:endParaRPr>
          </a:p>
          <a:p>
            <a:pPr indent="-216000" defTabSz="914400">
              <a:lnSpc>
                <a:spcPct val="100000"/>
              </a:lnSpc>
              <a:buClr>
                <a:srgbClr val="050e17"/>
              </a:buClr>
              <a:buFont typeface="Calibri Light"/>
              <a:buAutoNum type="arabicPeriod"/>
            </a:pPr>
            <a:r>
              <a:rPr lang="it-IT" sz="1800" b="0" u="none" strike="noStrike">
                <a:solidFill>
                  <a:srgbClr val="050e17"/>
                </a:solidFill>
                <a:effectLst/>
                <a:uFillTx/>
                <a:latin typeface="-apple-system"/>
              </a:rPr>
              <a:t>Assicurarsi che la variabile di ambiente "JAVA_HOME" sia configurata correttamente per puntare alla directory di installazione di Java sul proprio computer. È inoltre necessario assicurarsi che la variabile di ambiente "PATH" includa la directory "bin" della directory di installazione di Java. Questo consente di utilizzare il comando "javac" per compilare il programma.</a:t>
            </a:r>
            <a:endParaRPr lang="it-IT"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7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478" name="Picture 2" descr="Java Logo, symbol, meaning, history, PNG, brand"/>
          <p:cNvPicPr/>
          <p:nvPr/>
        </p:nvPicPr>
        <p:blipFill>
          <a:blip r:embed="rId1"/>
          <a:stretch/>
        </p:blipFill>
        <p:spPr>
          <a:xfrm>
            <a:off x="10632600" y="0"/>
            <a:ext cx="1420560" cy="795240"/>
          </a:xfrm>
          <a:prstGeom prst="rect">
            <a:avLst/>
          </a:prstGeom>
          <a:noFill/>
          <a:ln w="0">
            <a:noFill/>
          </a:ln>
        </p:spPr>
      </p:pic>
      <p:sp>
        <p:nvSpPr>
          <p:cNvPr id="479" name="CasellaDiTesto 2"/>
          <p:cNvSpPr/>
          <p:nvPr/>
        </p:nvSpPr>
        <p:spPr>
          <a:xfrm>
            <a:off x="281880" y="421920"/>
            <a:ext cx="3114000" cy="373320"/>
          </a:xfrm>
          <a:prstGeom prst="rect">
            <a:avLst/>
          </a:prstGeom>
          <a:solidFill>
            <a:schemeClr val="accent2">
              <a:lumMod val="40000"/>
              <a:lumOff val="60000"/>
            </a:schemeClr>
          </a:solidFill>
          <a:ln w="0">
            <a:noFill/>
          </a:ln>
        </p:spPr>
        <p:style>
          <a:lnRef idx="0"/>
          <a:fillRef idx="0"/>
          <a:effectRef idx="0"/>
          <a:fontRef idx="minor"/>
        </p:style>
        <p:txBody>
          <a:bodyPr lIns="90000" rIns="90000" tIns="45000" bIns="45000" anchor="t">
            <a:spAutoFit/>
          </a:bodyPr>
          <a:p>
            <a:pPr algn="just" defTabSz="914400">
              <a:lnSpc>
                <a:spcPct val="107000"/>
              </a:lnSpc>
              <a:spcAft>
                <a:spcPts val="799"/>
              </a:spcAft>
              <a:tabLst>
                <a:tab algn="l" pos="678240"/>
              </a:tabLst>
            </a:pPr>
            <a:r>
              <a:rPr lang="it-IT" sz="1800" b="1" u="none" strike="noStrike">
                <a:solidFill>
                  <a:srgbClr val="050e17"/>
                </a:solidFill>
                <a:effectLst/>
                <a:uFillTx/>
                <a:latin typeface="-apple-system"/>
              </a:rPr>
              <a:t>Eseguiamo il programma</a:t>
            </a:r>
            <a:endParaRPr lang="it-IT" sz="1800" b="0" u="none" strike="noStrike">
              <a:solidFill>
                <a:srgbClr val="000000"/>
              </a:solidFill>
              <a:effectLst/>
              <a:uFillTx/>
              <a:latin typeface="Arial"/>
            </a:endParaRPr>
          </a:p>
        </p:txBody>
      </p:sp>
      <p:sp>
        <p:nvSpPr>
          <p:cNvPr id="480" name="CasellaDiTesto 3"/>
          <p:cNvSpPr/>
          <p:nvPr/>
        </p:nvSpPr>
        <p:spPr>
          <a:xfrm>
            <a:off x="3702240" y="795600"/>
            <a:ext cx="8350920" cy="119988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lang="it-IT" sz="1800" b="0" u="none" strike="noStrike">
                <a:solidFill>
                  <a:schemeClr val="dk1"/>
                </a:solidFill>
                <a:effectLst/>
                <a:uFillTx/>
                <a:latin typeface="Calibri"/>
              </a:rPr>
              <a:t>Il caso generalmente più spartano è la programmazione avvenuta con il blocco note, o comunque un editor di file di testo non usato generalmente per la programmazione. In tal caso la compilazione avviene sul file prodotto e salvato da terminale/prompt dei comandi</a:t>
            </a:r>
            <a:endParaRPr lang="it-IT" sz="1800" b="0" u="none" strike="noStrike">
              <a:solidFill>
                <a:srgbClr val="000000"/>
              </a:solidFill>
              <a:effectLst/>
              <a:uFillTx/>
              <a:latin typeface="Arial"/>
            </a:endParaRPr>
          </a:p>
        </p:txBody>
      </p:sp>
      <p:sp>
        <p:nvSpPr>
          <p:cNvPr id="481" name="CasellaDiTesto 7"/>
          <p:cNvSpPr/>
          <p:nvPr/>
        </p:nvSpPr>
        <p:spPr>
          <a:xfrm>
            <a:off x="281880" y="932040"/>
            <a:ext cx="3114000" cy="671400"/>
          </a:xfrm>
          <a:prstGeom prst="rect">
            <a:avLst/>
          </a:prstGeom>
          <a:solidFill>
            <a:schemeClr val="accent1">
              <a:lumMod val="40000"/>
              <a:lumOff val="60000"/>
            </a:schemeClr>
          </a:solidFill>
          <a:ln w="0">
            <a:noFill/>
          </a:ln>
        </p:spPr>
        <p:style>
          <a:lnRef idx="0"/>
          <a:fillRef idx="0"/>
          <a:effectRef idx="0"/>
          <a:fontRef idx="minor"/>
        </p:style>
        <p:txBody>
          <a:bodyPr lIns="90000" rIns="90000" tIns="45000" bIns="45000" anchor="t">
            <a:spAutoFit/>
          </a:bodyPr>
          <a:p>
            <a:pPr algn="just" defTabSz="914400">
              <a:lnSpc>
                <a:spcPct val="107000"/>
              </a:lnSpc>
              <a:spcAft>
                <a:spcPts val="799"/>
              </a:spcAft>
              <a:tabLst>
                <a:tab algn="l" pos="678240"/>
              </a:tabLst>
            </a:pPr>
            <a:r>
              <a:rPr lang="it-IT" sz="1800" b="1" u="none" strike="noStrike">
                <a:solidFill>
                  <a:srgbClr val="050e17"/>
                </a:solidFill>
                <a:effectLst/>
                <a:uFillTx/>
                <a:latin typeface="-apple-system"/>
              </a:rPr>
              <a:t>Dal codice JAVA al file class compilato</a:t>
            </a:r>
            <a:endParaRPr lang="it-IT" sz="1800" b="0" u="none" strike="noStrike">
              <a:solidFill>
                <a:srgbClr val="000000"/>
              </a:solidFill>
              <a:effectLst/>
              <a:uFillTx/>
              <a:latin typeface="Arial"/>
            </a:endParaRPr>
          </a:p>
        </p:txBody>
      </p:sp>
      <p:sp>
        <p:nvSpPr>
          <p:cNvPr id="482" name="CasellaDiTesto 10"/>
          <p:cNvSpPr/>
          <p:nvPr/>
        </p:nvSpPr>
        <p:spPr>
          <a:xfrm>
            <a:off x="3705480" y="381960"/>
            <a:ext cx="6094080" cy="36900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lang="it-IT" sz="1800" b="1" u="none" strike="noStrike">
                <a:solidFill>
                  <a:schemeClr val="dk1"/>
                </a:solidFill>
                <a:effectLst/>
                <a:uFillTx/>
                <a:latin typeface="Calibri"/>
              </a:rPr>
              <a:t>La compilazione ed esecuzione da terminale</a:t>
            </a:r>
            <a:endParaRPr lang="it-IT" sz="1800" b="0" u="none" strike="noStrike">
              <a:solidFill>
                <a:srgbClr val="000000"/>
              </a:solidFill>
              <a:effectLst/>
              <a:uFillTx/>
              <a:latin typeface="Arial"/>
            </a:endParaRPr>
          </a:p>
        </p:txBody>
      </p:sp>
      <p:sp>
        <p:nvSpPr>
          <p:cNvPr id="483" name="CasellaDiTesto 4"/>
          <p:cNvSpPr/>
          <p:nvPr/>
        </p:nvSpPr>
        <p:spPr>
          <a:xfrm>
            <a:off x="426960" y="1995840"/>
            <a:ext cx="11337480" cy="3692880"/>
          </a:xfrm>
          <a:prstGeom prst="rect">
            <a:avLst/>
          </a:prstGeom>
          <a:solidFill>
            <a:schemeClr val="accent2">
              <a:lumMod val="20000"/>
              <a:lumOff val="80000"/>
            </a:schemeClr>
          </a:solidFill>
          <a:ln w="0">
            <a:noFill/>
          </a:ln>
        </p:spPr>
        <p:style>
          <a:lnRef idx="0"/>
          <a:fillRef idx="0"/>
          <a:effectRef idx="0"/>
          <a:fontRef idx="minor"/>
        </p:style>
        <p:txBody>
          <a:bodyPr lIns="90000" rIns="90000" tIns="45000" bIns="45000" anchor="t">
            <a:spAutoFit/>
          </a:bodyPr>
          <a:p>
            <a:pPr defTabSz="914400">
              <a:lnSpc>
                <a:spcPct val="100000"/>
              </a:lnSpc>
            </a:pPr>
            <a:r>
              <a:rPr lang="it-IT" sz="1800" b="0" u="none" strike="noStrike">
                <a:solidFill>
                  <a:srgbClr val="050e17"/>
                </a:solidFill>
                <a:effectLst/>
                <a:uFillTx/>
                <a:latin typeface="-apple-system"/>
              </a:rPr>
              <a:t>Sarà necessario seguire i seguenti passaggi:</a:t>
            </a:r>
            <a:endParaRPr lang="it-IT" sz="1800" b="0" u="none" strike="noStrike">
              <a:solidFill>
                <a:srgbClr val="000000"/>
              </a:solidFill>
              <a:effectLst/>
              <a:uFillTx/>
              <a:latin typeface="Arial"/>
            </a:endParaRPr>
          </a:p>
          <a:p>
            <a:pPr indent="-216000" defTabSz="914400">
              <a:lnSpc>
                <a:spcPct val="100000"/>
              </a:lnSpc>
              <a:buClr>
                <a:srgbClr val="050e17"/>
              </a:buClr>
              <a:buFont typeface="Calibri Light"/>
              <a:buAutoNum type="arabicPeriod"/>
            </a:pPr>
            <a:r>
              <a:rPr lang="it-IT" sz="1800" b="0" u="none" strike="noStrike">
                <a:solidFill>
                  <a:srgbClr val="050e17"/>
                </a:solidFill>
                <a:effectLst/>
                <a:uFillTx/>
                <a:latin typeface="-apple-system"/>
              </a:rPr>
              <a:t>Aprire una finestra del prompt dei comandi (in Windows) o una finestra della shell (in Linux o macOS).</a:t>
            </a:r>
            <a:endParaRPr lang="it-IT" sz="1800" b="0" u="none" strike="noStrike">
              <a:solidFill>
                <a:srgbClr val="000000"/>
              </a:solidFill>
              <a:effectLst/>
              <a:uFillTx/>
              <a:latin typeface="Arial"/>
            </a:endParaRPr>
          </a:p>
          <a:p>
            <a:pPr indent="-216000" defTabSz="914400">
              <a:lnSpc>
                <a:spcPct val="100000"/>
              </a:lnSpc>
              <a:buClr>
                <a:srgbClr val="050e17"/>
              </a:buClr>
              <a:buFont typeface="Calibri Light"/>
              <a:buAutoNum type="arabicPeriod"/>
            </a:pPr>
            <a:r>
              <a:rPr lang="it-IT" sz="1800" b="0" u="none" strike="noStrike">
                <a:solidFill>
                  <a:srgbClr val="050e17"/>
                </a:solidFill>
                <a:effectLst/>
                <a:uFillTx/>
                <a:latin typeface="-apple-system"/>
              </a:rPr>
              <a:t>Navigare nella directory in cui si trova il file sorgente Java che si desidera compilare. Ad esempio, se il file sorgente si trova nella directory "C:\Users\NomeUtente\Documents\Progetti\MyProgramma", è possibile navigare in questa directory utilizzando il comando "cd C:\Users\NomeUtente\Documents\Progetti\MyProgramma" (in Windows) o "cd /Users/NomeUtente/Documents/Progetti/MyProgramma" (in Linux o macOS).</a:t>
            </a:r>
            <a:endParaRPr lang="it-IT" sz="1800" b="0" u="none" strike="noStrike">
              <a:solidFill>
                <a:srgbClr val="000000"/>
              </a:solidFill>
              <a:effectLst/>
              <a:uFillTx/>
              <a:latin typeface="Arial"/>
            </a:endParaRPr>
          </a:p>
          <a:p>
            <a:pPr indent="-216000" defTabSz="914400">
              <a:lnSpc>
                <a:spcPct val="100000"/>
              </a:lnSpc>
              <a:buClr>
                <a:srgbClr val="050e17"/>
              </a:buClr>
              <a:buFont typeface="Calibri Light"/>
              <a:buAutoNum type="arabicPeriod"/>
            </a:pPr>
            <a:r>
              <a:rPr lang="it-IT" sz="1800" b="0" u="none" strike="noStrike">
                <a:solidFill>
                  <a:srgbClr val="050e17"/>
                </a:solidFill>
                <a:effectLst/>
                <a:uFillTx/>
                <a:latin typeface="-apple-system"/>
              </a:rPr>
              <a:t>Assicurarsi che la variabile di ambiente "JAVA_HOME" sia configurata correttamente per puntare alla directory di installazione di Java sul proprio computer. È inoltre necessario assicurarsi che la variabile di ambiente "PATH" includa la directory "bin" della directory di installazione di Java. Questo consente di utilizzare il comando "javac" per compilare il programma.</a:t>
            </a:r>
            <a:endParaRPr lang="it-IT" sz="1800" b="0" u="none" strike="noStrike">
              <a:solidFill>
                <a:srgbClr val="000000"/>
              </a:solidFill>
              <a:effectLst/>
              <a:uFillTx/>
              <a:latin typeface="Arial"/>
            </a:endParaRPr>
          </a:p>
          <a:p>
            <a:pPr indent="-216000" defTabSz="914400">
              <a:lnSpc>
                <a:spcPct val="100000"/>
              </a:lnSpc>
              <a:buClr>
                <a:srgbClr val="050e17"/>
              </a:buClr>
              <a:buFont typeface="Calibri Light"/>
              <a:buAutoNum type="arabicPeriod"/>
            </a:pPr>
            <a:r>
              <a:rPr lang="it-IT" sz="1800" b="0" u="none" strike="noStrike">
                <a:solidFill>
                  <a:srgbClr val="050e17"/>
                </a:solidFill>
                <a:effectLst/>
                <a:uFillTx/>
                <a:latin typeface="-apple-system"/>
              </a:rPr>
              <a:t>Utilizzare il comando "javac" per compilare il file sorgente Java. Ad esempio, se il file sorgente si chiama "MyProgramma.java", è possibile compilare il programma utilizzando il comando "javac MyProgramma.java". Questo comando creerà un file "MyProgramma.class" nella stessa directory del file sorgente.</a:t>
            </a:r>
            <a:endParaRPr lang="it-IT"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7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484" name="Picture 2" descr="Java Logo, symbol, meaning, history, PNG, brand"/>
          <p:cNvPicPr/>
          <p:nvPr/>
        </p:nvPicPr>
        <p:blipFill>
          <a:blip r:embed="rId1"/>
          <a:stretch/>
        </p:blipFill>
        <p:spPr>
          <a:xfrm>
            <a:off x="10632600" y="0"/>
            <a:ext cx="1420560" cy="795240"/>
          </a:xfrm>
          <a:prstGeom prst="rect">
            <a:avLst/>
          </a:prstGeom>
          <a:noFill/>
          <a:ln w="0">
            <a:noFill/>
          </a:ln>
        </p:spPr>
      </p:pic>
      <p:sp>
        <p:nvSpPr>
          <p:cNvPr id="485" name="CasellaDiTesto 2"/>
          <p:cNvSpPr/>
          <p:nvPr/>
        </p:nvSpPr>
        <p:spPr>
          <a:xfrm>
            <a:off x="281880" y="421920"/>
            <a:ext cx="3114000" cy="373320"/>
          </a:xfrm>
          <a:prstGeom prst="rect">
            <a:avLst/>
          </a:prstGeom>
          <a:solidFill>
            <a:schemeClr val="accent2">
              <a:lumMod val="40000"/>
              <a:lumOff val="60000"/>
            </a:schemeClr>
          </a:solidFill>
          <a:ln w="0">
            <a:noFill/>
          </a:ln>
        </p:spPr>
        <p:style>
          <a:lnRef idx="0"/>
          <a:fillRef idx="0"/>
          <a:effectRef idx="0"/>
          <a:fontRef idx="minor"/>
        </p:style>
        <p:txBody>
          <a:bodyPr lIns="90000" rIns="90000" tIns="45000" bIns="45000" anchor="t">
            <a:spAutoFit/>
          </a:bodyPr>
          <a:p>
            <a:pPr algn="just" defTabSz="914400">
              <a:lnSpc>
                <a:spcPct val="107000"/>
              </a:lnSpc>
              <a:spcAft>
                <a:spcPts val="799"/>
              </a:spcAft>
              <a:tabLst>
                <a:tab algn="l" pos="678240"/>
              </a:tabLst>
            </a:pPr>
            <a:r>
              <a:rPr lang="it-IT" sz="1800" b="1" u="none" strike="noStrike">
                <a:solidFill>
                  <a:srgbClr val="050e17"/>
                </a:solidFill>
                <a:effectLst/>
                <a:uFillTx/>
                <a:latin typeface="-apple-system"/>
              </a:rPr>
              <a:t>Eseguiamo il programma</a:t>
            </a:r>
            <a:endParaRPr lang="it-IT" sz="1800" b="0" u="none" strike="noStrike">
              <a:solidFill>
                <a:srgbClr val="000000"/>
              </a:solidFill>
              <a:effectLst/>
              <a:uFillTx/>
              <a:latin typeface="Arial"/>
            </a:endParaRPr>
          </a:p>
        </p:txBody>
      </p:sp>
      <p:sp>
        <p:nvSpPr>
          <p:cNvPr id="486" name="CasellaDiTesto 3"/>
          <p:cNvSpPr/>
          <p:nvPr/>
        </p:nvSpPr>
        <p:spPr>
          <a:xfrm>
            <a:off x="3702240" y="795600"/>
            <a:ext cx="8350920" cy="119988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lang="it-IT" sz="1800" b="0" u="none" strike="noStrike">
                <a:solidFill>
                  <a:schemeClr val="dk1"/>
                </a:solidFill>
                <a:effectLst/>
                <a:uFillTx/>
                <a:latin typeface="Calibri"/>
              </a:rPr>
              <a:t>Il caso generalmente più spartano è la programmazione avvenuta con il blocco note, o comunque un editor di file di testo non usato generalmente per la programmazione. In tal caso la compilazione avviene sul file prodotto e salvato da terminale/prompt dei comandi</a:t>
            </a:r>
            <a:endParaRPr lang="it-IT" sz="1800" b="0" u="none" strike="noStrike">
              <a:solidFill>
                <a:srgbClr val="000000"/>
              </a:solidFill>
              <a:effectLst/>
              <a:uFillTx/>
              <a:latin typeface="Arial"/>
            </a:endParaRPr>
          </a:p>
        </p:txBody>
      </p:sp>
      <p:sp>
        <p:nvSpPr>
          <p:cNvPr id="487" name="CasellaDiTesto 7"/>
          <p:cNvSpPr/>
          <p:nvPr/>
        </p:nvSpPr>
        <p:spPr>
          <a:xfrm>
            <a:off x="281880" y="932040"/>
            <a:ext cx="3114000" cy="671400"/>
          </a:xfrm>
          <a:prstGeom prst="rect">
            <a:avLst/>
          </a:prstGeom>
          <a:solidFill>
            <a:schemeClr val="accent1">
              <a:lumMod val="40000"/>
              <a:lumOff val="60000"/>
            </a:schemeClr>
          </a:solidFill>
          <a:ln w="0">
            <a:noFill/>
          </a:ln>
        </p:spPr>
        <p:style>
          <a:lnRef idx="0"/>
          <a:fillRef idx="0"/>
          <a:effectRef idx="0"/>
          <a:fontRef idx="minor"/>
        </p:style>
        <p:txBody>
          <a:bodyPr lIns="90000" rIns="90000" tIns="45000" bIns="45000" anchor="t">
            <a:spAutoFit/>
          </a:bodyPr>
          <a:p>
            <a:pPr algn="just" defTabSz="914400">
              <a:lnSpc>
                <a:spcPct val="107000"/>
              </a:lnSpc>
              <a:spcAft>
                <a:spcPts val="799"/>
              </a:spcAft>
              <a:tabLst>
                <a:tab algn="l" pos="678240"/>
              </a:tabLst>
            </a:pPr>
            <a:r>
              <a:rPr lang="it-IT" sz="1800" b="1" u="none" strike="noStrike">
                <a:solidFill>
                  <a:srgbClr val="050e17"/>
                </a:solidFill>
                <a:effectLst/>
                <a:uFillTx/>
                <a:latin typeface="-apple-system"/>
              </a:rPr>
              <a:t>Dal codice JAVA al file class compilato</a:t>
            </a:r>
            <a:endParaRPr lang="it-IT" sz="1800" b="0" u="none" strike="noStrike">
              <a:solidFill>
                <a:srgbClr val="000000"/>
              </a:solidFill>
              <a:effectLst/>
              <a:uFillTx/>
              <a:latin typeface="Arial"/>
            </a:endParaRPr>
          </a:p>
        </p:txBody>
      </p:sp>
      <p:sp>
        <p:nvSpPr>
          <p:cNvPr id="488" name="CasellaDiTesto 10"/>
          <p:cNvSpPr/>
          <p:nvPr/>
        </p:nvSpPr>
        <p:spPr>
          <a:xfrm>
            <a:off x="3705480" y="381960"/>
            <a:ext cx="6094080" cy="36900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lang="it-IT" sz="1800" b="1" u="none" strike="noStrike">
                <a:solidFill>
                  <a:schemeClr val="dk1"/>
                </a:solidFill>
                <a:effectLst/>
                <a:uFillTx/>
                <a:latin typeface="Calibri"/>
              </a:rPr>
              <a:t>La compilazione ed esecuzione da terminale</a:t>
            </a:r>
            <a:endParaRPr lang="it-IT" sz="1800" b="0" u="none" strike="noStrike">
              <a:solidFill>
                <a:srgbClr val="000000"/>
              </a:solidFill>
              <a:effectLst/>
              <a:uFillTx/>
              <a:latin typeface="Arial"/>
            </a:endParaRPr>
          </a:p>
        </p:txBody>
      </p:sp>
      <p:sp>
        <p:nvSpPr>
          <p:cNvPr id="489" name="CasellaDiTesto 4"/>
          <p:cNvSpPr/>
          <p:nvPr/>
        </p:nvSpPr>
        <p:spPr>
          <a:xfrm>
            <a:off x="426960" y="1995840"/>
            <a:ext cx="11337480" cy="4524120"/>
          </a:xfrm>
          <a:prstGeom prst="rect">
            <a:avLst/>
          </a:prstGeom>
          <a:solidFill>
            <a:schemeClr val="accent2">
              <a:lumMod val="20000"/>
              <a:lumOff val="80000"/>
            </a:schemeClr>
          </a:solidFill>
          <a:ln w="0">
            <a:noFill/>
          </a:ln>
        </p:spPr>
        <p:style>
          <a:lnRef idx="0"/>
          <a:fillRef idx="0"/>
          <a:effectRef idx="0"/>
          <a:fontRef idx="minor"/>
        </p:style>
        <p:txBody>
          <a:bodyPr lIns="90000" rIns="90000" tIns="45000" bIns="45000" anchor="t">
            <a:spAutoFit/>
          </a:bodyPr>
          <a:p>
            <a:pPr defTabSz="914400">
              <a:lnSpc>
                <a:spcPct val="100000"/>
              </a:lnSpc>
            </a:pPr>
            <a:r>
              <a:rPr lang="it-IT" sz="1800" b="0" u="none" strike="noStrike">
                <a:solidFill>
                  <a:srgbClr val="050e17"/>
                </a:solidFill>
                <a:effectLst/>
                <a:uFillTx/>
                <a:latin typeface="-apple-system"/>
              </a:rPr>
              <a:t>Sarà necessario seguire i seguenti passaggi:</a:t>
            </a:r>
            <a:endParaRPr lang="it-IT" sz="1800" b="0" u="none" strike="noStrike">
              <a:solidFill>
                <a:srgbClr val="000000"/>
              </a:solidFill>
              <a:effectLst/>
              <a:uFillTx/>
              <a:latin typeface="Arial"/>
            </a:endParaRPr>
          </a:p>
          <a:p>
            <a:pPr indent="-216000" defTabSz="914400">
              <a:lnSpc>
                <a:spcPct val="100000"/>
              </a:lnSpc>
              <a:buClr>
                <a:srgbClr val="050e17"/>
              </a:buClr>
              <a:buFont typeface="Calibri Light"/>
              <a:buAutoNum type="arabicPeriod"/>
            </a:pPr>
            <a:r>
              <a:rPr lang="it-IT" sz="1800" b="0" u="none" strike="noStrike">
                <a:solidFill>
                  <a:srgbClr val="050e17"/>
                </a:solidFill>
                <a:effectLst/>
                <a:uFillTx/>
                <a:latin typeface="-apple-system"/>
              </a:rPr>
              <a:t>Aprire una finestra del prompt dei comandi (in Windows) o una finestra della shell (in Linux o macOS).</a:t>
            </a:r>
            <a:endParaRPr lang="it-IT" sz="1800" b="0" u="none" strike="noStrike">
              <a:solidFill>
                <a:srgbClr val="000000"/>
              </a:solidFill>
              <a:effectLst/>
              <a:uFillTx/>
              <a:latin typeface="Arial"/>
            </a:endParaRPr>
          </a:p>
          <a:p>
            <a:pPr indent="-216000" defTabSz="914400">
              <a:lnSpc>
                <a:spcPct val="100000"/>
              </a:lnSpc>
              <a:buClr>
                <a:srgbClr val="050e17"/>
              </a:buClr>
              <a:buFont typeface="Calibri Light"/>
              <a:buAutoNum type="arabicPeriod"/>
            </a:pPr>
            <a:r>
              <a:rPr lang="it-IT" sz="1800" b="0" u="none" strike="noStrike">
                <a:solidFill>
                  <a:srgbClr val="050e17"/>
                </a:solidFill>
                <a:effectLst/>
                <a:uFillTx/>
                <a:latin typeface="-apple-system"/>
              </a:rPr>
              <a:t>Navigare nella directory in cui si trova il file sorgente Java che si desidera compilare. Ad esempio, se il file sorgente si trova nella directory "C:\Users\NomeUtente\Documents\Progetti\MyProgramma", è possibile navigare in questa directory utilizzando il comando "cd C:\Users\NomeUtente\Documents\Progetti\MyProgramma" (in Windows) o "cd /Users/NomeUtente/Documents/Progetti/MyProgramma" (in Linux o macOS).</a:t>
            </a:r>
            <a:endParaRPr lang="it-IT" sz="1800" b="0" u="none" strike="noStrike">
              <a:solidFill>
                <a:srgbClr val="000000"/>
              </a:solidFill>
              <a:effectLst/>
              <a:uFillTx/>
              <a:latin typeface="Arial"/>
            </a:endParaRPr>
          </a:p>
          <a:p>
            <a:pPr indent="-216000" defTabSz="914400">
              <a:lnSpc>
                <a:spcPct val="100000"/>
              </a:lnSpc>
              <a:buClr>
                <a:srgbClr val="050e17"/>
              </a:buClr>
              <a:buFont typeface="Calibri Light"/>
              <a:buAutoNum type="arabicPeriod"/>
            </a:pPr>
            <a:r>
              <a:rPr lang="it-IT" sz="1800" b="0" u="none" strike="noStrike">
                <a:solidFill>
                  <a:srgbClr val="050e17"/>
                </a:solidFill>
                <a:effectLst/>
                <a:uFillTx/>
                <a:latin typeface="-apple-system"/>
              </a:rPr>
              <a:t>Assicurarsi che la variabile di ambiente "JAVA_HOME" sia configurata correttamente per puntare alla directory di installazione di Java sul proprio computer. È inoltre necessario assicurarsi che la variabile di ambiente "PATH" includa la directory "bin" della directory di installazione di Java. Questo consente di utilizzare il comando "javac" per compilare il programma.</a:t>
            </a:r>
            <a:endParaRPr lang="it-IT" sz="1800" b="0" u="none" strike="noStrike">
              <a:solidFill>
                <a:srgbClr val="000000"/>
              </a:solidFill>
              <a:effectLst/>
              <a:uFillTx/>
              <a:latin typeface="Arial"/>
            </a:endParaRPr>
          </a:p>
          <a:p>
            <a:pPr indent="-216000" defTabSz="914400">
              <a:lnSpc>
                <a:spcPct val="100000"/>
              </a:lnSpc>
              <a:buClr>
                <a:srgbClr val="050e17"/>
              </a:buClr>
              <a:buFont typeface="Calibri Light"/>
              <a:buAutoNum type="arabicPeriod"/>
            </a:pPr>
            <a:r>
              <a:rPr lang="it-IT" sz="1800" b="0" u="none" strike="noStrike">
                <a:solidFill>
                  <a:srgbClr val="050e17"/>
                </a:solidFill>
                <a:effectLst/>
                <a:uFillTx/>
                <a:latin typeface="-apple-system"/>
              </a:rPr>
              <a:t>Utilizzare il comando "javac" per compilare il file sorgente Java. Ad esempio, se il file sorgente si chiama "MyProgramma.java", è possibile compilare il programma utilizzando il comando "javac MyProgramma.java". Questo comando creerà un file "MyProgramma.class" nella stessa directory del file sorgente.</a:t>
            </a:r>
            <a:endParaRPr lang="it-IT" sz="1800" b="0" u="none" strike="noStrike">
              <a:solidFill>
                <a:srgbClr val="000000"/>
              </a:solidFill>
              <a:effectLst/>
              <a:uFillTx/>
              <a:latin typeface="Arial"/>
            </a:endParaRPr>
          </a:p>
          <a:p>
            <a:pPr indent="-216000" defTabSz="914400">
              <a:lnSpc>
                <a:spcPct val="100000"/>
              </a:lnSpc>
              <a:buClr>
                <a:srgbClr val="050e17"/>
              </a:buClr>
              <a:buFont typeface="Calibri Light"/>
              <a:buAutoNum type="arabicPeriod"/>
            </a:pPr>
            <a:r>
              <a:rPr lang="it-IT" sz="1800" b="0" u="none" strike="noStrike">
                <a:solidFill>
                  <a:srgbClr val="050e17"/>
                </a:solidFill>
                <a:effectLst/>
                <a:uFillTx/>
                <a:latin typeface="-apple-system"/>
              </a:rPr>
              <a:t>Se la compilazione ha avuto successo, è possibile eseguire il programma utilizzando il comando "java". Ad esempio, se il file sorgente contiene un metodo chiamato "main", è possibile eseguire il programma utilizzando il comando "java MyProgramma".</a:t>
            </a:r>
            <a:endParaRPr lang="it-IT"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7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490" name="Picture 2" descr="Java Logo, symbol, meaning, history, PNG, brand"/>
          <p:cNvPicPr/>
          <p:nvPr/>
        </p:nvPicPr>
        <p:blipFill>
          <a:blip r:embed="rId1"/>
          <a:stretch/>
        </p:blipFill>
        <p:spPr>
          <a:xfrm>
            <a:off x="10632600" y="0"/>
            <a:ext cx="1420560" cy="795240"/>
          </a:xfrm>
          <a:prstGeom prst="rect">
            <a:avLst/>
          </a:prstGeom>
          <a:noFill/>
          <a:ln w="0">
            <a:noFill/>
          </a:ln>
        </p:spPr>
      </p:pic>
      <p:sp>
        <p:nvSpPr>
          <p:cNvPr id="491" name="CasellaDiTesto 2"/>
          <p:cNvSpPr/>
          <p:nvPr/>
        </p:nvSpPr>
        <p:spPr>
          <a:xfrm>
            <a:off x="281880" y="421920"/>
            <a:ext cx="3114000" cy="373320"/>
          </a:xfrm>
          <a:prstGeom prst="rect">
            <a:avLst/>
          </a:prstGeom>
          <a:solidFill>
            <a:schemeClr val="accent2">
              <a:lumMod val="40000"/>
              <a:lumOff val="60000"/>
            </a:schemeClr>
          </a:solidFill>
          <a:ln w="0">
            <a:noFill/>
          </a:ln>
        </p:spPr>
        <p:style>
          <a:lnRef idx="0"/>
          <a:fillRef idx="0"/>
          <a:effectRef idx="0"/>
          <a:fontRef idx="minor"/>
        </p:style>
        <p:txBody>
          <a:bodyPr lIns="90000" rIns="90000" tIns="45000" bIns="45000" anchor="t">
            <a:spAutoFit/>
          </a:bodyPr>
          <a:p>
            <a:pPr algn="just" defTabSz="914400">
              <a:lnSpc>
                <a:spcPct val="107000"/>
              </a:lnSpc>
              <a:spcAft>
                <a:spcPts val="799"/>
              </a:spcAft>
              <a:tabLst>
                <a:tab algn="l" pos="678240"/>
              </a:tabLst>
            </a:pPr>
            <a:r>
              <a:rPr lang="it-IT" sz="1800" b="1" u="none" strike="noStrike">
                <a:solidFill>
                  <a:srgbClr val="050e17"/>
                </a:solidFill>
                <a:effectLst/>
                <a:uFillTx/>
                <a:latin typeface="-apple-system"/>
              </a:rPr>
              <a:t>Eseguiamo il programma</a:t>
            </a:r>
            <a:endParaRPr lang="it-IT" sz="1800" b="0" u="none" strike="noStrike">
              <a:solidFill>
                <a:srgbClr val="000000"/>
              </a:solidFill>
              <a:effectLst/>
              <a:uFillTx/>
              <a:latin typeface="Arial"/>
            </a:endParaRPr>
          </a:p>
        </p:txBody>
      </p:sp>
      <p:sp>
        <p:nvSpPr>
          <p:cNvPr id="492" name="CasellaDiTesto 3"/>
          <p:cNvSpPr/>
          <p:nvPr/>
        </p:nvSpPr>
        <p:spPr>
          <a:xfrm>
            <a:off x="3702240" y="795600"/>
            <a:ext cx="8350920" cy="64584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lang="it-IT" sz="1800" b="0" u="none" strike="noStrike">
                <a:solidFill>
                  <a:srgbClr val="050e17"/>
                </a:solidFill>
                <a:effectLst/>
                <a:uFillTx/>
                <a:latin typeface="-apple-system"/>
              </a:rPr>
              <a:t>Una volta che è stato compilato il programma Java utilizzando il comando "javac" da prompt dei comandi, si può eseguirlo utilizzando il comando "java".</a:t>
            </a:r>
            <a:endParaRPr lang="it-IT" sz="1800" b="0" u="none" strike="noStrike">
              <a:solidFill>
                <a:srgbClr val="000000"/>
              </a:solidFill>
              <a:effectLst/>
              <a:uFillTx/>
              <a:latin typeface="Arial"/>
            </a:endParaRPr>
          </a:p>
        </p:txBody>
      </p:sp>
      <p:sp>
        <p:nvSpPr>
          <p:cNvPr id="493" name="CasellaDiTesto 7"/>
          <p:cNvSpPr/>
          <p:nvPr/>
        </p:nvSpPr>
        <p:spPr>
          <a:xfrm>
            <a:off x="281880" y="932040"/>
            <a:ext cx="3114000" cy="671400"/>
          </a:xfrm>
          <a:prstGeom prst="rect">
            <a:avLst/>
          </a:prstGeom>
          <a:solidFill>
            <a:schemeClr val="accent1">
              <a:lumMod val="40000"/>
              <a:lumOff val="60000"/>
            </a:schemeClr>
          </a:solidFill>
          <a:ln w="0">
            <a:noFill/>
          </a:ln>
        </p:spPr>
        <p:style>
          <a:lnRef idx="0"/>
          <a:fillRef idx="0"/>
          <a:effectRef idx="0"/>
          <a:fontRef idx="minor"/>
        </p:style>
        <p:txBody>
          <a:bodyPr lIns="90000" rIns="90000" tIns="45000" bIns="45000" anchor="t">
            <a:spAutoFit/>
          </a:bodyPr>
          <a:p>
            <a:pPr algn="just" defTabSz="914400">
              <a:lnSpc>
                <a:spcPct val="107000"/>
              </a:lnSpc>
              <a:spcAft>
                <a:spcPts val="799"/>
              </a:spcAft>
              <a:tabLst>
                <a:tab algn="l" pos="678240"/>
              </a:tabLst>
            </a:pPr>
            <a:r>
              <a:rPr lang="it-IT" sz="1800" b="1" u="none" strike="noStrike">
                <a:solidFill>
                  <a:srgbClr val="050e17"/>
                </a:solidFill>
                <a:effectLst/>
                <a:uFillTx/>
                <a:latin typeface="-apple-system"/>
              </a:rPr>
              <a:t>Dal codice JAVA al file class compilato</a:t>
            </a:r>
            <a:endParaRPr lang="it-IT" sz="1800" b="0" u="none" strike="noStrike">
              <a:solidFill>
                <a:srgbClr val="000000"/>
              </a:solidFill>
              <a:effectLst/>
              <a:uFillTx/>
              <a:latin typeface="Arial"/>
            </a:endParaRPr>
          </a:p>
        </p:txBody>
      </p:sp>
      <p:sp>
        <p:nvSpPr>
          <p:cNvPr id="494" name="CasellaDiTesto 10"/>
          <p:cNvSpPr/>
          <p:nvPr/>
        </p:nvSpPr>
        <p:spPr>
          <a:xfrm>
            <a:off x="3705480" y="381960"/>
            <a:ext cx="6094080" cy="36900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lang="it-IT" sz="1800" b="1" u="none" strike="noStrike">
                <a:solidFill>
                  <a:schemeClr val="dk1"/>
                </a:solidFill>
                <a:effectLst/>
                <a:uFillTx/>
                <a:latin typeface="Calibri"/>
              </a:rPr>
              <a:t>La compilazione ed esecuzione da terminale</a:t>
            </a:r>
            <a:endParaRPr lang="it-IT"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7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495" name="Picture 2" descr="Java Logo, symbol, meaning, history, PNG, brand"/>
          <p:cNvPicPr/>
          <p:nvPr/>
        </p:nvPicPr>
        <p:blipFill>
          <a:blip r:embed="rId1"/>
          <a:stretch/>
        </p:blipFill>
        <p:spPr>
          <a:xfrm>
            <a:off x="10632600" y="0"/>
            <a:ext cx="1420560" cy="795240"/>
          </a:xfrm>
          <a:prstGeom prst="rect">
            <a:avLst/>
          </a:prstGeom>
          <a:noFill/>
          <a:ln w="0">
            <a:noFill/>
          </a:ln>
        </p:spPr>
      </p:pic>
      <p:sp>
        <p:nvSpPr>
          <p:cNvPr id="496" name="CasellaDiTesto 2"/>
          <p:cNvSpPr/>
          <p:nvPr/>
        </p:nvSpPr>
        <p:spPr>
          <a:xfrm>
            <a:off x="281880" y="421920"/>
            <a:ext cx="3114000" cy="373320"/>
          </a:xfrm>
          <a:prstGeom prst="rect">
            <a:avLst/>
          </a:prstGeom>
          <a:solidFill>
            <a:schemeClr val="accent2">
              <a:lumMod val="40000"/>
              <a:lumOff val="60000"/>
            </a:schemeClr>
          </a:solidFill>
          <a:ln w="0">
            <a:noFill/>
          </a:ln>
        </p:spPr>
        <p:style>
          <a:lnRef idx="0"/>
          <a:fillRef idx="0"/>
          <a:effectRef idx="0"/>
          <a:fontRef idx="minor"/>
        </p:style>
        <p:txBody>
          <a:bodyPr lIns="90000" rIns="90000" tIns="45000" bIns="45000" anchor="t">
            <a:spAutoFit/>
          </a:bodyPr>
          <a:p>
            <a:pPr algn="just" defTabSz="914400">
              <a:lnSpc>
                <a:spcPct val="107000"/>
              </a:lnSpc>
              <a:spcAft>
                <a:spcPts val="799"/>
              </a:spcAft>
              <a:tabLst>
                <a:tab algn="l" pos="678240"/>
              </a:tabLst>
            </a:pPr>
            <a:r>
              <a:rPr lang="it-IT" sz="1800" b="1" u="none" strike="noStrike">
                <a:solidFill>
                  <a:srgbClr val="050e17"/>
                </a:solidFill>
                <a:effectLst/>
                <a:uFillTx/>
                <a:latin typeface="-apple-system"/>
              </a:rPr>
              <a:t>Eseguiamo il programma</a:t>
            </a:r>
            <a:endParaRPr lang="it-IT" sz="1800" b="0" u="none" strike="noStrike">
              <a:solidFill>
                <a:srgbClr val="000000"/>
              </a:solidFill>
              <a:effectLst/>
              <a:uFillTx/>
              <a:latin typeface="Arial"/>
            </a:endParaRPr>
          </a:p>
        </p:txBody>
      </p:sp>
      <p:sp>
        <p:nvSpPr>
          <p:cNvPr id="497" name="CasellaDiTesto 3"/>
          <p:cNvSpPr/>
          <p:nvPr/>
        </p:nvSpPr>
        <p:spPr>
          <a:xfrm>
            <a:off x="3702240" y="795600"/>
            <a:ext cx="8350920" cy="64584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lang="it-IT" sz="1800" b="0" u="none" strike="noStrike">
                <a:solidFill>
                  <a:srgbClr val="050e17"/>
                </a:solidFill>
                <a:effectLst/>
                <a:uFillTx/>
                <a:latin typeface="-apple-system"/>
              </a:rPr>
              <a:t>Una volta che è stato compilato il programma Java utilizzando il comando "javac" da prompt dei comandi, si può eseguirlo utilizzando il comando "java".</a:t>
            </a:r>
            <a:endParaRPr lang="it-IT" sz="1800" b="0" u="none" strike="noStrike">
              <a:solidFill>
                <a:srgbClr val="000000"/>
              </a:solidFill>
              <a:effectLst/>
              <a:uFillTx/>
              <a:latin typeface="Arial"/>
            </a:endParaRPr>
          </a:p>
        </p:txBody>
      </p:sp>
      <p:sp>
        <p:nvSpPr>
          <p:cNvPr id="498" name="CasellaDiTesto 7"/>
          <p:cNvSpPr/>
          <p:nvPr/>
        </p:nvSpPr>
        <p:spPr>
          <a:xfrm>
            <a:off x="281880" y="932040"/>
            <a:ext cx="3114000" cy="671400"/>
          </a:xfrm>
          <a:prstGeom prst="rect">
            <a:avLst/>
          </a:prstGeom>
          <a:solidFill>
            <a:schemeClr val="accent1">
              <a:lumMod val="40000"/>
              <a:lumOff val="60000"/>
            </a:schemeClr>
          </a:solidFill>
          <a:ln w="0">
            <a:noFill/>
          </a:ln>
        </p:spPr>
        <p:style>
          <a:lnRef idx="0"/>
          <a:fillRef idx="0"/>
          <a:effectRef idx="0"/>
          <a:fontRef idx="minor"/>
        </p:style>
        <p:txBody>
          <a:bodyPr lIns="90000" rIns="90000" tIns="45000" bIns="45000" anchor="t">
            <a:spAutoFit/>
          </a:bodyPr>
          <a:p>
            <a:pPr algn="just" defTabSz="914400">
              <a:lnSpc>
                <a:spcPct val="107000"/>
              </a:lnSpc>
              <a:spcAft>
                <a:spcPts val="799"/>
              </a:spcAft>
              <a:tabLst>
                <a:tab algn="l" pos="678240"/>
              </a:tabLst>
            </a:pPr>
            <a:r>
              <a:rPr lang="it-IT" sz="1800" b="1" u="none" strike="noStrike">
                <a:solidFill>
                  <a:srgbClr val="050e17"/>
                </a:solidFill>
                <a:effectLst/>
                <a:uFillTx/>
                <a:latin typeface="-apple-system"/>
              </a:rPr>
              <a:t>Dal codice JAVA al file class compilato</a:t>
            </a:r>
            <a:endParaRPr lang="it-IT" sz="1800" b="0" u="none" strike="noStrike">
              <a:solidFill>
                <a:srgbClr val="000000"/>
              </a:solidFill>
              <a:effectLst/>
              <a:uFillTx/>
              <a:latin typeface="Arial"/>
            </a:endParaRPr>
          </a:p>
        </p:txBody>
      </p:sp>
      <p:sp>
        <p:nvSpPr>
          <p:cNvPr id="499" name="CasellaDiTesto 10"/>
          <p:cNvSpPr/>
          <p:nvPr/>
        </p:nvSpPr>
        <p:spPr>
          <a:xfrm>
            <a:off x="3705480" y="381960"/>
            <a:ext cx="6094080" cy="36900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lang="it-IT" sz="1800" b="1" u="none" strike="noStrike">
                <a:solidFill>
                  <a:schemeClr val="dk1"/>
                </a:solidFill>
                <a:effectLst/>
                <a:uFillTx/>
                <a:latin typeface="Calibri"/>
              </a:rPr>
              <a:t>La compilazione ed esecuzione da terminale</a:t>
            </a:r>
            <a:endParaRPr lang="it-IT" sz="1800" b="0" u="none" strike="noStrike">
              <a:solidFill>
                <a:srgbClr val="000000"/>
              </a:solidFill>
              <a:effectLst/>
              <a:uFillTx/>
              <a:latin typeface="Arial"/>
            </a:endParaRPr>
          </a:p>
        </p:txBody>
      </p:sp>
      <p:sp>
        <p:nvSpPr>
          <p:cNvPr id="500" name="CasellaDiTesto 5"/>
          <p:cNvSpPr/>
          <p:nvPr/>
        </p:nvSpPr>
        <p:spPr>
          <a:xfrm>
            <a:off x="191880" y="1546920"/>
            <a:ext cx="11599920" cy="92304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lang="it-IT" sz="1800" b="0" u="none" strike="noStrike">
                <a:solidFill>
                  <a:srgbClr val="050e17"/>
                </a:solidFill>
                <a:effectLst/>
                <a:uFillTx/>
                <a:latin typeface="-apple-system"/>
              </a:rPr>
              <a:t>Per eseguire il programma, si deve specificare il nome della classe contenente il metodo "main". </a:t>
            </a:r>
            <a:br>
              <a:rPr sz="1800"/>
            </a:br>
            <a:r>
              <a:rPr lang="it-IT" sz="1800" b="0" u="none" strike="noStrike">
                <a:solidFill>
                  <a:srgbClr val="050e17"/>
                </a:solidFill>
                <a:effectLst/>
                <a:uFillTx/>
                <a:latin typeface="-apple-system"/>
              </a:rPr>
              <a:t>Ad esempio, se la classe è quella di poc’anzi, si chiama "MyProgramma" si può eseguire il programma utilizzando il comando seguente:</a:t>
            </a:r>
            <a:endParaRPr lang="it-IT"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7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501" name="Picture 2" descr="Java Logo, symbol, meaning, history, PNG, brand"/>
          <p:cNvPicPr/>
          <p:nvPr/>
        </p:nvPicPr>
        <p:blipFill>
          <a:blip r:embed="rId1"/>
          <a:stretch/>
        </p:blipFill>
        <p:spPr>
          <a:xfrm>
            <a:off x="10632600" y="0"/>
            <a:ext cx="1420560" cy="795240"/>
          </a:xfrm>
          <a:prstGeom prst="rect">
            <a:avLst/>
          </a:prstGeom>
          <a:noFill/>
          <a:ln w="0">
            <a:noFill/>
          </a:ln>
        </p:spPr>
      </p:pic>
      <p:sp>
        <p:nvSpPr>
          <p:cNvPr id="502" name="CasellaDiTesto 2"/>
          <p:cNvSpPr/>
          <p:nvPr/>
        </p:nvSpPr>
        <p:spPr>
          <a:xfrm>
            <a:off x="281880" y="421920"/>
            <a:ext cx="3114000" cy="373320"/>
          </a:xfrm>
          <a:prstGeom prst="rect">
            <a:avLst/>
          </a:prstGeom>
          <a:solidFill>
            <a:schemeClr val="accent2">
              <a:lumMod val="40000"/>
              <a:lumOff val="60000"/>
            </a:schemeClr>
          </a:solidFill>
          <a:ln w="0">
            <a:noFill/>
          </a:ln>
        </p:spPr>
        <p:style>
          <a:lnRef idx="0"/>
          <a:fillRef idx="0"/>
          <a:effectRef idx="0"/>
          <a:fontRef idx="minor"/>
        </p:style>
        <p:txBody>
          <a:bodyPr lIns="90000" rIns="90000" tIns="45000" bIns="45000" anchor="t">
            <a:spAutoFit/>
          </a:bodyPr>
          <a:p>
            <a:pPr algn="just" defTabSz="914400">
              <a:lnSpc>
                <a:spcPct val="107000"/>
              </a:lnSpc>
              <a:spcAft>
                <a:spcPts val="799"/>
              </a:spcAft>
              <a:tabLst>
                <a:tab algn="l" pos="678240"/>
              </a:tabLst>
            </a:pPr>
            <a:r>
              <a:rPr lang="it-IT" sz="1800" b="1" u="none" strike="noStrike">
                <a:solidFill>
                  <a:srgbClr val="050e17"/>
                </a:solidFill>
                <a:effectLst/>
                <a:uFillTx/>
                <a:latin typeface="-apple-system"/>
              </a:rPr>
              <a:t>Eseguiamo il programma</a:t>
            </a:r>
            <a:endParaRPr lang="it-IT" sz="1800" b="0" u="none" strike="noStrike">
              <a:solidFill>
                <a:srgbClr val="000000"/>
              </a:solidFill>
              <a:effectLst/>
              <a:uFillTx/>
              <a:latin typeface="Arial"/>
            </a:endParaRPr>
          </a:p>
        </p:txBody>
      </p:sp>
      <p:sp>
        <p:nvSpPr>
          <p:cNvPr id="503" name="CasellaDiTesto 3"/>
          <p:cNvSpPr/>
          <p:nvPr/>
        </p:nvSpPr>
        <p:spPr>
          <a:xfrm>
            <a:off x="3702240" y="795600"/>
            <a:ext cx="8350920" cy="64584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lang="it-IT" sz="1800" b="0" u="none" strike="noStrike">
                <a:solidFill>
                  <a:srgbClr val="050e17"/>
                </a:solidFill>
                <a:effectLst/>
                <a:uFillTx/>
                <a:latin typeface="-apple-system"/>
              </a:rPr>
              <a:t>Una volta che è stato compilato il programma Java utilizzando il comando "javac" da prompt dei comandi, si può eseguirlo utilizzando il comando "java".</a:t>
            </a:r>
            <a:endParaRPr lang="it-IT" sz="1800" b="0" u="none" strike="noStrike">
              <a:solidFill>
                <a:srgbClr val="000000"/>
              </a:solidFill>
              <a:effectLst/>
              <a:uFillTx/>
              <a:latin typeface="Arial"/>
            </a:endParaRPr>
          </a:p>
        </p:txBody>
      </p:sp>
      <p:sp>
        <p:nvSpPr>
          <p:cNvPr id="504" name="CasellaDiTesto 7"/>
          <p:cNvSpPr/>
          <p:nvPr/>
        </p:nvSpPr>
        <p:spPr>
          <a:xfrm>
            <a:off x="281880" y="932040"/>
            <a:ext cx="3114000" cy="671400"/>
          </a:xfrm>
          <a:prstGeom prst="rect">
            <a:avLst/>
          </a:prstGeom>
          <a:solidFill>
            <a:schemeClr val="accent1">
              <a:lumMod val="40000"/>
              <a:lumOff val="60000"/>
            </a:schemeClr>
          </a:solidFill>
          <a:ln w="0">
            <a:noFill/>
          </a:ln>
        </p:spPr>
        <p:style>
          <a:lnRef idx="0"/>
          <a:fillRef idx="0"/>
          <a:effectRef idx="0"/>
          <a:fontRef idx="minor"/>
        </p:style>
        <p:txBody>
          <a:bodyPr lIns="90000" rIns="90000" tIns="45000" bIns="45000" anchor="t">
            <a:spAutoFit/>
          </a:bodyPr>
          <a:p>
            <a:pPr algn="just" defTabSz="914400">
              <a:lnSpc>
                <a:spcPct val="107000"/>
              </a:lnSpc>
              <a:spcAft>
                <a:spcPts val="799"/>
              </a:spcAft>
              <a:tabLst>
                <a:tab algn="l" pos="678240"/>
              </a:tabLst>
            </a:pPr>
            <a:r>
              <a:rPr lang="it-IT" sz="1800" b="1" u="none" strike="noStrike">
                <a:solidFill>
                  <a:srgbClr val="050e17"/>
                </a:solidFill>
                <a:effectLst/>
                <a:uFillTx/>
                <a:latin typeface="-apple-system"/>
              </a:rPr>
              <a:t>Dal codice JAVA al file class compilato</a:t>
            </a:r>
            <a:endParaRPr lang="it-IT" sz="1800" b="0" u="none" strike="noStrike">
              <a:solidFill>
                <a:srgbClr val="000000"/>
              </a:solidFill>
              <a:effectLst/>
              <a:uFillTx/>
              <a:latin typeface="Arial"/>
            </a:endParaRPr>
          </a:p>
        </p:txBody>
      </p:sp>
      <p:sp>
        <p:nvSpPr>
          <p:cNvPr id="505" name="CasellaDiTesto 10"/>
          <p:cNvSpPr/>
          <p:nvPr/>
        </p:nvSpPr>
        <p:spPr>
          <a:xfrm>
            <a:off x="3705480" y="381960"/>
            <a:ext cx="6094080" cy="36900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lang="it-IT" sz="1800" b="1" u="none" strike="noStrike">
                <a:solidFill>
                  <a:schemeClr val="dk1"/>
                </a:solidFill>
                <a:effectLst/>
                <a:uFillTx/>
                <a:latin typeface="Calibri"/>
              </a:rPr>
              <a:t>La compilazione ed esecuzione da terminale</a:t>
            </a:r>
            <a:endParaRPr lang="it-IT" sz="1800" b="0" u="none" strike="noStrike">
              <a:solidFill>
                <a:srgbClr val="000000"/>
              </a:solidFill>
              <a:effectLst/>
              <a:uFillTx/>
              <a:latin typeface="Arial"/>
            </a:endParaRPr>
          </a:p>
        </p:txBody>
      </p:sp>
      <p:sp>
        <p:nvSpPr>
          <p:cNvPr id="506" name="CasellaDiTesto 5"/>
          <p:cNvSpPr/>
          <p:nvPr/>
        </p:nvSpPr>
        <p:spPr>
          <a:xfrm>
            <a:off x="191880" y="1546920"/>
            <a:ext cx="11599920" cy="92304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lang="it-IT" sz="1800" b="0" u="none" strike="noStrike">
                <a:solidFill>
                  <a:srgbClr val="050e17"/>
                </a:solidFill>
                <a:effectLst/>
                <a:uFillTx/>
                <a:latin typeface="-apple-system"/>
              </a:rPr>
              <a:t>Per eseguire il programma, si deve specificare il nome della classe contenente il metodo "main". </a:t>
            </a:r>
            <a:br>
              <a:rPr sz="1800"/>
            </a:br>
            <a:r>
              <a:rPr lang="it-IT" sz="1800" b="0" u="none" strike="noStrike">
                <a:solidFill>
                  <a:srgbClr val="050e17"/>
                </a:solidFill>
                <a:effectLst/>
                <a:uFillTx/>
                <a:latin typeface="-apple-system"/>
              </a:rPr>
              <a:t>Ad esempio, se la classe è quella di poc’anzi, si chiama "MyProgramma" si può eseguire il programma utilizzando il comando seguente:</a:t>
            </a:r>
            <a:endParaRPr lang="it-IT" sz="1800" b="0" u="none" strike="noStrike">
              <a:solidFill>
                <a:srgbClr val="000000"/>
              </a:solidFill>
              <a:effectLst/>
              <a:uFillTx/>
              <a:latin typeface="Arial"/>
            </a:endParaRPr>
          </a:p>
        </p:txBody>
      </p:sp>
      <p:sp>
        <p:nvSpPr>
          <p:cNvPr id="507" name="Rectangle 4"/>
          <p:cNvSpPr/>
          <p:nvPr/>
        </p:nvSpPr>
        <p:spPr>
          <a:xfrm>
            <a:off x="281880" y="2575440"/>
            <a:ext cx="2314440" cy="307440"/>
          </a:xfrm>
          <a:prstGeom prst="rect">
            <a:avLst/>
          </a:prstGeom>
          <a:solidFill>
            <a:srgbClr val="2b2b2b"/>
          </a:solidFill>
          <a:ln w="0">
            <a:noFill/>
          </a:ln>
        </p:spPr>
        <p:style>
          <a:lnRef idx="0"/>
          <a:fillRef idx="0"/>
          <a:effectRef idx="0"/>
          <a:fontRef idx="minor"/>
        </p:style>
        <p:txBody>
          <a:bodyPr numCol="1" spcCol="0" wrap="none" lIns="0" rIns="0" tIns="0" bIns="0" anchor="ctr">
            <a:spAutoFit/>
          </a:bodyPr>
          <a:p>
            <a:pPr defTabSz="914400">
              <a:lnSpc>
                <a:spcPct val="100000"/>
              </a:lnSpc>
              <a:tabLst>
                <a:tab algn="l" pos="0"/>
              </a:tabLst>
            </a:pPr>
            <a:r>
              <a:rPr lang="it-IT" sz="2000" b="0" u="none" strike="noStrike">
                <a:solidFill>
                  <a:srgbClr val="ffd700"/>
                </a:solidFill>
                <a:effectLst/>
                <a:uFillTx/>
                <a:latin typeface="Consolas"/>
              </a:rPr>
              <a:t>java MyProgramma</a:t>
            </a:r>
            <a:r>
              <a:rPr lang="it-IT" sz="2000" b="0" u="none" strike="noStrike">
                <a:solidFill>
                  <a:schemeClr val="dk1"/>
                </a:solidFill>
                <a:effectLst/>
                <a:uFillTx/>
                <a:latin typeface="Calibri"/>
              </a:rPr>
              <a:t> </a:t>
            </a:r>
            <a:endParaRPr lang="it-IT" sz="20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7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508" name="Picture 2" descr="Java Logo, symbol, meaning, history, PNG, brand"/>
          <p:cNvPicPr/>
          <p:nvPr/>
        </p:nvPicPr>
        <p:blipFill>
          <a:blip r:embed="rId1"/>
          <a:stretch/>
        </p:blipFill>
        <p:spPr>
          <a:xfrm>
            <a:off x="10632600" y="0"/>
            <a:ext cx="1420560" cy="795240"/>
          </a:xfrm>
          <a:prstGeom prst="rect">
            <a:avLst/>
          </a:prstGeom>
          <a:noFill/>
          <a:ln w="0">
            <a:noFill/>
          </a:ln>
        </p:spPr>
      </p:pic>
      <p:sp>
        <p:nvSpPr>
          <p:cNvPr id="509" name="CasellaDiTesto 2"/>
          <p:cNvSpPr/>
          <p:nvPr/>
        </p:nvSpPr>
        <p:spPr>
          <a:xfrm>
            <a:off x="281880" y="421920"/>
            <a:ext cx="3114000" cy="373320"/>
          </a:xfrm>
          <a:prstGeom prst="rect">
            <a:avLst/>
          </a:prstGeom>
          <a:solidFill>
            <a:schemeClr val="accent2">
              <a:lumMod val="40000"/>
              <a:lumOff val="60000"/>
            </a:schemeClr>
          </a:solidFill>
          <a:ln w="0">
            <a:noFill/>
          </a:ln>
        </p:spPr>
        <p:style>
          <a:lnRef idx="0"/>
          <a:fillRef idx="0"/>
          <a:effectRef idx="0"/>
          <a:fontRef idx="minor"/>
        </p:style>
        <p:txBody>
          <a:bodyPr lIns="90000" rIns="90000" tIns="45000" bIns="45000" anchor="t">
            <a:spAutoFit/>
          </a:bodyPr>
          <a:p>
            <a:pPr algn="just" defTabSz="914400">
              <a:lnSpc>
                <a:spcPct val="107000"/>
              </a:lnSpc>
              <a:spcAft>
                <a:spcPts val="799"/>
              </a:spcAft>
              <a:tabLst>
                <a:tab algn="l" pos="678240"/>
              </a:tabLst>
            </a:pPr>
            <a:r>
              <a:rPr lang="it-IT" sz="1800" b="1" u="none" strike="noStrike">
                <a:solidFill>
                  <a:srgbClr val="050e17"/>
                </a:solidFill>
                <a:effectLst/>
                <a:uFillTx/>
                <a:latin typeface="-apple-system"/>
              </a:rPr>
              <a:t>Eseguiamo il programma</a:t>
            </a:r>
            <a:endParaRPr lang="it-IT" sz="1800" b="0" u="none" strike="noStrike">
              <a:solidFill>
                <a:srgbClr val="000000"/>
              </a:solidFill>
              <a:effectLst/>
              <a:uFillTx/>
              <a:latin typeface="Arial"/>
            </a:endParaRPr>
          </a:p>
        </p:txBody>
      </p:sp>
      <p:sp>
        <p:nvSpPr>
          <p:cNvPr id="510" name="CasellaDiTesto 3"/>
          <p:cNvSpPr/>
          <p:nvPr/>
        </p:nvSpPr>
        <p:spPr>
          <a:xfrm>
            <a:off x="3702240" y="795600"/>
            <a:ext cx="8350920" cy="64584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lang="it-IT" sz="1800" b="0" u="none" strike="noStrike">
                <a:solidFill>
                  <a:srgbClr val="050e17"/>
                </a:solidFill>
                <a:effectLst/>
                <a:uFillTx/>
                <a:latin typeface="-apple-system"/>
              </a:rPr>
              <a:t>Una volta che è stato compilato il programma Java utilizzando il comando "javac" da prompt dei comandi, si può eseguirlo utilizzando il comando "java".</a:t>
            </a:r>
            <a:endParaRPr lang="it-IT" sz="1800" b="0" u="none" strike="noStrike">
              <a:solidFill>
                <a:srgbClr val="000000"/>
              </a:solidFill>
              <a:effectLst/>
              <a:uFillTx/>
              <a:latin typeface="Arial"/>
            </a:endParaRPr>
          </a:p>
        </p:txBody>
      </p:sp>
      <p:sp>
        <p:nvSpPr>
          <p:cNvPr id="511" name="CasellaDiTesto 7"/>
          <p:cNvSpPr/>
          <p:nvPr/>
        </p:nvSpPr>
        <p:spPr>
          <a:xfrm>
            <a:off x="281880" y="932040"/>
            <a:ext cx="3114000" cy="671400"/>
          </a:xfrm>
          <a:prstGeom prst="rect">
            <a:avLst/>
          </a:prstGeom>
          <a:solidFill>
            <a:schemeClr val="accent1">
              <a:lumMod val="40000"/>
              <a:lumOff val="60000"/>
            </a:schemeClr>
          </a:solidFill>
          <a:ln w="0">
            <a:noFill/>
          </a:ln>
        </p:spPr>
        <p:style>
          <a:lnRef idx="0"/>
          <a:fillRef idx="0"/>
          <a:effectRef idx="0"/>
          <a:fontRef idx="minor"/>
        </p:style>
        <p:txBody>
          <a:bodyPr lIns="90000" rIns="90000" tIns="45000" bIns="45000" anchor="t">
            <a:spAutoFit/>
          </a:bodyPr>
          <a:p>
            <a:pPr algn="just" defTabSz="914400">
              <a:lnSpc>
                <a:spcPct val="107000"/>
              </a:lnSpc>
              <a:spcAft>
                <a:spcPts val="799"/>
              </a:spcAft>
              <a:tabLst>
                <a:tab algn="l" pos="678240"/>
              </a:tabLst>
            </a:pPr>
            <a:r>
              <a:rPr lang="it-IT" sz="1800" b="1" u="none" strike="noStrike">
                <a:solidFill>
                  <a:srgbClr val="050e17"/>
                </a:solidFill>
                <a:effectLst/>
                <a:uFillTx/>
                <a:latin typeface="-apple-system"/>
              </a:rPr>
              <a:t>Dal codice JAVA al file class compilato</a:t>
            </a:r>
            <a:endParaRPr lang="it-IT" sz="1800" b="0" u="none" strike="noStrike">
              <a:solidFill>
                <a:srgbClr val="000000"/>
              </a:solidFill>
              <a:effectLst/>
              <a:uFillTx/>
              <a:latin typeface="Arial"/>
            </a:endParaRPr>
          </a:p>
        </p:txBody>
      </p:sp>
      <p:sp>
        <p:nvSpPr>
          <p:cNvPr id="512" name="CasellaDiTesto 10"/>
          <p:cNvSpPr/>
          <p:nvPr/>
        </p:nvSpPr>
        <p:spPr>
          <a:xfrm>
            <a:off x="3705480" y="381960"/>
            <a:ext cx="6094080" cy="36900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lang="it-IT" sz="1800" b="1" u="none" strike="noStrike">
                <a:solidFill>
                  <a:schemeClr val="dk1"/>
                </a:solidFill>
                <a:effectLst/>
                <a:uFillTx/>
                <a:latin typeface="Calibri"/>
              </a:rPr>
              <a:t>La compilazione ed esecuzione da terminale</a:t>
            </a:r>
            <a:endParaRPr lang="it-IT" sz="1800" b="0" u="none" strike="noStrike">
              <a:solidFill>
                <a:srgbClr val="000000"/>
              </a:solidFill>
              <a:effectLst/>
              <a:uFillTx/>
              <a:latin typeface="Arial"/>
            </a:endParaRPr>
          </a:p>
        </p:txBody>
      </p:sp>
      <p:sp>
        <p:nvSpPr>
          <p:cNvPr id="513" name="CasellaDiTesto 5"/>
          <p:cNvSpPr/>
          <p:nvPr/>
        </p:nvSpPr>
        <p:spPr>
          <a:xfrm>
            <a:off x="191880" y="1546920"/>
            <a:ext cx="11599920" cy="92304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lang="it-IT" sz="1800" b="0" u="none" strike="noStrike">
                <a:solidFill>
                  <a:srgbClr val="050e17"/>
                </a:solidFill>
                <a:effectLst/>
                <a:uFillTx/>
                <a:latin typeface="-apple-system"/>
              </a:rPr>
              <a:t>Per eseguire il programma, si deve specificare il nome della classe contenente il metodo "main". </a:t>
            </a:r>
            <a:br>
              <a:rPr sz="1800"/>
            </a:br>
            <a:r>
              <a:rPr lang="it-IT" sz="1800" b="0" u="none" strike="noStrike">
                <a:solidFill>
                  <a:srgbClr val="050e17"/>
                </a:solidFill>
                <a:effectLst/>
                <a:uFillTx/>
                <a:latin typeface="-apple-system"/>
              </a:rPr>
              <a:t>Ad esempio, se la classe è quella di poc’anzi, si chiama "MyProgramma" si può eseguire il programma utilizzando il comando seguente:</a:t>
            </a:r>
            <a:endParaRPr lang="it-IT" sz="1800" b="0" u="none" strike="noStrike">
              <a:solidFill>
                <a:srgbClr val="000000"/>
              </a:solidFill>
              <a:effectLst/>
              <a:uFillTx/>
              <a:latin typeface="Arial"/>
            </a:endParaRPr>
          </a:p>
        </p:txBody>
      </p:sp>
      <p:sp>
        <p:nvSpPr>
          <p:cNvPr id="514" name="Rectangle 4"/>
          <p:cNvSpPr/>
          <p:nvPr/>
        </p:nvSpPr>
        <p:spPr>
          <a:xfrm>
            <a:off x="281880" y="2575440"/>
            <a:ext cx="2314440" cy="307440"/>
          </a:xfrm>
          <a:prstGeom prst="rect">
            <a:avLst/>
          </a:prstGeom>
          <a:solidFill>
            <a:srgbClr val="2b2b2b"/>
          </a:solidFill>
          <a:ln w="0">
            <a:noFill/>
          </a:ln>
        </p:spPr>
        <p:style>
          <a:lnRef idx="0"/>
          <a:fillRef idx="0"/>
          <a:effectRef idx="0"/>
          <a:fontRef idx="minor"/>
        </p:style>
        <p:txBody>
          <a:bodyPr numCol="1" spcCol="0" wrap="none" lIns="0" rIns="0" tIns="0" bIns="0" anchor="ctr">
            <a:spAutoFit/>
          </a:bodyPr>
          <a:p>
            <a:pPr defTabSz="914400">
              <a:lnSpc>
                <a:spcPct val="100000"/>
              </a:lnSpc>
              <a:tabLst>
                <a:tab algn="l" pos="0"/>
              </a:tabLst>
            </a:pPr>
            <a:r>
              <a:rPr lang="it-IT" sz="2000" b="0" u="none" strike="noStrike">
                <a:solidFill>
                  <a:srgbClr val="ffd700"/>
                </a:solidFill>
                <a:effectLst/>
                <a:uFillTx/>
                <a:latin typeface="Consolas"/>
              </a:rPr>
              <a:t>java MyProgramma</a:t>
            </a:r>
            <a:r>
              <a:rPr lang="it-IT" sz="2000" b="0" u="none" strike="noStrike">
                <a:solidFill>
                  <a:schemeClr val="dk1"/>
                </a:solidFill>
                <a:effectLst/>
                <a:uFillTx/>
                <a:latin typeface="Calibri"/>
              </a:rPr>
              <a:t> </a:t>
            </a:r>
            <a:endParaRPr lang="it-IT" sz="2000" b="0" u="none" strike="noStrike">
              <a:solidFill>
                <a:srgbClr val="ffffff"/>
              </a:solidFill>
              <a:effectLst/>
              <a:uFillTx/>
              <a:latin typeface="Arial"/>
            </a:endParaRPr>
          </a:p>
        </p:txBody>
      </p:sp>
      <p:sp>
        <p:nvSpPr>
          <p:cNvPr id="515" name="CasellaDiTesto 12"/>
          <p:cNvSpPr/>
          <p:nvPr/>
        </p:nvSpPr>
        <p:spPr>
          <a:xfrm>
            <a:off x="281880" y="2988000"/>
            <a:ext cx="10560960" cy="64584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lang="it-IT" sz="1800" b="0" u="none" strike="noStrike">
                <a:solidFill>
                  <a:srgbClr val="050e17"/>
                </a:solidFill>
                <a:effectLst/>
                <a:uFillTx/>
                <a:latin typeface="-apple-system"/>
              </a:rPr>
              <a:t>Bisogna assicurarsi di essere nella stessa directory in cui si trova il file "MyProgramma.class" quando si esegue il comando "java".</a:t>
            </a:r>
            <a:endParaRPr lang="it-IT"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7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516" name="Picture 2" descr="Java Logo, symbol, meaning, history, PNG, brand"/>
          <p:cNvPicPr/>
          <p:nvPr/>
        </p:nvPicPr>
        <p:blipFill>
          <a:blip r:embed="rId1"/>
          <a:stretch/>
        </p:blipFill>
        <p:spPr>
          <a:xfrm>
            <a:off x="10632600" y="0"/>
            <a:ext cx="1420560" cy="795240"/>
          </a:xfrm>
          <a:prstGeom prst="rect">
            <a:avLst/>
          </a:prstGeom>
          <a:noFill/>
          <a:ln w="0">
            <a:noFill/>
          </a:ln>
        </p:spPr>
      </p:pic>
      <p:sp>
        <p:nvSpPr>
          <p:cNvPr id="517" name="CasellaDiTesto 2"/>
          <p:cNvSpPr/>
          <p:nvPr/>
        </p:nvSpPr>
        <p:spPr>
          <a:xfrm>
            <a:off x="281880" y="421920"/>
            <a:ext cx="3114000" cy="373320"/>
          </a:xfrm>
          <a:prstGeom prst="rect">
            <a:avLst/>
          </a:prstGeom>
          <a:solidFill>
            <a:schemeClr val="accent2">
              <a:lumMod val="40000"/>
              <a:lumOff val="60000"/>
            </a:schemeClr>
          </a:solidFill>
          <a:ln w="0">
            <a:noFill/>
          </a:ln>
        </p:spPr>
        <p:style>
          <a:lnRef idx="0"/>
          <a:fillRef idx="0"/>
          <a:effectRef idx="0"/>
          <a:fontRef idx="minor"/>
        </p:style>
        <p:txBody>
          <a:bodyPr lIns="90000" rIns="90000" tIns="45000" bIns="45000" anchor="t">
            <a:spAutoFit/>
          </a:bodyPr>
          <a:p>
            <a:pPr algn="just" defTabSz="914400">
              <a:lnSpc>
                <a:spcPct val="107000"/>
              </a:lnSpc>
              <a:spcAft>
                <a:spcPts val="799"/>
              </a:spcAft>
              <a:tabLst>
                <a:tab algn="l" pos="678240"/>
              </a:tabLst>
            </a:pPr>
            <a:r>
              <a:rPr lang="it-IT" sz="1800" b="1" u="none" strike="noStrike">
                <a:solidFill>
                  <a:srgbClr val="050e17"/>
                </a:solidFill>
                <a:effectLst/>
                <a:uFillTx/>
                <a:latin typeface="-apple-system"/>
              </a:rPr>
              <a:t>Eseguiamo il programma</a:t>
            </a:r>
            <a:endParaRPr lang="it-IT" sz="1800" b="0" u="none" strike="noStrike">
              <a:solidFill>
                <a:srgbClr val="000000"/>
              </a:solidFill>
              <a:effectLst/>
              <a:uFillTx/>
              <a:latin typeface="Arial"/>
            </a:endParaRPr>
          </a:p>
        </p:txBody>
      </p:sp>
      <p:sp>
        <p:nvSpPr>
          <p:cNvPr id="518" name="CasellaDiTesto 3"/>
          <p:cNvSpPr/>
          <p:nvPr/>
        </p:nvSpPr>
        <p:spPr>
          <a:xfrm>
            <a:off x="3702240" y="795600"/>
            <a:ext cx="8350920" cy="64584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lang="it-IT" sz="1800" b="0" u="none" strike="noStrike">
                <a:solidFill>
                  <a:srgbClr val="050e17"/>
                </a:solidFill>
                <a:effectLst/>
                <a:uFillTx/>
                <a:latin typeface="-apple-system"/>
              </a:rPr>
              <a:t>Una volta che è stato compilato il programma Java utilizzando il comando "javac" da prompt dei comandi, si può eseguirlo utilizzando il comando "java".</a:t>
            </a:r>
            <a:endParaRPr lang="it-IT" sz="1800" b="0" u="none" strike="noStrike">
              <a:solidFill>
                <a:srgbClr val="000000"/>
              </a:solidFill>
              <a:effectLst/>
              <a:uFillTx/>
              <a:latin typeface="Arial"/>
            </a:endParaRPr>
          </a:p>
        </p:txBody>
      </p:sp>
      <p:sp>
        <p:nvSpPr>
          <p:cNvPr id="519" name="CasellaDiTesto 7"/>
          <p:cNvSpPr/>
          <p:nvPr/>
        </p:nvSpPr>
        <p:spPr>
          <a:xfrm>
            <a:off x="281880" y="932040"/>
            <a:ext cx="3114000" cy="671400"/>
          </a:xfrm>
          <a:prstGeom prst="rect">
            <a:avLst/>
          </a:prstGeom>
          <a:solidFill>
            <a:schemeClr val="accent1">
              <a:lumMod val="40000"/>
              <a:lumOff val="60000"/>
            </a:schemeClr>
          </a:solidFill>
          <a:ln w="0">
            <a:noFill/>
          </a:ln>
        </p:spPr>
        <p:style>
          <a:lnRef idx="0"/>
          <a:fillRef idx="0"/>
          <a:effectRef idx="0"/>
          <a:fontRef idx="minor"/>
        </p:style>
        <p:txBody>
          <a:bodyPr lIns="90000" rIns="90000" tIns="45000" bIns="45000" anchor="t">
            <a:spAutoFit/>
          </a:bodyPr>
          <a:p>
            <a:pPr algn="just" defTabSz="914400">
              <a:lnSpc>
                <a:spcPct val="107000"/>
              </a:lnSpc>
              <a:spcAft>
                <a:spcPts val="799"/>
              </a:spcAft>
              <a:tabLst>
                <a:tab algn="l" pos="678240"/>
              </a:tabLst>
            </a:pPr>
            <a:r>
              <a:rPr lang="it-IT" sz="1800" b="1" u="none" strike="noStrike">
                <a:solidFill>
                  <a:srgbClr val="050e17"/>
                </a:solidFill>
                <a:effectLst/>
                <a:uFillTx/>
                <a:latin typeface="-apple-system"/>
              </a:rPr>
              <a:t>Dal codice JAVA al file class compilato</a:t>
            </a:r>
            <a:endParaRPr lang="it-IT" sz="1800" b="0" u="none" strike="noStrike">
              <a:solidFill>
                <a:srgbClr val="000000"/>
              </a:solidFill>
              <a:effectLst/>
              <a:uFillTx/>
              <a:latin typeface="Arial"/>
            </a:endParaRPr>
          </a:p>
        </p:txBody>
      </p:sp>
      <p:sp>
        <p:nvSpPr>
          <p:cNvPr id="520" name="CasellaDiTesto 10"/>
          <p:cNvSpPr/>
          <p:nvPr/>
        </p:nvSpPr>
        <p:spPr>
          <a:xfrm>
            <a:off x="3705480" y="381960"/>
            <a:ext cx="6094080" cy="36900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lang="it-IT" sz="1800" b="1" u="none" strike="noStrike">
                <a:solidFill>
                  <a:schemeClr val="dk1"/>
                </a:solidFill>
                <a:effectLst/>
                <a:uFillTx/>
                <a:latin typeface="Calibri"/>
              </a:rPr>
              <a:t>La compilazione ed esecuzione da terminale</a:t>
            </a:r>
            <a:endParaRPr lang="it-IT" sz="1800" b="0" u="none" strike="noStrike">
              <a:solidFill>
                <a:srgbClr val="000000"/>
              </a:solidFill>
              <a:effectLst/>
              <a:uFillTx/>
              <a:latin typeface="Arial"/>
            </a:endParaRPr>
          </a:p>
        </p:txBody>
      </p:sp>
      <p:sp>
        <p:nvSpPr>
          <p:cNvPr id="521" name="CasellaDiTesto 5"/>
          <p:cNvSpPr/>
          <p:nvPr/>
        </p:nvSpPr>
        <p:spPr>
          <a:xfrm>
            <a:off x="191880" y="1546920"/>
            <a:ext cx="11599920" cy="92304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lang="it-IT" sz="1800" b="0" u="none" strike="noStrike">
                <a:solidFill>
                  <a:srgbClr val="050e17"/>
                </a:solidFill>
                <a:effectLst/>
                <a:uFillTx/>
                <a:latin typeface="-apple-system"/>
              </a:rPr>
              <a:t>Per eseguire il programma, si deve specificare il nome della classe contenente il metodo "main". </a:t>
            </a:r>
            <a:br>
              <a:rPr sz="1800"/>
            </a:br>
            <a:r>
              <a:rPr lang="it-IT" sz="1800" b="0" u="none" strike="noStrike">
                <a:solidFill>
                  <a:srgbClr val="050e17"/>
                </a:solidFill>
                <a:effectLst/>
                <a:uFillTx/>
                <a:latin typeface="-apple-system"/>
              </a:rPr>
              <a:t>Ad esempio, se la classe è quella di poc’anzi, si chiama "MyProgramma" si può eseguire il programma utilizzando il comando seguente:</a:t>
            </a:r>
            <a:endParaRPr lang="it-IT" sz="1800" b="0" u="none" strike="noStrike">
              <a:solidFill>
                <a:srgbClr val="000000"/>
              </a:solidFill>
              <a:effectLst/>
              <a:uFillTx/>
              <a:latin typeface="Arial"/>
            </a:endParaRPr>
          </a:p>
        </p:txBody>
      </p:sp>
      <p:sp>
        <p:nvSpPr>
          <p:cNvPr id="522" name="Rectangle 4"/>
          <p:cNvSpPr/>
          <p:nvPr/>
        </p:nvSpPr>
        <p:spPr>
          <a:xfrm>
            <a:off x="281880" y="2575440"/>
            <a:ext cx="2314440" cy="307440"/>
          </a:xfrm>
          <a:prstGeom prst="rect">
            <a:avLst/>
          </a:prstGeom>
          <a:solidFill>
            <a:srgbClr val="2b2b2b"/>
          </a:solidFill>
          <a:ln w="0">
            <a:noFill/>
          </a:ln>
        </p:spPr>
        <p:style>
          <a:lnRef idx="0"/>
          <a:fillRef idx="0"/>
          <a:effectRef idx="0"/>
          <a:fontRef idx="minor"/>
        </p:style>
        <p:txBody>
          <a:bodyPr numCol="1" spcCol="0" wrap="none" lIns="0" rIns="0" tIns="0" bIns="0" anchor="ctr">
            <a:spAutoFit/>
          </a:bodyPr>
          <a:p>
            <a:pPr defTabSz="914400">
              <a:lnSpc>
                <a:spcPct val="100000"/>
              </a:lnSpc>
              <a:tabLst>
                <a:tab algn="l" pos="0"/>
              </a:tabLst>
            </a:pPr>
            <a:r>
              <a:rPr lang="it-IT" sz="2000" b="0" u="none" strike="noStrike">
                <a:solidFill>
                  <a:srgbClr val="ffd700"/>
                </a:solidFill>
                <a:effectLst/>
                <a:uFillTx/>
                <a:latin typeface="Consolas"/>
              </a:rPr>
              <a:t>java MyProgramma</a:t>
            </a:r>
            <a:r>
              <a:rPr lang="it-IT" sz="2000" b="0" u="none" strike="noStrike">
                <a:solidFill>
                  <a:schemeClr val="dk1"/>
                </a:solidFill>
                <a:effectLst/>
                <a:uFillTx/>
                <a:latin typeface="Calibri"/>
              </a:rPr>
              <a:t> </a:t>
            </a:r>
            <a:endParaRPr lang="it-IT" sz="2000" b="0" u="none" strike="noStrike">
              <a:solidFill>
                <a:srgbClr val="ffffff"/>
              </a:solidFill>
              <a:effectLst/>
              <a:uFillTx/>
              <a:latin typeface="Arial"/>
            </a:endParaRPr>
          </a:p>
        </p:txBody>
      </p:sp>
      <p:sp>
        <p:nvSpPr>
          <p:cNvPr id="523" name="CasellaDiTesto 12"/>
          <p:cNvSpPr/>
          <p:nvPr/>
        </p:nvSpPr>
        <p:spPr>
          <a:xfrm>
            <a:off x="281880" y="2988000"/>
            <a:ext cx="10560960" cy="64584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lang="it-IT" sz="1800" b="0" u="none" strike="noStrike">
                <a:solidFill>
                  <a:srgbClr val="050e17"/>
                </a:solidFill>
                <a:effectLst/>
                <a:uFillTx/>
                <a:latin typeface="-apple-system"/>
              </a:rPr>
              <a:t>Bisogna assicurarsi di essere nella stessa directory in cui si trova il file "MyProgramma.class" quando si esegue il comando "java".</a:t>
            </a:r>
            <a:endParaRPr lang="it-IT" sz="1800" b="0" u="none" strike="noStrike">
              <a:solidFill>
                <a:srgbClr val="000000"/>
              </a:solidFill>
              <a:effectLst/>
              <a:uFillTx/>
              <a:latin typeface="Arial"/>
            </a:endParaRPr>
          </a:p>
        </p:txBody>
      </p:sp>
      <p:sp>
        <p:nvSpPr>
          <p:cNvPr id="524" name="CasellaDiTesto 14"/>
          <p:cNvSpPr/>
          <p:nvPr/>
        </p:nvSpPr>
        <p:spPr>
          <a:xfrm>
            <a:off x="281880" y="3634560"/>
            <a:ext cx="10474920" cy="92304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lang="it-IT" sz="1800" b="0" u="none" strike="noStrike">
                <a:solidFill>
                  <a:srgbClr val="050e17"/>
                </a:solidFill>
                <a:effectLst/>
                <a:uFillTx/>
                <a:latin typeface="-apple-system"/>
              </a:rPr>
              <a:t>In alcuni casi molto particolari è possibile che il programma debba essere eseguito a partire da un percorso da cui si diramano delle cartelle particolari, che corrispondono ad un concetto che vedremo più avanti e che chiameremo package. </a:t>
            </a:r>
            <a:endParaRPr lang="it-IT"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7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525" name="Picture 2" descr="Java Logo, symbol, meaning, history, PNG, brand"/>
          <p:cNvPicPr/>
          <p:nvPr/>
        </p:nvPicPr>
        <p:blipFill>
          <a:blip r:embed="rId1"/>
          <a:stretch/>
        </p:blipFill>
        <p:spPr>
          <a:xfrm>
            <a:off x="10632600" y="0"/>
            <a:ext cx="1420560" cy="795240"/>
          </a:xfrm>
          <a:prstGeom prst="rect">
            <a:avLst/>
          </a:prstGeom>
          <a:noFill/>
          <a:ln w="0">
            <a:noFill/>
          </a:ln>
        </p:spPr>
      </p:pic>
      <p:sp>
        <p:nvSpPr>
          <p:cNvPr id="526" name="CasellaDiTesto 2"/>
          <p:cNvSpPr/>
          <p:nvPr/>
        </p:nvSpPr>
        <p:spPr>
          <a:xfrm>
            <a:off x="281880" y="421920"/>
            <a:ext cx="3114000" cy="373320"/>
          </a:xfrm>
          <a:prstGeom prst="rect">
            <a:avLst/>
          </a:prstGeom>
          <a:solidFill>
            <a:schemeClr val="accent2">
              <a:lumMod val="40000"/>
              <a:lumOff val="60000"/>
            </a:schemeClr>
          </a:solidFill>
          <a:ln w="0">
            <a:noFill/>
          </a:ln>
        </p:spPr>
        <p:style>
          <a:lnRef idx="0"/>
          <a:fillRef idx="0"/>
          <a:effectRef idx="0"/>
          <a:fontRef idx="minor"/>
        </p:style>
        <p:txBody>
          <a:bodyPr lIns="90000" rIns="90000" tIns="45000" bIns="45000" anchor="t">
            <a:spAutoFit/>
          </a:bodyPr>
          <a:p>
            <a:pPr algn="just" defTabSz="914400">
              <a:lnSpc>
                <a:spcPct val="107000"/>
              </a:lnSpc>
              <a:spcAft>
                <a:spcPts val="799"/>
              </a:spcAft>
              <a:tabLst>
                <a:tab algn="l" pos="678240"/>
              </a:tabLst>
            </a:pPr>
            <a:r>
              <a:rPr lang="it-IT" sz="1800" b="1" u="none" strike="noStrike">
                <a:solidFill>
                  <a:srgbClr val="050e17"/>
                </a:solidFill>
                <a:effectLst/>
                <a:uFillTx/>
                <a:latin typeface="-apple-system"/>
              </a:rPr>
              <a:t>Eseguiamo il programma</a:t>
            </a:r>
            <a:endParaRPr lang="it-IT" sz="1800" b="0" u="none" strike="noStrike">
              <a:solidFill>
                <a:srgbClr val="000000"/>
              </a:solidFill>
              <a:effectLst/>
              <a:uFillTx/>
              <a:latin typeface="Arial"/>
            </a:endParaRPr>
          </a:p>
        </p:txBody>
      </p:sp>
      <p:sp>
        <p:nvSpPr>
          <p:cNvPr id="527" name="CasellaDiTesto 3"/>
          <p:cNvSpPr/>
          <p:nvPr/>
        </p:nvSpPr>
        <p:spPr>
          <a:xfrm>
            <a:off x="3702240" y="795600"/>
            <a:ext cx="8350920" cy="64584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lang="it-IT" sz="1800" b="0" u="none" strike="noStrike">
                <a:solidFill>
                  <a:srgbClr val="050e17"/>
                </a:solidFill>
                <a:effectLst/>
                <a:uFillTx/>
                <a:latin typeface="-apple-system"/>
              </a:rPr>
              <a:t>Una volta che è stato compilato il programma Java utilizzando il comando "javac" da prompt dei comandi, si può eseguirlo utilizzando il comando "java".</a:t>
            </a:r>
            <a:endParaRPr lang="it-IT" sz="1800" b="0" u="none" strike="noStrike">
              <a:solidFill>
                <a:srgbClr val="000000"/>
              </a:solidFill>
              <a:effectLst/>
              <a:uFillTx/>
              <a:latin typeface="Arial"/>
            </a:endParaRPr>
          </a:p>
        </p:txBody>
      </p:sp>
      <p:sp>
        <p:nvSpPr>
          <p:cNvPr id="528" name="CasellaDiTesto 7"/>
          <p:cNvSpPr/>
          <p:nvPr/>
        </p:nvSpPr>
        <p:spPr>
          <a:xfrm>
            <a:off x="281880" y="932040"/>
            <a:ext cx="3114000" cy="671400"/>
          </a:xfrm>
          <a:prstGeom prst="rect">
            <a:avLst/>
          </a:prstGeom>
          <a:solidFill>
            <a:schemeClr val="accent1">
              <a:lumMod val="40000"/>
              <a:lumOff val="60000"/>
            </a:schemeClr>
          </a:solidFill>
          <a:ln w="0">
            <a:noFill/>
          </a:ln>
        </p:spPr>
        <p:style>
          <a:lnRef idx="0"/>
          <a:fillRef idx="0"/>
          <a:effectRef idx="0"/>
          <a:fontRef idx="minor"/>
        </p:style>
        <p:txBody>
          <a:bodyPr lIns="90000" rIns="90000" tIns="45000" bIns="45000" anchor="t">
            <a:spAutoFit/>
          </a:bodyPr>
          <a:p>
            <a:pPr algn="just" defTabSz="914400">
              <a:lnSpc>
                <a:spcPct val="107000"/>
              </a:lnSpc>
              <a:spcAft>
                <a:spcPts val="799"/>
              </a:spcAft>
              <a:tabLst>
                <a:tab algn="l" pos="678240"/>
              </a:tabLst>
            </a:pPr>
            <a:r>
              <a:rPr lang="it-IT" sz="1800" b="1" u="none" strike="noStrike">
                <a:solidFill>
                  <a:srgbClr val="050e17"/>
                </a:solidFill>
                <a:effectLst/>
                <a:uFillTx/>
                <a:latin typeface="-apple-system"/>
              </a:rPr>
              <a:t>Dal codice JAVA al file class compilato</a:t>
            </a:r>
            <a:endParaRPr lang="it-IT" sz="1800" b="0" u="none" strike="noStrike">
              <a:solidFill>
                <a:srgbClr val="000000"/>
              </a:solidFill>
              <a:effectLst/>
              <a:uFillTx/>
              <a:latin typeface="Arial"/>
            </a:endParaRPr>
          </a:p>
        </p:txBody>
      </p:sp>
      <p:sp>
        <p:nvSpPr>
          <p:cNvPr id="529" name="CasellaDiTesto 10"/>
          <p:cNvSpPr/>
          <p:nvPr/>
        </p:nvSpPr>
        <p:spPr>
          <a:xfrm>
            <a:off x="3705480" y="381960"/>
            <a:ext cx="6094080" cy="36900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lang="it-IT" sz="1800" b="1" u="none" strike="noStrike">
                <a:solidFill>
                  <a:schemeClr val="dk1"/>
                </a:solidFill>
                <a:effectLst/>
                <a:uFillTx/>
                <a:latin typeface="Calibri"/>
              </a:rPr>
              <a:t>La compilazione ed esecuzione da terminale</a:t>
            </a:r>
            <a:endParaRPr lang="it-IT" sz="1800" b="0" u="none" strike="noStrike">
              <a:solidFill>
                <a:srgbClr val="000000"/>
              </a:solidFill>
              <a:effectLst/>
              <a:uFillTx/>
              <a:latin typeface="Arial"/>
            </a:endParaRPr>
          </a:p>
        </p:txBody>
      </p:sp>
      <p:sp>
        <p:nvSpPr>
          <p:cNvPr id="530" name="CasellaDiTesto 5"/>
          <p:cNvSpPr/>
          <p:nvPr/>
        </p:nvSpPr>
        <p:spPr>
          <a:xfrm>
            <a:off x="191880" y="1546920"/>
            <a:ext cx="11599920" cy="92304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lang="it-IT" sz="1800" b="0" u="none" strike="noStrike">
                <a:solidFill>
                  <a:srgbClr val="050e17"/>
                </a:solidFill>
                <a:effectLst/>
                <a:uFillTx/>
                <a:latin typeface="-apple-system"/>
              </a:rPr>
              <a:t>Per eseguire il programma, si deve specificare il nome della classe contenente il metodo "main". </a:t>
            </a:r>
            <a:br>
              <a:rPr sz="1800"/>
            </a:br>
            <a:r>
              <a:rPr lang="it-IT" sz="1800" b="0" u="none" strike="noStrike">
                <a:solidFill>
                  <a:srgbClr val="050e17"/>
                </a:solidFill>
                <a:effectLst/>
                <a:uFillTx/>
                <a:latin typeface="-apple-system"/>
              </a:rPr>
              <a:t>Ad esempio, se la classe è quella di poc’anzi, si chiama "MyProgramma" si può eseguire il programma utilizzando il comando seguente:</a:t>
            </a:r>
            <a:endParaRPr lang="it-IT" sz="1800" b="0" u="none" strike="noStrike">
              <a:solidFill>
                <a:srgbClr val="000000"/>
              </a:solidFill>
              <a:effectLst/>
              <a:uFillTx/>
              <a:latin typeface="Arial"/>
            </a:endParaRPr>
          </a:p>
        </p:txBody>
      </p:sp>
      <p:sp>
        <p:nvSpPr>
          <p:cNvPr id="531" name="Rectangle 4"/>
          <p:cNvSpPr/>
          <p:nvPr/>
        </p:nvSpPr>
        <p:spPr>
          <a:xfrm>
            <a:off x="281880" y="2575440"/>
            <a:ext cx="2314440" cy="307440"/>
          </a:xfrm>
          <a:prstGeom prst="rect">
            <a:avLst/>
          </a:prstGeom>
          <a:solidFill>
            <a:srgbClr val="2b2b2b"/>
          </a:solidFill>
          <a:ln w="0">
            <a:noFill/>
          </a:ln>
        </p:spPr>
        <p:style>
          <a:lnRef idx="0"/>
          <a:fillRef idx="0"/>
          <a:effectRef idx="0"/>
          <a:fontRef idx="minor"/>
        </p:style>
        <p:txBody>
          <a:bodyPr numCol="1" spcCol="0" wrap="none" lIns="0" rIns="0" tIns="0" bIns="0" anchor="ctr">
            <a:spAutoFit/>
          </a:bodyPr>
          <a:p>
            <a:pPr defTabSz="914400">
              <a:lnSpc>
                <a:spcPct val="100000"/>
              </a:lnSpc>
              <a:tabLst>
                <a:tab algn="l" pos="0"/>
              </a:tabLst>
            </a:pPr>
            <a:r>
              <a:rPr lang="it-IT" sz="2000" b="0" u="none" strike="noStrike">
                <a:solidFill>
                  <a:srgbClr val="ffd700"/>
                </a:solidFill>
                <a:effectLst/>
                <a:uFillTx/>
                <a:latin typeface="Consolas"/>
              </a:rPr>
              <a:t>java MyProgramma</a:t>
            </a:r>
            <a:r>
              <a:rPr lang="it-IT" sz="2000" b="0" u="none" strike="noStrike">
                <a:solidFill>
                  <a:schemeClr val="dk1"/>
                </a:solidFill>
                <a:effectLst/>
                <a:uFillTx/>
                <a:latin typeface="Calibri"/>
              </a:rPr>
              <a:t> </a:t>
            </a:r>
            <a:endParaRPr lang="it-IT" sz="2000" b="0" u="none" strike="noStrike">
              <a:solidFill>
                <a:srgbClr val="ffffff"/>
              </a:solidFill>
              <a:effectLst/>
              <a:uFillTx/>
              <a:latin typeface="Arial"/>
            </a:endParaRPr>
          </a:p>
        </p:txBody>
      </p:sp>
      <p:sp>
        <p:nvSpPr>
          <p:cNvPr id="532" name="CasellaDiTesto 12"/>
          <p:cNvSpPr/>
          <p:nvPr/>
        </p:nvSpPr>
        <p:spPr>
          <a:xfrm>
            <a:off x="281880" y="2988000"/>
            <a:ext cx="10560960" cy="64584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lang="it-IT" sz="1800" b="0" u="none" strike="noStrike">
                <a:solidFill>
                  <a:srgbClr val="050e17"/>
                </a:solidFill>
                <a:effectLst/>
                <a:uFillTx/>
                <a:latin typeface="-apple-system"/>
              </a:rPr>
              <a:t>Bisogna assicurarsi di essere nella stessa directory in cui si trova il file "MyProgramma.class" quando si esegue il comando "java".</a:t>
            </a:r>
            <a:endParaRPr lang="it-IT" sz="1800" b="0" u="none" strike="noStrike">
              <a:solidFill>
                <a:srgbClr val="000000"/>
              </a:solidFill>
              <a:effectLst/>
              <a:uFillTx/>
              <a:latin typeface="Arial"/>
            </a:endParaRPr>
          </a:p>
        </p:txBody>
      </p:sp>
      <p:sp>
        <p:nvSpPr>
          <p:cNvPr id="533" name="CasellaDiTesto 14"/>
          <p:cNvSpPr/>
          <p:nvPr/>
        </p:nvSpPr>
        <p:spPr>
          <a:xfrm>
            <a:off x="281880" y="3634560"/>
            <a:ext cx="10474920" cy="147708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lang="it-IT" sz="1800" b="0" u="none" strike="noStrike">
                <a:solidFill>
                  <a:srgbClr val="050e17"/>
                </a:solidFill>
                <a:effectLst/>
                <a:uFillTx/>
                <a:latin typeface="-apple-system"/>
              </a:rPr>
              <a:t>In alcuni casi molto particolari è possibile che il programma debba essere eseguito a partire da un percorso da cui si diramano delle cartelle particolari, che corrispondono ad un concetto che vedremo più avanti e che chiameremo package. Anticipo che se la classe si trova in un package (all’interno di alcune di queste cartelle) non si deve andare fino alla posizione dove si trova il file «.class», ma fermarsi alla cartella prima che inizi il package e si deve specificare il nome completo del package e della classe. </a:t>
            </a:r>
            <a:endParaRPr lang="it-IT"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7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534" name="Picture 2" descr="Java Logo, symbol, meaning, history, PNG, brand"/>
          <p:cNvPicPr/>
          <p:nvPr/>
        </p:nvPicPr>
        <p:blipFill>
          <a:blip r:embed="rId1"/>
          <a:stretch/>
        </p:blipFill>
        <p:spPr>
          <a:xfrm>
            <a:off x="10632600" y="0"/>
            <a:ext cx="1420560" cy="795240"/>
          </a:xfrm>
          <a:prstGeom prst="rect">
            <a:avLst/>
          </a:prstGeom>
          <a:noFill/>
          <a:ln w="0">
            <a:noFill/>
          </a:ln>
        </p:spPr>
      </p:pic>
      <p:sp>
        <p:nvSpPr>
          <p:cNvPr id="535" name="CasellaDiTesto 2"/>
          <p:cNvSpPr/>
          <p:nvPr/>
        </p:nvSpPr>
        <p:spPr>
          <a:xfrm>
            <a:off x="281880" y="421920"/>
            <a:ext cx="3114000" cy="373320"/>
          </a:xfrm>
          <a:prstGeom prst="rect">
            <a:avLst/>
          </a:prstGeom>
          <a:solidFill>
            <a:schemeClr val="accent2">
              <a:lumMod val="40000"/>
              <a:lumOff val="60000"/>
            </a:schemeClr>
          </a:solidFill>
          <a:ln w="0">
            <a:noFill/>
          </a:ln>
        </p:spPr>
        <p:style>
          <a:lnRef idx="0"/>
          <a:fillRef idx="0"/>
          <a:effectRef idx="0"/>
          <a:fontRef idx="minor"/>
        </p:style>
        <p:txBody>
          <a:bodyPr lIns="90000" rIns="90000" tIns="45000" bIns="45000" anchor="t">
            <a:spAutoFit/>
          </a:bodyPr>
          <a:p>
            <a:pPr algn="just" defTabSz="914400">
              <a:lnSpc>
                <a:spcPct val="107000"/>
              </a:lnSpc>
              <a:spcAft>
                <a:spcPts val="799"/>
              </a:spcAft>
              <a:tabLst>
                <a:tab algn="l" pos="678240"/>
              </a:tabLst>
            </a:pPr>
            <a:r>
              <a:rPr lang="it-IT" sz="1800" b="1" u="none" strike="noStrike">
                <a:solidFill>
                  <a:srgbClr val="050e17"/>
                </a:solidFill>
                <a:effectLst/>
                <a:uFillTx/>
                <a:latin typeface="-apple-system"/>
              </a:rPr>
              <a:t>Eseguiamo il programma</a:t>
            </a:r>
            <a:endParaRPr lang="it-IT" sz="1800" b="0" u="none" strike="noStrike">
              <a:solidFill>
                <a:srgbClr val="000000"/>
              </a:solidFill>
              <a:effectLst/>
              <a:uFillTx/>
              <a:latin typeface="Arial"/>
            </a:endParaRPr>
          </a:p>
        </p:txBody>
      </p:sp>
      <p:sp>
        <p:nvSpPr>
          <p:cNvPr id="536" name="CasellaDiTesto 3"/>
          <p:cNvSpPr/>
          <p:nvPr/>
        </p:nvSpPr>
        <p:spPr>
          <a:xfrm>
            <a:off x="3702240" y="795600"/>
            <a:ext cx="8350920" cy="64584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lang="it-IT" sz="1800" b="0" u="none" strike="noStrike">
                <a:solidFill>
                  <a:srgbClr val="050e17"/>
                </a:solidFill>
                <a:effectLst/>
                <a:uFillTx/>
                <a:latin typeface="-apple-system"/>
              </a:rPr>
              <a:t>Una volta che è stato compilato il programma Java utilizzando il comando "javac" da prompt dei comandi, si può eseguirlo utilizzando il comando "java".</a:t>
            </a:r>
            <a:endParaRPr lang="it-IT" sz="1800" b="0" u="none" strike="noStrike">
              <a:solidFill>
                <a:srgbClr val="000000"/>
              </a:solidFill>
              <a:effectLst/>
              <a:uFillTx/>
              <a:latin typeface="Arial"/>
            </a:endParaRPr>
          </a:p>
        </p:txBody>
      </p:sp>
      <p:sp>
        <p:nvSpPr>
          <p:cNvPr id="537" name="CasellaDiTesto 7"/>
          <p:cNvSpPr/>
          <p:nvPr/>
        </p:nvSpPr>
        <p:spPr>
          <a:xfrm>
            <a:off x="281880" y="932040"/>
            <a:ext cx="3114000" cy="671400"/>
          </a:xfrm>
          <a:prstGeom prst="rect">
            <a:avLst/>
          </a:prstGeom>
          <a:solidFill>
            <a:schemeClr val="accent1">
              <a:lumMod val="40000"/>
              <a:lumOff val="60000"/>
            </a:schemeClr>
          </a:solidFill>
          <a:ln w="0">
            <a:noFill/>
          </a:ln>
        </p:spPr>
        <p:style>
          <a:lnRef idx="0"/>
          <a:fillRef idx="0"/>
          <a:effectRef idx="0"/>
          <a:fontRef idx="minor"/>
        </p:style>
        <p:txBody>
          <a:bodyPr lIns="90000" rIns="90000" tIns="45000" bIns="45000" anchor="t">
            <a:spAutoFit/>
          </a:bodyPr>
          <a:p>
            <a:pPr algn="just" defTabSz="914400">
              <a:lnSpc>
                <a:spcPct val="107000"/>
              </a:lnSpc>
              <a:spcAft>
                <a:spcPts val="799"/>
              </a:spcAft>
              <a:tabLst>
                <a:tab algn="l" pos="678240"/>
              </a:tabLst>
            </a:pPr>
            <a:r>
              <a:rPr lang="it-IT" sz="1800" b="1" u="none" strike="noStrike">
                <a:solidFill>
                  <a:srgbClr val="050e17"/>
                </a:solidFill>
                <a:effectLst/>
                <a:uFillTx/>
                <a:latin typeface="-apple-system"/>
              </a:rPr>
              <a:t>Dal codice JAVA al file class compilato</a:t>
            </a:r>
            <a:endParaRPr lang="it-IT" sz="1800" b="0" u="none" strike="noStrike">
              <a:solidFill>
                <a:srgbClr val="000000"/>
              </a:solidFill>
              <a:effectLst/>
              <a:uFillTx/>
              <a:latin typeface="Arial"/>
            </a:endParaRPr>
          </a:p>
        </p:txBody>
      </p:sp>
      <p:sp>
        <p:nvSpPr>
          <p:cNvPr id="538" name="CasellaDiTesto 10"/>
          <p:cNvSpPr/>
          <p:nvPr/>
        </p:nvSpPr>
        <p:spPr>
          <a:xfrm>
            <a:off x="3705480" y="381960"/>
            <a:ext cx="6094080" cy="36900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lang="it-IT" sz="1800" b="1" u="none" strike="noStrike">
                <a:solidFill>
                  <a:schemeClr val="dk1"/>
                </a:solidFill>
                <a:effectLst/>
                <a:uFillTx/>
                <a:latin typeface="Calibri"/>
              </a:rPr>
              <a:t>La compilazione ed esecuzione da terminale</a:t>
            </a:r>
            <a:endParaRPr lang="it-IT" sz="1800" b="0" u="none" strike="noStrike">
              <a:solidFill>
                <a:srgbClr val="000000"/>
              </a:solidFill>
              <a:effectLst/>
              <a:uFillTx/>
              <a:latin typeface="Arial"/>
            </a:endParaRPr>
          </a:p>
        </p:txBody>
      </p:sp>
      <p:sp>
        <p:nvSpPr>
          <p:cNvPr id="539" name="CasellaDiTesto 5"/>
          <p:cNvSpPr/>
          <p:nvPr/>
        </p:nvSpPr>
        <p:spPr>
          <a:xfrm>
            <a:off x="191880" y="1546920"/>
            <a:ext cx="11599920" cy="92304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lang="it-IT" sz="1800" b="0" u="none" strike="noStrike">
                <a:solidFill>
                  <a:srgbClr val="050e17"/>
                </a:solidFill>
                <a:effectLst/>
                <a:uFillTx/>
                <a:latin typeface="-apple-system"/>
              </a:rPr>
              <a:t>Per eseguire il programma, si deve specificare il nome della classe contenente il metodo "main". </a:t>
            </a:r>
            <a:br>
              <a:rPr sz="1800"/>
            </a:br>
            <a:r>
              <a:rPr lang="it-IT" sz="1800" b="0" u="none" strike="noStrike">
                <a:solidFill>
                  <a:srgbClr val="050e17"/>
                </a:solidFill>
                <a:effectLst/>
                <a:uFillTx/>
                <a:latin typeface="-apple-system"/>
              </a:rPr>
              <a:t>Ad esempio, se la classe è quella di poc’anzi, si chiama "MyProgramma" si può eseguire il programma utilizzando il comando seguente:</a:t>
            </a:r>
            <a:endParaRPr lang="it-IT" sz="1800" b="0" u="none" strike="noStrike">
              <a:solidFill>
                <a:srgbClr val="000000"/>
              </a:solidFill>
              <a:effectLst/>
              <a:uFillTx/>
              <a:latin typeface="Arial"/>
            </a:endParaRPr>
          </a:p>
        </p:txBody>
      </p:sp>
      <p:sp>
        <p:nvSpPr>
          <p:cNvPr id="540" name="Rectangle 4"/>
          <p:cNvSpPr/>
          <p:nvPr/>
        </p:nvSpPr>
        <p:spPr>
          <a:xfrm>
            <a:off x="281880" y="2575440"/>
            <a:ext cx="2314440" cy="307440"/>
          </a:xfrm>
          <a:prstGeom prst="rect">
            <a:avLst/>
          </a:prstGeom>
          <a:solidFill>
            <a:srgbClr val="2b2b2b"/>
          </a:solidFill>
          <a:ln w="0">
            <a:noFill/>
          </a:ln>
        </p:spPr>
        <p:style>
          <a:lnRef idx="0"/>
          <a:fillRef idx="0"/>
          <a:effectRef idx="0"/>
          <a:fontRef idx="minor"/>
        </p:style>
        <p:txBody>
          <a:bodyPr numCol="1" spcCol="0" wrap="none" lIns="0" rIns="0" tIns="0" bIns="0" anchor="ctr">
            <a:spAutoFit/>
          </a:bodyPr>
          <a:p>
            <a:pPr defTabSz="914400">
              <a:lnSpc>
                <a:spcPct val="100000"/>
              </a:lnSpc>
              <a:tabLst>
                <a:tab algn="l" pos="0"/>
              </a:tabLst>
            </a:pPr>
            <a:r>
              <a:rPr lang="it-IT" sz="2000" b="0" u="none" strike="noStrike">
                <a:solidFill>
                  <a:srgbClr val="ffd700"/>
                </a:solidFill>
                <a:effectLst/>
                <a:uFillTx/>
                <a:latin typeface="Consolas"/>
              </a:rPr>
              <a:t>java MyProgramma</a:t>
            </a:r>
            <a:r>
              <a:rPr lang="it-IT" sz="2000" b="0" u="none" strike="noStrike">
                <a:solidFill>
                  <a:schemeClr val="dk1"/>
                </a:solidFill>
                <a:effectLst/>
                <a:uFillTx/>
                <a:latin typeface="Calibri"/>
              </a:rPr>
              <a:t> </a:t>
            </a:r>
            <a:endParaRPr lang="it-IT" sz="2000" b="0" u="none" strike="noStrike">
              <a:solidFill>
                <a:srgbClr val="ffffff"/>
              </a:solidFill>
              <a:effectLst/>
              <a:uFillTx/>
              <a:latin typeface="Arial"/>
            </a:endParaRPr>
          </a:p>
        </p:txBody>
      </p:sp>
      <p:sp>
        <p:nvSpPr>
          <p:cNvPr id="541" name="CasellaDiTesto 12"/>
          <p:cNvSpPr/>
          <p:nvPr/>
        </p:nvSpPr>
        <p:spPr>
          <a:xfrm>
            <a:off x="281880" y="2988000"/>
            <a:ext cx="10560960" cy="64584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lang="it-IT" sz="1800" b="0" u="none" strike="noStrike">
                <a:solidFill>
                  <a:srgbClr val="050e17"/>
                </a:solidFill>
                <a:effectLst/>
                <a:uFillTx/>
                <a:latin typeface="-apple-system"/>
              </a:rPr>
              <a:t>Bisogna assicurarsi di essere nella stessa directory in cui si trova il file "MyProgramma.class" quando si esegue il comando "java".</a:t>
            </a:r>
            <a:endParaRPr lang="it-IT" sz="1800" b="0" u="none" strike="noStrike">
              <a:solidFill>
                <a:srgbClr val="000000"/>
              </a:solidFill>
              <a:effectLst/>
              <a:uFillTx/>
              <a:latin typeface="Arial"/>
            </a:endParaRPr>
          </a:p>
        </p:txBody>
      </p:sp>
      <p:sp>
        <p:nvSpPr>
          <p:cNvPr id="542" name="CasellaDiTesto 14"/>
          <p:cNvSpPr/>
          <p:nvPr/>
        </p:nvSpPr>
        <p:spPr>
          <a:xfrm>
            <a:off x="281880" y="3634560"/>
            <a:ext cx="10474920" cy="230796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lang="it-IT" sz="1800" b="0" u="none" strike="noStrike">
                <a:solidFill>
                  <a:srgbClr val="050e17"/>
                </a:solidFill>
                <a:effectLst/>
                <a:uFillTx/>
                <a:latin typeface="-apple-system"/>
              </a:rPr>
              <a:t>In alcuni casi molto particolari è possibile che il programma debba essere eseguito a partire da un percorso da cui si diramano delle cartelle particolari, che corrispondono ad un concetto che vedremo più avanti e che chiameremo package. Anticipo che se la classe si trova in un package (all’interno di alcune di queste cartelle) non si deve andare fino alla posizione dove si trova il file «.class», ma fermarsi alla cartella prima che inizi il package e si deve specificare il nome completo del package e della classe. </a:t>
            </a:r>
            <a:endParaRPr lang="it-IT" sz="1800" b="0" u="none" strike="noStrike">
              <a:solidFill>
                <a:srgbClr val="000000"/>
              </a:solidFill>
              <a:effectLst/>
              <a:uFillTx/>
              <a:latin typeface="Arial"/>
            </a:endParaRPr>
          </a:p>
          <a:p>
            <a:pPr defTabSz="914400">
              <a:lnSpc>
                <a:spcPct val="100000"/>
              </a:lnSpc>
            </a:pPr>
            <a:r>
              <a:rPr lang="it-IT" sz="1800" b="0" u="none" strike="noStrike">
                <a:solidFill>
                  <a:srgbClr val="050e17"/>
                </a:solidFill>
                <a:effectLst/>
                <a:uFillTx/>
                <a:latin typeface="-apple-system"/>
              </a:rPr>
              <a:t>Ad esempio, se la classe si trova nel package "com.mio.package" (e pertanto è in una struttura a sottocartelle di identico come "com/mio/package") e si chiama "MyClass", si può eseguire il programma dalla posizione da cui inizia la struttura a cartelle "com/mio/package", senza entrarvi, utilizzando il comando seguente:</a:t>
            </a:r>
            <a:endParaRPr lang="it-IT"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7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543" name="Picture 2" descr="Java Logo, symbol, meaning, history, PNG, brand"/>
          <p:cNvPicPr/>
          <p:nvPr/>
        </p:nvPicPr>
        <p:blipFill>
          <a:blip r:embed="rId1"/>
          <a:stretch/>
        </p:blipFill>
        <p:spPr>
          <a:xfrm>
            <a:off x="10632600" y="0"/>
            <a:ext cx="1420560" cy="795240"/>
          </a:xfrm>
          <a:prstGeom prst="rect">
            <a:avLst/>
          </a:prstGeom>
          <a:noFill/>
          <a:ln w="0">
            <a:noFill/>
          </a:ln>
        </p:spPr>
      </p:pic>
      <p:sp>
        <p:nvSpPr>
          <p:cNvPr id="544" name="CasellaDiTesto 2"/>
          <p:cNvSpPr/>
          <p:nvPr/>
        </p:nvSpPr>
        <p:spPr>
          <a:xfrm>
            <a:off x="281880" y="421920"/>
            <a:ext cx="3114000" cy="373320"/>
          </a:xfrm>
          <a:prstGeom prst="rect">
            <a:avLst/>
          </a:prstGeom>
          <a:solidFill>
            <a:schemeClr val="accent2">
              <a:lumMod val="40000"/>
              <a:lumOff val="60000"/>
            </a:schemeClr>
          </a:solidFill>
          <a:ln w="0">
            <a:noFill/>
          </a:ln>
        </p:spPr>
        <p:style>
          <a:lnRef idx="0"/>
          <a:fillRef idx="0"/>
          <a:effectRef idx="0"/>
          <a:fontRef idx="minor"/>
        </p:style>
        <p:txBody>
          <a:bodyPr lIns="90000" rIns="90000" tIns="45000" bIns="45000" anchor="t">
            <a:spAutoFit/>
          </a:bodyPr>
          <a:p>
            <a:pPr algn="just" defTabSz="914400">
              <a:lnSpc>
                <a:spcPct val="107000"/>
              </a:lnSpc>
              <a:spcAft>
                <a:spcPts val="799"/>
              </a:spcAft>
              <a:tabLst>
                <a:tab algn="l" pos="678240"/>
              </a:tabLst>
            </a:pPr>
            <a:r>
              <a:rPr lang="it-IT" sz="1800" b="1" u="none" strike="noStrike">
                <a:solidFill>
                  <a:srgbClr val="050e17"/>
                </a:solidFill>
                <a:effectLst/>
                <a:uFillTx/>
                <a:latin typeface="-apple-system"/>
              </a:rPr>
              <a:t>Eseguiamo il programma</a:t>
            </a:r>
            <a:endParaRPr lang="it-IT" sz="1800" b="0" u="none" strike="noStrike">
              <a:solidFill>
                <a:srgbClr val="000000"/>
              </a:solidFill>
              <a:effectLst/>
              <a:uFillTx/>
              <a:latin typeface="Arial"/>
            </a:endParaRPr>
          </a:p>
        </p:txBody>
      </p:sp>
      <p:sp>
        <p:nvSpPr>
          <p:cNvPr id="545" name="CasellaDiTesto 3"/>
          <p:cNvSpPr/>
          <p:nvPr/>
        </p:nvSpPr>
        <p:spPr>
          <a:xfrm>
            <a:off x="3702240" y="795600"/>
            <a:ext cx="8350920" cy="64584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lang="it-IT" sz="1800" b="0" u="none" strike="noStrike">
                <a:solidFill>
                  <a:srgbClr val="050e17"/>
                </a:solidFill>
                <a:effectLst/>
                <a:uFillTx/>
                <a:latin typeface="-apple-system"/>
              </a:rPr>
              <a:t>Una volta che è stato compilato il programma Java utilizzando il comando "javac" da prompt dei comandi, si può eseguirlo utilizzando il comando "java".</a:t>
            </a:r>
            <a:endParaRPr lang="it-IT" sz="1800" b="0" u="none" strike="noStrike">
              <a:solidFill>
                <a:srgbClr val="000000"/>
              </a:solidFill>
              <a:effectLst/>
              <a:uFillTx/>
              <a:latin typeface="Arial"/>
            </a:endParaRPr>
          </a:p>
        </p:txBody>
      </p:sp>
      <p:sp>
        <p:nvSpPr>
          <p:cNvPr id="546" name="CasellaDiTesto 7"/>
          <p:cNvSpPr/>
          <p:nvPr/>
        </p:nvSpPr>
        <p:spPr>
          <a:xfrm>
            <a:off x="281880" y="932040"/>
            <a:ext cx="3114000" cy="671400"/>
          </a:xfrm>
          <a:prstGeom prst="rect">
            <a:avLst/>
          </a:prstGeom>
          <a:solidFill>
            <a:schemeClr val="accent1">
              <a:lumMod val="40000"/>
              <a:lumOff val="60000"/>
            </a:schemeClr>
          </a:solidFill>
          <a:ln w="0">
            <a:noFill/>
          </a:ln>
        </p:spPr>
        <p:style>
          <a:lnRef idx="0"/>
          <a:fillRef idx="0"/>
          <a:effectRef idx="0"/>
          <a:fontRef idx="minor"/>
        </p:style>
        <p:txBody>
          <a:bodyPr lIns="90000" rIns="90000" tIns="45000" bIns="45000" anchor="t">
            <a:spAutoFit/>
          </a:bodyPr>
          <a:p>
            <a:pPr algn="just" defTabSz="914400">
              <a:lnSpc>
                <a:spcPct val="107000"/>
              </a:lnSpc>
              <a:spcAft>
                <a:spcPts val="799"/>
              </a:spcAft>
              <a:tabLst>
                <a:tab algn="l" pos="678240"/>
              </a:tabLst>
            </a:pPr>
            <a:r>
              <a:rPr lang="it-IT" sz="1800" b="1" u="none" strike="noStrike">
                <a:solidFill>
                  <a:srgbClr val="050e17"/>
                </a:solidFill>
                <a:effectLst/>
                <a:uFillTx/>
                <a:latin typeface="-apple-system"/>
              </a:rPr>
              <a:t>Dal codice JAVA al file class compilato</a:t>
            </a:r>
            <a:endParaRPr lang="it-IT" sz="1800" b="0" u="none" strike="noStrike">
              <a:solidFill>
                <a:srgbClr val="000000"/>
              </a:solidFill>
              <a:effectLst/>
              <a:uFillTx/>
              <a:latin typeface="Arial"/>
            </a:endParaRPr>
          </a:p>
        </p:txBody>
      </p:sp>
      <p:sp>
        <p:nvSpPr>
          <p:cNvPr id="547" name="CasellaDiTesto 10"/>
          <p:cNvSpPr/>
          <p:nvPr/>
        </p:nvSpPr>
        <p:spPr>
          <a:xfrm>
            <a:off x="3705480" y="381960"/>
            <a:ext cx="6094080" cy="36900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lang="it-IT" sz="1800" b="1" u="none" strike="noStrike">
                <a:solidFill>
                  <a:schemeClr val="dk1"/>
                </a:solidFill>
                <a:effectLst/>
                <a:uFillTx/>
                <a:latin typeface="Calibri"/>
              </a:rPr>
              <a:t>La compilazione ed esecuzione da terminale</a:t>
            </a:r>
            <a:endParaRPr lang="it-IT" sz="1800" b="0" u="none" strike="noStrike">
              <a:solidFill>
                <a:srgbClr val="000000"/>
              </a:solidFill>
              <a:effectLst/>
              <a:uFillTx/>
              <a:latin typeface="Arial"/>
            </a:endParaRPr>
          </a:p>
        </p:txBody>
      </p:sp>
      <p:sp>
        <p:nvSpPr>
          <p:cNvPr id="548" name="CasellaDiTesto 5"/>
          <p:cNvSpPr/>
          <p:nvPr/>
        </p:nvSpPr>
        <p:spPr>
          <a:xfrm>
            <a:off x="191880" y="1546920"/>
            <a:ext cx="11599920" cy="92304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lang="it-IT" sz="1800" b="0" u="none" strike="noStrike">
                <a:solidFill>
                  <a:srgbClr val="050e17"/>
                </a:solidFill>
                <a:effectLst/>
                <a:uFillTx/>
                <a:latin typeface="-apple-system"/>
              </a:rPr>
              <a:t>Per eseguire il programma, si deve specificare il nome della classe contenente il metodo "main". </a:t>
            </a:r>
            <a:br>
              <a:rPr sz="1800"/>
            </a:br>
            <a:r>
              <a:rPr lang="it-IT" sz="1800" b="0" u="none" strike="noStrike">
                <a:solidFill>
                  <a:srgbClr val="050e17"/>
                </a:solidFill>
                <a:effectLst/>
                <a:uFillTx/>
                <a:latin typeface="-apple-system"/>
              </a:rPr>
              <a:t>Ad esempio, se la classe è quella di poc’anzi, si chiama "MyProgramma" si può eseguire il programma utilizzando il comando seguente:</a:t>
            </a:r>
            <a:endParaRPr lang="it-IT" sz="1800" b="0" u="none" strike="noStrike">
              <a:solidFill>
                <a:srgbClr val="000000"/>
              </a:solidFill>
              <a:effectLst/>
              <a:uFillTx/>
              <a:latin typeface="Arial"/>
            </a:endParaRPr>
          </a:p>
        </p:txBody>
      </p:sp>
      <p:sp>
        <p:nvSpPr>
          <p:cNvPr id="549" name="Rectangle 4"/>
          <p:cNvSpPr/>
          <p:nvPr/>
        </p:nvSpPr>
        <p:spPr>
          <a:xfrm>
            <a:off x="281880" y="2575440"/>
            <a:ext cx="2314440" cy="307440"/>
          </a:xfrm>
          <a:prstGeom prst="rect">
            <a:avLst/>
          </a:prstGeom>
          <a:solidFill>
            <a:srgbClr val="2b2b2b"/>
          </a:solidFill>
          <a:ln w="0">
            <a:noFill/>
          </a:ln>
        </p:spPr>
        <p:style>
          <a:lnRef idx="0"/>
          <a:fillRef idx="0"/>
          <a:effectRef idx="0"/>
          <a:fontRef idx="minor"/>
        </p:style>
        <p:txBody>
          <a:bodyPr numCol="1" spcCol="0" wrap="none" lIns="0" rIns="0" tIns="0" bIns="0" anchor="ctr">
            <a:spAutoFit/>
          </a:bodyPr>
          <a:p>
            <a:pPr defTabSz="914400">
              <a:lnSpc>
                <a:spcPct val="100000"/>
              </a:lnSpc>
              <a:tabLst>
                <a:tab algn="l" pos="0"/>
              </a:tabLst>
            </a:pPr>
            <a:r>
              <a:rPr lang="it-IT" sz="2000" b="0" u="none" strike="noStrike">
                <a:solidFill>
                  <a:srgbClr val="ffd700"/>
                </a:solidFill>
                <a:effectLst/>
                <a:uFillTx/>
                <a:latin typeface="Consolas"/>
              </a:rPr>
              <a:t>java MyProgramma</a:t>
            </a:r>
            <a:r>
              <a:rPr lang="it-IT" sz="2000" b="0" u="none" strike="noStrike">
                <a:solidFill>
                  <a:schemeClr val="dk1"/>
                </a:solidFill>
                <a:effectLst/>
                <a:uFillTx/>
                <a:latin typeface="Calibri"/>
              </a:rPr>
              <a:t> </a:t>
            </a:r>
            <a:endParaRPr lang="it-IT" sz="2000" b="0" u="none" strike="noStrike">
              <a:solidFill>
                <a:srgbClr val="ffffff"/>
              </a:solidFill>
              <a:effectLst/>
              <a:uFillTx/>
              <a:latin typeface="Arial"/>
            </a:endParaRPr>
          </a:p>
        </p:txBody>
      </p:sp>
      <p:sp>
        <p:nvSpPr>
          <p:cNvPr id="550" name="CasellaDiTesto 12"/>
          <p:cNvSpPr/>
          <p:nvPr/>
        </p:nvSpPr>
        <p:spPr>
          <a:xfrm>
            <a:off x="281880" y="2988000"/>
            <a:ext cx="10560960" cy="64584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lang="it-IT" sz="1800" b="0" u="none" strike="noStrike">
                <a:solidFill>
                  <a:srgbClr val="050e17"/>
                </a:solidFill>
                <a:effectLst/>
                <a:uFillTx/>
                <a:latin typeface="-apple-system"/>
              </a:rPr>
              <a:t>Bisogna assicurarsi di essere nella stessa directory in cui si trova il file "MyProgramma.class" quando si esegue il comando "java".</a:t>
            </a:r>
            <a:endParaRPr lang="it-IT" sz="1800" b="0" u="none" strike="noStrike">
              <a:solidFill>
                <a:srgbClr val="000000"/>
              </a:solidFill>
              <a:effectLst/>
              <a:uFillTx/>
              <a:latin typeface="Arial"/>
            </a:endParaRPr>
          </a:p>
        </p:txBody>
      </p:sp>
      <p:sp>
        <p:nvSpPr>
          <p:cNvPr id="551" name="CasellaDiTesto 14"/>
          <p:cNvSpPr/>
          <p:nvPr/>
        </p:nvSpPr>
        <p:spPr>
          <a:xfrm>
            <a:off x="281880" y="3634560"/>
            <a:ext cx="10474920" cy="230796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lang="it-IT" sz="1800" b="0" u="none" strike="noStrike">
                <a:solidFill>
                  <a:srgbClr val="050e17"/>
                </a:solidFill>
                <a:effectLst/>
                <a:uFillTx/>
                <a:latin typeface="-apple-system"/>
              </a:rPr>
              <a:t>In alcuni casi molto particolari è possibile che il programma debba essere eseguito a partire da un percorso da cui si diramano delle cartelle particolari, che corrispondono ad un concetto che vedremo più avanti e che chiameremo package. Anticipo che se la classe si trova in un package (all’interno di alcune di queste cartelle) non si deve andare fino alla posizione dove si trova il file «.class», ma fermarsi alla cartella prima che inizi il package e si deve specificare il nome completo del package e della classe. </a:t>
            </a:r>
            <a:endParaRPr lang="it-IT" sz="1800" b="0" u="none" strike="noStrike">
              <a:solidFill>
                <a:srgbClr val="000000"/>
              </a:solidFill>
              <a:effectLst/>
              <a:uFillTx/>
              <a:latin typeface="Arial"/>
            </a:endParaRPr>
          </a:p>
          <a:p>
            <a:pPr defTabSz="914400">
              <a:lnSpc>
                <a:spcPct val="100000"/>
              </a:lnSpc>
            </a:pPr>
            <a:r>
              <a:rPr lang="it-IT" sz="1800" b="0" u="none" strike="noStrike">
                <a:solidFill>
                  <a:srgbClr val="050e17"/>
                </a:solidFill>
                <a:effectLst/>
                <a:uFillTx/>
                <a:latin typeface="-apple-system"/>
              </a:rPr>
              <a:t>Ad esempio, se la classe si trova nel package "com.mio.package" (e pertanto è in una struttura a sottocartelle di identico come "com/mio/package") e si chiama "MyClass", si può eseguire il programma dalla posizione da cui inizia la struttura a cartelle "com/mio/package", senza entrarvi, utilizzando il comando seguente:</a:t>
            </a:r>
            <a:endParaRPr lang="it-IT" sz="1800" b="0" u="none" strike="noStrike">
              <a:solidFill>
                <a:srgbClr val="000000"/>
              </a:solidFill>
              <a:effectLst/>
              <a:uFillTx/>
              <a:latin typeface="Arial"/>
            </a:endParaRPr>
          </a:p>
        </p:txBody>
      </p:sp>
      <p:sp>
        <p:nvSpPr>
          <p:cNvPr id="552" name="Rectangle 5"/>
          <p:cNvSpPr/>
          <p:nvPr/>
        </p:nvSpPr>
        <p:spPr>
          <a:xfrm>
            <a:off x="281880" y="6080400"/>
            <a:ext cx="4007160" cy="307440"/>
          </a:xfrm>
          <a:prstGeom prst="rect">
            <a:avLst/>
          </a:prstGeom>
          <a:solidFill>
            <a:srgbClr val="2b2b2b"/>
          </a:solidFill>
          <a:ln w="0">
            <a:noFill/>
          </a:ln>
        </p:spPr>
        <p:style>
          <a:lnRef idx="0"/>
          <a:fillRef idx="0"/>
          <a:effectRef idx="0"/>
          <a:fontRef idx="minor"/>
        </p:style>
        <p:txBody>
          <a:bodyPr numCol="1" spcCol="0" wrap="none" lIns="0" rIns="0" tIns="0" bIns="0" anchor="ctr">
            <a:spAutoFit/>
          </a:bodyPr>
          <a:p>
            <a:pPr defTabSz="914400">
              <a:lnSpc>
                <a:spcPct val="100000"/>
              </a:lnSpc>
              <a:tabLst>
                <a:tab algn="l" pos="0"/>
              </a:tabLst>
            </a:pPr>
            <a:r>
              <a:rPr lang="it-IT" sz="2000" b="0" u="none" strike="noStrike">
                <a:solidFill>
                  <a:srgbClr val="f8f8f2"/>
                </a:solidFill>
                <a:effectLst/>
                <a:uFillTx/>
                <a:latin typeface="Consolas"/>
              </a:rPr>
              <a:t>java com</a:t>
            </a:r>
            <a:r>
              <a:rPr lang="it-IT" sz="2000" b="0" u="none" strike="noStrike">
                <a:solidFill>
                  <a:srgbClr val="ffa07a"/>
                </a:solidFill>
                <a:effectLst/>
                <a:uFillTx/>
                <a:latin typeface="Consolas"/>
              </a:rPr>
              <a:t>.mio.package.MyClass</a:t>
            </a:r>
            <a:r>
              <a:rPr lang="it-IT" sz="2000" b="0" u="none" strike="noStrike">
                <a:solidFill>
                  <a:schemeClr val="dk1"/>
                </a:solidFill>
                <a:effectLst/>
                <a:uFillTx/>
                <a:latin typeface="Calibri"/>
              </a:rPr>
              <a:t> </a:t>
            </a:r>
            <a:endParaRPr lang="it-IT" sz="20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8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553" name="Picture 2" descr="Java Logo, symbol, meaning, history, PNG, brand"/>
          <p:cNvPicPr/>
          <p:nvPr/>
        </p:nvPicPr>
        <p:blipFill>
          <a:blip r:embed="rId1"/>
          <a:stretch/>
        </p:blipFill>
        <p:spPr>
          <a:xfrm>
            <a:off x="10632600" y="0"/>
            <a:ext cx="1420560" cy="795240"/>
          </a:xfrm>
          <a:prstGeom prst="rect">
            <a:avLst/>
          </a:prstGeom>
          <a:noFill/>
          <a:ln w="0">
            <a:noFill/>
          </a:ln>
        </p:spPr>
      </p:pic>
      <p:sp>
        <p:nvSpPr>
          <p:cNvPr id="554" name="CasellaDiTesto 2"/>
          <p:cNvSpPr/>
          <p:nvPr/>
        </p:nvSpPr>
        <p:spPr>
          <a:xfrm>
            <a:off x="281880" y="421920"/>
            <a:ext cx="3114000" cy="373320"/>
          </a:xfrm>
          <a:prstGeom prst="rect">
            <a:avLst/>
          </a:prstGeom>
          <a:solidFill>
            <a:schemeClr val="accent2">
              <a:lumMod val="40000"/>
              <a:lumOff val="60000"/>
            </a:schemeClr>
          </a:solidFill>
          <a:ln w="0">
            <a:noFill/>
          </a:ln>
        </p:spPr>
        <p:style>
          <a:lnRef idx="0"/>
          <a:fillRef idx="0"/>
          <a:effectRef idx="0"/>
          <a:fontRef idx="minor"/>
        </p:style>
        <p:txBody>
          <a:bodyPr lIns="90000" rIns="90000" tIns="45000" bIns="45000" anchor="t">
            <a:spAutoFit/>
          </a:bodyPr>
          <a:p>
            <a:pPr algn="just" defTabSz="914400">
              <a:lnSpc>
                <a:spcPct val="107000"/>
              </a:lnSpc>
              <a:spcAft>
                <a:spcPts val="799"/>
              </a:spcAft>
              <a:tabLst>
                <a:tab algn="l" pos="678240"/>
              </a:tabLst>
            </a:pPr>
            <a:r>
              <a:rPr lang="it-IT" sz="1800" b="1" u="none" strike="noStrike">
                <a:solidFill>
                  <a:srgbClr val="050e17"/>
                </a:solidFill>
                <a:effectLst/>
                <a:uFillTx/>
                <a:latin typeface="-apple-system"/>
              </a:rPr>
              <a:t>Eseguiamo il programma</a:t>
            </a:r>
            <a:endParaRPr lang="it-IT" sz="1800" b="0" u="none" strike="noStrike">
              <a:solidFill>
                <a:srgbClr val="000000"/>
              </a:solidFill>
              <a:effectLst/>
              <a:uFillTx/>
              <a:latin typeface="Arial"/>
            </a:endParaRPr>
          </a:p>
        </p:txBody>
      </p:sp>
      <p:sp>
        <p:nvSpPr>
          <p:cNvPr id="555" name="CasellaDiTesto 3"/>
          <p:cNvSpPr/>
          <p:nvPr/>
        </p:nvSpPr>
        <p:spPr>
          <a:xfrm>
            <a:off x="3702240" y="795600"/>
            <a:ext cx="8350920" cy="369000"/>
          </a:xfrm>
          <a:prstGeom prst="rect">
            <a:avLst/>
          </a:prstGeom>
          <a:solidFill>
            <a:schemeClr val="accent4">
              <a:lumMod val="40000"/>
              <a:lumOff val="60000"/>
            </a:schemeClr>
          </a:solidFill>
          <a:ln w="0">
            <a:noFill/>
          </a:ln>
        </p:spPr>
        <p:style>
          <a:lnRef idx="0"/>
          <a:fillRef idx="0"/>
          <a:effectRef idx="0"/>
          <a:fontRef idx="minor"/>
        </p:style>
        <p:txBody>
          <a:bodyPr lIns="90000" rIns="90000" tIns="45000" bIns="45000" anchor="t">
            <a:spAutoFit/>
          </a:bodyPr>
          <a:p>
            <a:pPr defTabSz="914400">
              <a:lnSpc>
                <a:spcPct val="100000"/>
              </a:lnSpc>
            </a:pPr>
            <a:r>
              <a:rPr lang="it-IT" sz="1800" b="0" u="none" strike="noStrike">
                <a:solidFill>
                  <a:srgbClr val="050e17"/>
                </a:solidFill>
                <a:effectLst/>
                <a:uFillTx/>
                <a:latin typeface="-apple-system"/>
              </a:rPr>
              <a:t>Esecuzione di un programma JAVA da una cartella diversa</a:t>
            </a:r>
            <a:endParaRPr lang="it-IT" sz="1800" b="0" u="none" strike="noStrike">
              <a:solidFill>
                <a:srgbClr val="000000"/>
              </a:solidFill>
              <a:effectLst/>
              <a:uFillTx/>
              <a:latin typeface="Arial"/>
            </a:endParaRPr>
          </a:p>
        </p:txBody>
      </p:sp>
      <p:sp>
        <p:nvSpPr>
          <p:cNvPr id="556" name="CasellaDiTesto 7"/>
          <p:cNvSpPr/>
          <p:nvPr/>
        </p:nvSpPr>
        <p:spPr>
          <a:xfrm>
            <a:off x="281880" y="932040"/>
            <a:ext cx="3114000" cy="671400"/>
          </a:xfrm>
          <a:prstGeom prst="rect">
            <a:avLst/>
          </a:prstGeom>
          <a:solidFill>
            <a:schemeClr val="accent1">
              <a:lumMod val="40000"/>
              <a:lumOff val="60000"/>
            </a:schemeClr>
          </a:solidFill>
          <a:ln w="0">
            <a:noFill/>
          </a:ln>
        </p:spPr>
        <p:style>
          <a:lnRef idx="0"/>
          <a:fillRef idx="0"/>
          <a:effectRef idx="0"/>
          <a:fontRef idx="minor"/>
        </p:style>
        <p:txBody>
          <a:bodyPr lIns="90000" rIns="90000" tIns="45000" bIns="45000" anchor="t">
            <a:spAutoFit/>
          </a:bodyPr>
          <a:p>
            <a:pPr algn="just" defTabSz="914400">
              <a:lnSpc>
                <a:spcPct val="107000"/>
              </a:lnSpc>
              <a:spcAft>
                <a:spcPts val="799"/>
              </a:spcAft>
              <a:tabLst>
                <a:tab algn="l" pos="678240"/>
              </a:tabLst>
            </a:pPr>
            <a:r>
              <a:rPr lang="it-IT" sz="1800" b="1" u="none" strike="noStrike">
                <a:solidFill>
                  <a:srgbClr val="050e17"/>
                </a:solidFill>
                <a:effectLst/>
                <a:uFillTx/>
                <a:latin typeface="-apple-system"/>
              </a:rPr>
              <a:t>Dal codice JAVA al file class compilato</a:t>
            </a:r>
            <a:endParaRPr lang="it-IT" sz="1800" b="0" u="none" strike="noStrike">
              <a:solidFill>
                <a:srgbClr val="000000"/>
              </a:solidFill>
              <a:effectLst/>
              <a:uFillTx/>
              <a:latin typeface="Arial"/>
            </a:endParaRPr>
          </a:p>
        </p:txBody>
      </p:sp>
      <p:sp>
        <p:nvSpPr>
          <p:cNvPr id="557" name="CasellaDiTesto 10"/>
          <p:cNvSpPr/>
          <p:nvPr/>
        </p:nvSpPr>
        <p:spPr>
          <a:xfrm>
            <a:off x="3705480" y="381960"/>
            <a:ext cx="6094080" cy="36900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lang="it-IT" sz="1800" b="1" u="none" strike="noStrike">
                <a:solidFill>
                  <a:schemeClr val="dk1"/>
                </a:solidFill>
                <a:effectLst/>
                <a:uFillTx/>
                <a:latin typeface="Calibri"/>
              </a:rPr>
              <a:t>La compilazione ed esecuzione da terminale</a:t>
            </a:r>
            <a:endParaRPr lang="it-IT" sz="1800" b="0" u="none" strike="noStrike">
              <a:solidFill>
                <a:srgbClr val="000000"/>
              </a:solidFill>
              <a:effectLst/>
              <a:uFillTx/>
              <a:latin typeface="Arial"/>
            </a:endParaRPr>
          </a:p>
        </p:txBody>
      </p:sp>
      <p:sp>
        <p:nvSpPr>
          <p:cNvPr id="558" name="CasellaDiTesto 5"/>
          <p:cNvSpPr/>
          <p:nvPr/>
        </p:nvSpPr>
        <p:spPr>
          <a:xfrm>
            <a:off x="191880" y="1663560"/>
            <a:ext cx="11599920" cy="101520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lang="it-IT" sz="3000" b="0" u="none" strike="noStrike">
                <a:solidFill>
                  <a:srgbClr val="050e17"/>
                </a:solidFill>
                <a:effectLst/>
                <a:uFillTx/>
                <a:latin typeface="-apple-system"/>
              </a:rPr>
              <a:t>In alternativa, si può usare l'opzione "-cp" per specificare il percorso delle classi. </a:t>
            </a:r>
            <a:endParaRPr lang="it-IT" sz="3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8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559" name="Picture 2" descr="Java Logo, symbol, meaning, history, PNG, brand"/>
          <p:cNvPicPr/>
          <p:nvPr/>
        </p:nvPicPr>
        <p:blipFill>
          <a:blip r:embed="rId1"/>
          <a:stretch/>
        </p:blipFill>
        <p:spPr>
          <a:xfrm>
            <a:off x="10632600" y="0"/>
            <a:ext cx="1420560" cy="795240"/>
          </a:xfrm>
          <a:prstGeom prst="rect">
            <a:avLst/>
          </a:prstGeom>
          <a:noFill/>
          <a:ln w="0">
            <a:noFill/>
          </a:ln>
        </p:spPr>
      </p:pic>
      <p:sp>
        <p:nvSpPr>
          <p:cNvPr id="560" name="CasellaDiTesto 2"/>
          <p:cNvSpPr/>
          <p:nvPr/>
        </p:nvSpPr>
        <p:spPr>
          <a:xfrm>
            <a:off x="281880" y="421920"/>
            <a:ext cx="3114000" cy="373320"/>
          </a:xfrm>
          <a:prstGeom prst="rect">
            <a:avLst/>
          </a:prstGeom>
          <a:solidFill>
            <a:schemeClr val="accent2">
              <a:lumMod val="40000"/>
              <a:lumOff val="60000"/>
            </a:schemeClr>
          </a:solidFill>
          <a:ln w="0">
            <a:noFill/>
          </a:ln>
        </p:spPr>
        <p:style>
          <a:lnRef idx="0"/>
          <a:fillRef idx="0"/>
          <a:effectRef idx="0"/>
          <a:fontRef idx="minor"/>
        </p:style>
        <p:txBody>
          <a:bodyPr lIns="90000" rIns="90000" tIns="45000" bIns="45000" anchor="t">
            <a:spAutoFit/>
          </a:bodyPr>
          <a:p>
            <a:pPr algn="just" defTabSz="914400">
              <a:lnSpc>
                <a:spcPct val="107000"/>
              </a:lnSpc>
              <a:spcAft>
                <a:spcPts val="799"/>
              </a:spcAft>
              <a:tabLst>
                <a:tab algn="l" pos="678240"/>
              </a:tabLst>
            </a:pPr>
            <a:r>
              <a:rPr lang="it-IT" sz="1800" b="1" u="none" strike="noStrike">
                <a:solidFill>
                  <a:srgbClr val="050e17"/>
                </a:solidFill>
                <a:effectLst/>
                <a:uFillTx/>
                <a:latin typeface="-apple-system"/>
              </a:rPr>
              <a:t>Eseguiamo il programma</a:t>
            </a:r>
            <a:endParaRPr lang="it-IT" sz="1800" b="0" u="none" strike="noStrike">
              <a:solidFill>
                <a:srgbClr val="000000"/>
              </a:solidFill>
              <a:effectLst/>
              <a:uFillTx/>
              <a:latin typeface="Arial"/>
            </a:endParaRPr>
          </a:p>
        </p:txBody>
      </p:sp>
      <p:sp>
        <p:nvSpPr>
          <p:cNvPr id="561" name="CasellaDiTesto 3"/>
          <p:cNvSpPr/>
          <p:nvPr/>
        </p:nvSpPr>
        <p:spPr>
          <a:xfrm>
            <a:off x="3702240" y="795600"/>
            <a:ext cx="8350920" cy="369000"/>
          </a:xfrm>
          <a:prstGeom prst="rect">
            <a:avLst/>
          </a:prstGeom>
          <a:solidFill>
            <a:schemeClr val="accent4">
              <a:lumMod val="40000"/>
              <a:lumOff val="60000"/>
            </a:schemeClr>
          </a:solidFill>
          <a:ln w="0">
            <a:noFill/>
          </a:ln>
        </p:spPr>
        <p:style>
          <a:lnRef idx="0"/>
          <a:fillRef idx="0"/>
          <a:effectRef idx="0"/>
          <a:fontRef idx="minor"/>
        </p:style>
        <p:txBody>
          <a:bodyPr lIns="90000" rIns="90000" tIns="45000" bIns="45000" anchor="t">
            <a:spAutoFit/>
          </a:bodyPr>
          <a:p>
            <a:pPr defTabSz="914400">
              <a:lnSpc>
                <a:spcPct val="100000"/>
              </a:lnSpc>
            </a:pPr>
            <a:r>
              <a:rPr lang="it-IT" sz="1800" b="0" u="none" strike="noStrike">
                <a:solidFill>
                  <a:srgbClr val="050e17"/>
                </a:solidFill>
                <a:effectLst/>
                <a:uFillTx/>
                <a:latin typeface="-apple-system"/>
              </a:rPr>
              <a:t>Esecuzione di un programma JAVA da una cartella diversa</a:t>
            </a:r>
            <a:endParaRPr lang="it-IT" sz="1800" b="0" u="none" strike="noStrike">
              <a:solidFill>
                <a:srgbClr val="000000"/>
              </a:solidFill>
              <a:effectLst/>
              <a:uFillTx/>
              <a:latin typeface="Arial"/>
            </a:endParaRPr>
          </a:p>
        </p:txBody>
      </p:sp>
      <p:sp>
        <p:nvSpPr>
          <p:cNvPr id="562" name="CasellaDiTesto 7"/>
          <p:cNvSpPr/>
          <p:nvPr/>
        </p:nvSpPr>
        <p:spPr>
          <a:xfrm>
            <a:off x="281880" y="932040"/>
            <a:ext cx="3114000" cy="671400"/>
          </a:xfrm>
          <a:prstGeom prst="rect">
            <a:avLst/>
          </a:prstGeom>
          <a:solidFill>
            <a:schemeClr val="accent1">
              <a:lumMod val="40000"/>
              <a:lumOff val="60000"/>
            </a:schemeClr>
          </a:solidFill>
          <a:ln w="0">
            <a:noFill/>
          </a:ln>
        </p:spPr>
        <p:style>
          <a:lnRef idx="0"/>
          <a:fillRef idx="0"/>
          <a:effectRef idx="0"/>
          <a:fontRef idx="minor"/>
        </p:style>
        <p:txBody>
          <a:bodyPr lIns="90000" rIns="90000" tIns="45000" bIns="45000" anchor="t">
            <a:spAutoFit/>
          </a:bodyPr>
          <a:p>
            <a:pPr algn="just" defTabSz="914400">
              <a:lnSpc>
                <a:spcPct val="107000"/>
              </a:lnSpc>
              <a:spcAft>
                <a:spcPts val="799"/>
              </a:spcAft>
              <a:tabLst>
                <a:tab algn="l" pos="678240"/>
              </a:tabLst>
            </a:pPr>
            <a:r>
              <a:rPr lang="it-IT" sz="1800" b="1" u="none" strike="noStrike">
                <a:solidFill>
                  <a:srgbClr val="050e17"/>
                </a:solidFill>
                <a:effectLst/>
                <a:uFillTx/>
                <a:latin typeface="-apple-system"/>
              </a:rPr>
              <a:t>Dal codice JAVA al file class compilato</a:t>
            </a:r>
            <a:endParaRPr lang="it-IT" sz="1800" b="0" u="none" strike="noStrike">
              <a:solidFill>
                <a:srgbClr val="000000"/>
              </a:solidFill>
              <a:effectLst/>
              <a:uFillTx/>
              <a:latin typeface="Arial"/>
            </a:endParaRPr>
          </a:p>
        </p:txBody>
      </p:sp>
      <p:sp>
        <p:nvSpPr>
          <p:cNvPr id="563" name="CasellaDiTesto 10"/>
          <p:cNvSpPr/>
          <p:nvPr/>
        </p:nvSpPr>
        <p:spPr>
          <a:xfrm>
            <a:off x="3705480" y="381960"/>
            <a:ext cx="6094080" cy="36900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lang="it-IT" sz="1800" b="1" u="none" strike="noStrike">
                <a:solidFill>
                  <a:schemeClr val="dk1"/>
                </a:solidFill>
                <a:effectLst/>
                <a:uFillTx/>
                <a:latin typeface="Calibri"/>
              </a:rPr>
              <a:t>La compilazione ed esecuzione da terminale</a:t>
            </a:r>
            <a:endParaRPr lang="it-IT" sz="1800" b="0" u="none" strike="noStrike">
              <a:solidFill>
                <a:srgbClr val="000000"/>
              </a:solidFill>
              <a:effectLst/>
              <a:uFillTx/>
              <a:latin typeface="Arial"/>
            </a:endParaRPr>
          </a:p>
        </p:txBody>
      </p:sp>
      <p:sp>
        <p:nvSpPr>
          <p:cNvPr id="564" name="CasellaDiTesto 5"/>
          <p:cNvSpPr/>
          <p:nvPr/>
        </p:nvSpPr>
        <p:spPr>
          <a:xfrm>
            <a:off x="191880" y="1663560"/>
            <a:ext cx="11599920" cy="240012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lang="it-IT" sz="3000" b="0" u="none" strike="noStrike">
                <a:solidFill>
                  <a:srgbClr val="050e17"/>
                </a:solidFill>
                <a:effectLst/>
                <a:uFillTx/>
                <a:latin typeface="-apple-system"/>
              </a:rPr>
              <a:t>In alternativa, si può usare l'opzione "-cp" per specificare il percorso delle classi. </a:t>
            </a:r>
            <a:endParaRPr lang="it-IT" sz="3000" b="0" u="none" strike="noStrike">
              <a:solidFill>
                <a:srgbClr val="000000"/>
              </a:solidFill>
              <a:effectLst/>
              <a:uFillTx/>
              <a:latin typeface="Arial"/>
            </a:endParaRPr>
          </a:p>
          <a:p>
            <a:pPr defTabSz="914400">
              <a:lnSpc>
                <a:spcPct val="100000"/>
              </a:lnSpc>
            </a:pPr>
            <a:r>
              <a:rPr lang="it-IT" sz="3000" b="0" u="none" strike="noStrike">
                <a:solidFill>
                  <a:srgbClr val="050e17"/>
                </a:solidFill>
                <a:effectLst/>
                <a:uFillTx/>
                <a:latin typeface="-apple-system"/>
              </a:rPr>
              <a:t>Ad esempio, se la classe si trova nella directory "C:\progetti\mio-progetto\classes", si può eseguire il programma utilizzando il comando seguente:</a:t>
            </a:r>
            <a:endParaRPr lang="it-IT" sz="3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8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565" name="Picture 2" descr="Java Logo, symbol, meaning, history, PNG, brand"/>
          <p:cNvPicPr/>
          <p:nvPr/>
        </p:nvPicPr>
        <p:blipFill>
          <a:blip r:embed="rId1"/>
          <a:stretch/>
        </p:blipFill>
        <p:spPr>
          <a:xfrm>
            <a:off x="10632600" y="0"/>
            <a:ext cx="1420560" cy="795240"/>
          </a:xfrm>
          <a:prstGeom prst="rect">
            <a:avLst/>
          </a:prstGeom>
          <a:noFill/>
          <a:ln w="0">
            <a:noFill/>
          </a:ln>
        </p:spPr>
      </p:pic>
      <p:sp>
        <p:nvSpPr>
          <p:cNvPr id="566" name="CasellaDiTesto 2"/>
          <p:cNvSpPr/>
          <p:nvPr/>
        </p:nvSpPr>
        <p:spPr>
          <a:xfrm>
            <a:off x="281880" y="421920"/>
            <a:ext cx="3114000" cy="373320"/>
          </a:xfrm>
          <a:prstGeom prst="rect">
            <a:avLst/>
          </a:prstGeom>
          <a:solidFill>
            <a:schemeClr val="accent2">
              <a:lumMod val="40000"/>
              <a:lumOff val="60000"/>
            </a:schemeClr>
          </a:solidFill>
          <a:ln w="0">
            <a:noFill/>
          </a:ln>
        </p:spPr>
        <p:style>
          <a:lnRef idx="0"/>
          <a:fillRef idx="0"/>
          <a:effectRef idx="0"/>
          <a:fontRef idx="minor"/>
        </p:style>
        <p:txBody>
          <a:bodyPr lIns="90000" rIns="90000" tIns="45000" bIns="45000" anchor="t">
            <a:spAutoFit/>
          </a:bodyPr>
          <a:p>
            <a:pPr algn="just" defTabSz="914400">
              <a:lnSpc>
                <a:spcPct val="107000"/>
              </a:lnSpc>
              <a:spcAft>
                <a:spcPts val="799"/>
              </a:spcAft>
              <a:tabLst>
                <a:tab algn="l" pos="678240"/>
              </a:tabLst>
            </a:pPr>
            <a:r>
              <a:rPr lang="it-IT" sz="1800" b="1" u="none" strike="noStrike">
                <a:solidFill>
                  <a:srgbClr val="050e17"/>
                </a:solidFill>
                <a:effectLst/>
                <a:uFillTx/>
                <a:latin typeface="-apple-system"/>
              </a:rPr>
              <a:t>Eseguiamo il programma</a:t>
            </a:r>
            <a:endParaRPr lang="it-IT" sz="1800" b="0" u="none" strike="noStrike">
              <a:solidFill>
                <a:srgbClr val="000000"/>
              </a:solidFill>
              <a:effectLst/>
              <a:uFillTx/>
              <a:latin typeface="Arial"/>
            </a:endParaRPr>
          </a:p>
        </p:txBody>
      </p:sp>
      <p:sp>
        <p:nvSpPr>
          <p:cNvPr id="567" name="CasellaDiTesto 3"/>
          <p:cNvSpPr/>
          <p:nvPr/>
        </p:nvSpPr>
        <p:spPr>
          <a:xfrm>
            <a:off x="3702240" y="795600"/>
            <a:ext cx="8350920" cy="369000"/>
          </a:xfrm>
          <a:prstGeom prst="rect">
            <a:avLst/>
          </a:prstGeom>
          <a:solidFill>
            <a:schemeClr val="accent4">
              <a:lumMod val="40000"/>
              <a:lumOff val="60000"/>
            </a:schemeClr>
          </a:solidFill>
          <a:ln w="0">
            <a:noFill/>
          </a:ln>
        </p:spPr>
        <p:style>
          <a:lnRef idx="0"/>
          <a:fillRef idx="0"/>
          <a:effectRef idx="0"/>
          <a:fontRef idx="minor"/>
        </p:style>
        <p:txBody>
          <a:bodyPr lIns="90000" rIns="90000" tIns="45000" bIns="45000" anchor="t">
            <a:spAutoFit/>
          </a:bodyPr>
          <a:p>
            <a:pPr defTabSz="914400">
              <a:lnSpc>
                <a:spcPct val="100000"/>
              </a:lnSpc>
            </a:pPr>
            <a:r>
              <a:rPr lang="it-IT" sz="1800" b="0" u="none" strike="noStrike">
                <a:solidFill>
                  <a:srgbClr val="050e17"/>
                </a:solidFill>
                <a:effectLst/>
                <a:uFillTx/>
                <a:latin typeface="-apple-system"/>
              </a:rPr>
              <a:t>Esecuzione di un programma JAVA da una cartella diversa</a:t>
            </a:r>
            <a:endParaRPr lang="it-IT" sz="1800" b="0" u="none" strike="noStrike">
              <a:solidFill>
                <a:srgbClr val="000000"/>
              </a:solidFill>
              <a:effectLst/>
              <a:uFillTx/>
              <a:latin typeface="Arial"/>
            </a:endParaRPr>
          </a:p>
        </p:txBody>
      </p:sp>
      <p:sp>
        <p:nvSpPr>
          <p:cNvPr id="568" name="CasellaDiTesto 7"/>
          <p:cNvSpPr/>
          <p:nvPr/>
        </p:nvSpPr>
        <p:spPr>
          <a:xfrm>
            <a:off x="281880" y="932040"/>
            <a:ext cx="3114000" cy="671400"/>
          </a:xfrm>
          <a:prstGeom prst="rect">
            <a:avLst/>
          </a:prstGeom>
          <a:solidFill>
            <a:schemeClr val="accent1">
              <a:lumMod val="40000"/>
              <a:lumOff val="60000"/>
            </a:schemeClr>
          </a:solidFill>
          <a:ln w="0">
            <a:noFill/>
          </a:ln>
        </p:spPr>
        <p:style>
          <a:lnRef idx="0"/>
          <a:fillRef idx="0"/>
          <a:effectRef idx="0"/>
          <a:fontRef idx="minor"/>
        </p:style>
        <p:txBody>
          <a:bodyPr lIns="90000" rIns="90000" tIns="45000" bIns="45000" anchor="t">
            <a:spAutoFit/>
          </a:bodyPr>
          <a:p>
            <a:pPr algn="just" defTabSz="914400">
              <a:lnSpc>
                <a:spcPct val="107000"/>
              </a:lnSpc>
              <a:spcAft>
                <a:spcPts val="799"/>
              </a:spcAft>
              <a:tabLst>
                <a:tab algn="l" pos="678240"/>
              </a:tabLst>
            </a:pPr>
            <a:r>
              <a:rPr lang="it-IT" sz="1800" b="1" u="none" strike="noStrike">
                <a:solidFill>
                  <a:srgbClr val="050e17"/>
                </a:solidFill>
                <a:effectLst/>
                <a:uFillTx/>
                <a:latin typeface="-apple-system"/>
              </a:rPr>
              <a:t>Dal codice JAVA al file class compilato</a:t>
            </a:r>
            <a:endParaRPr lang="it-IT" sz="1800" b="0" u="none" strike="noStrike">
              <a:solidFill>
                <a:srgbClr val="000000"/>
              </a:solidFill>
              <a:effectLst/>
              <a:uFillTx/>
              <a:latin typeface="Arial"/>
            </a:endParaRPr>
          </a:p>
        </p:txBody>
      </p:sp>
      <p:sp>
        <p:nvSpPr>
          <p:cNvPr id="569" name="CasellaDiTesto 10"/>
          <p:cNvSpPr/>
          <p:nvPr/>
        </p:nvSpPr>
        <p:spPr>
          <a:xfrm>
            <a:off x="3705480" y="381960"/>
            <a:ext cx="6094080" cy="36900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lang="it-IT" sz="1800" b="1" u="none" strike="noStrike">
                <a:solidFill>
                  <a:schemeClr val="dk1"/>
                </a:solidFill>
                <a:effectLst/>
                <a:uFillTx/>
                <a:latin typeface="Calibri"/>
              </a:rPr>
              <a:t>La compilazione ed esecuzione da terminale</a:t>
            </a:r>
            <a:endParaRPr lang="it-IT" sz="1800" b="0" u="none" strike="noStrike">
              <a:solidFill>
                <a:srgbClr val="000000"/>
              </a:solidFill>
              <a:effectLst/>
              <a:uFillTx/>
              <a:latin typeface="Arial"/>
            </a:endParaRPr>
          </a:p>
        </p:txBody>
      </p:sp>
      <p:sp>
        <p:nvSpPr>
          <p:cNvPr id="570" name="CasellaDiTesto 5"/>
          <p:cNvSpPr/>
          <p:nvPr/>
        </p:nvSpPr>
        <p:spPr>
          <a:xfrm>
            <a:off x="191880" y="1663560"/>
            <a:ext cx="11599920" cy="240012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lang="it-IT" sz="3000" b="0" u="none" strike="noStrike">
                <a:solidFill>
                  <a:srgbClr val="050e17"/>
                </a:solidFill>
                <a:effectLst/>
                <a:uFillTx/>
                <a:latin typeface="-apple-system"/>
              </a:rPr>
              <a:t>In alternativa, si può usare l'opzione "-cp" per specificare il percorso delle classi. </a:t>
            </a:r>
            <a:endParaRPr lang="it-IT" sz="3000" b="0" u="none" strike="noStrike">
              <a:solidFill>
                <a:srgbClr val="000000"/>
              </a:solidFill>
              <a:effectLst/>
              <a:uFillTx/>
              <a:latin typeface="Arial"/>
            </a:endParaRPr>
          </a:p>
          <a:p>
            <a:pPr defTabSz="914400">
              <a:lnSpc>
                <a:spcPct val="100000"/>
              </a:lnSpc>
            </a:pPr>
            <a:r>
              <a:rPr lang="it-IT" sz="3000" b="0" u="none" strike="noStrike">
                <a:solidFill>
                  <a:srgbClr val="050e17"/>
                </a:solidFill>
                <a:effectLst/>
                <a:uFillTx/>
                <a:latin typeface="-apple-system"/>
              </a:rPr>
              <a:t>Ad esempio, se la classe si trova nella directory "C:\progetti\mio-progetto\classes", si può eseguire il programma utilizzando il comando seguente:</a:t>
            </a:r>
            <a:endParaRPr lang="it-IT" sz="3000" b="0" u="none" strike="noStrike">
              <a:solidFill>
                <a:srgbClr val="000000"/>
              </a:solidFill>
              <a:effectLst/>
              <a:uFillTx/>
              <a:latin typeface="Arial"/>
            </a:endParaRPr>
          </a:p>
        </p:txBody>
      </p:sp>
      <p:sp>
        <p:nvSpPr>
          <p:cNvPr id="571" name="Rectangle 1"/>
          <p:cNvSpPr/>
          <p:nvPr/>
        </p:nvSpPr>
        <p:spPr>
          <a:xfrm>
            <a:off x="249840" y="4281480"/>
            <a:ext cx="11542320" cy="461160"/>
          </a:xfrm>
          <a:prstGeom prst="rect">
            <a:avLst/>
          </a:prstGeom>
          <a:solidFill>
            <a:srgbClr val="2b2b2b"/>
          </a:solidFill>
          <a:ln w="0">
            <a:noFill/>
          </a:ln>
        </p:spPr>
        <p:style>
          <a:lnRef idx="0"/>
          <a:fillRef idx="0"/>
          <a:effectRef idx="0"/>
          <a:fontRef idx="minor"/>
        </p:style>
        <p:txBody>
          <a:bodyPr numCol="1" spcCol="0" lIns="0" rIns="0" tIns="0" bIns="0" anchor="ctr">
            <a:spAutoFit/>
          </a:bodyPr>
          <a:p>
            <a:pPr defTabSz="914400">
              <a:lnSpc>
                <a:spcPct val="100000"/>
              </a:lnSpc>
              <a:tabLst>
                <a:tab algn="l" pos="0"/>
              </a:tabLst>
            </a:pPr>
            <a:r>
              <a:rPr lang="it-IT" sz="3000" b="0" u="none" strike="noStrike">
                <a:solidFill>
                  <a:srgbClr val="f8f8f2"/>
                </a:solidFill>
                <a:effectLst/>
                <a:uFillTx/>
                <a:latin typeface="Consolas"/>
              </a:rPr>
              <a:t>java -cp C:</a:t>
            </a:r>
            <a:r>
              <a:rPr lang="it-IT" sz="3000" b="0" u="none" strike="noStrike">
                <a:solidFill>
                  <a:srgbClr val="abe338"/>
                </a:solidFill>
                <a:effectLst/>
                <a:uFillTx/>
                <a:latin typeface="Consolas"/>
              </a:rPr>
              <a:t>\p</a:t>
            </a:r>
            <a:r>
              <a:rPr lang="it-IT" sz="3000" b="0" u="none" strike="noStrike">
                <a:solidFill>
                  <a:srgbClr val="f8f8f2"/>
                </a:solidFill>
                <a:effectLst/>
                <a:uFillTx/>
                <a:latin typeface="Consolas"/>
              </a:rPr>
              <a:t>rogetti</a:t>
            </a:r>
            <a:r>
              <a:rPr lang="it-IT" sz="3000" b="0" u="none" strike="noStrike">
                <a:solidFill>
                  <a:srgbClr val="abe338"/>
                </a:solidFill>
                <a:effectLst/>
                <a:uFillTx/>
                <a:latin typeface="Consolas"/>
              </a:rPr>
              <a:t>\m</a:t>
            </a:r>
            <a:r>
              <a:rPr lang="it-IT" sz="3000" b="0" u="none" strike="noStrike">
                <a:solidFill>
                  <a:srgbClr val="f8f8f2"/>
                </a:solidFill>
                <a:effectLst/>
                <a:uFillTx/>
                <a:latin typeface="Consolas"/>
              </a:rPr>
              <a:t>io-progetto</a:t>
            </a:r>
            <a:r>
              <a:rPr lang="it-IT" sz="3000" b="0" u="none" strike="noStrike">
                <a:solidFill>
                  <a:srgbClr val="abe338"/>
                </a:solidFill>
                <a:effectLst/>
                <a:uFillTx/>
                <a:latin typeface="Consolas"/>
              </a:rPr>
              <a:t>\c</a:t>
            </a:r>
            <a:r>
              <a:rPr lang="it-IT" sz="3000" b="0" u="none" strike="noStrike">
                <a:solidFill>
                  <a:srgbClr val="f8f8f2"/>
                </a:solidFill>
                <a:effectLst/>
                <a:uFillTx/>
                <a:latin typeface="Consolas"/>
              </a:rPr>
              <a:t>lasses MyProgramma</a:t>
            </a:r>
            <a:r>
              <a:rPr lang="it-IT" sz="3000" b="0" u="none" strike="noStrike">
                <a:solidFill>
                  <a:schemeClr val="dk1"/>
                </a:solidFill>
                <a:effectLst/>
                <a:uFillTx/>
                <a:latin typeface="Calibri"/>
              </a:rPr>
              <a:t> </a:t>
            </a:r>
            <a:endParaRPr lang="it-IT" sz="30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8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572" name="Picture 2" descr="Java Logo, symbol, meaning, history, PNG, brand"/>
          <p:cNvPicPr/>
          <p:nvPr/>
        </p:nvPicPr>
        <p:blipFill>
          <a:blip r:embed="rId1"/>
          <a:stretch/>
        </p:blipFill>
        <p:spPr>
          <a:xfrm>
            <a:off x="10632600" y="0"/>
            <a:ext cx="1420560" cy="795240"/>
          </a:xfrm>
          <a:prstGeom prst="rect">
            <a:avLst/>
          </a:prstGeom>
          <a:noFill/>
          <a:ln w="0">
            <a:noFill/>
          </a:ln>
        </p:spPr>
      </p:pic>
      <p:sp>
        <p:nvSpPr>
          <p:cNvPr id="573" name="CasellaDiTesto 2"/>
          <p:cNvSpPr/>
          <p:nvPr/>
        </p:nvSpPr>
        <p:spPr>
          <a:xfrm>
            <a:off x="281880" y="421920"/>
            <a:ext cx="3114000" cy="373320"/>
          </a:xfrm>
          <a:prstGeom prst="rect">
            <a:avLst/>
          </a:prstGeom>
          <a:solidFill>
            <a:schemeClr val="accent2">
              <a:lumMod val="40000"/>
              <a:lumOff val="60000"/>
            </a:schemeClr>
          </a:solidFill>
          <a:ln w="0">
            <a:noFill/>
          </a:ln>
        </p:spPr>
        <p:style>
          <a:lnRef idx="0"/>
          <a:fillRef idx="0"/>
          <a:effectRef idx="0"/>
          <a:fontRef idx="minor"/>
        </p:style>
        <p:txBody>
          <a:bodyPr lIns="90000" rIns="90000" tIns="45000" bIns="45000" anchor="t">
            <a:spAutoFit/>
          </a:bodyPr>
          <a:p>
            <a:pPr algn="just" defTabSz="914400">
              <a:lnSpc>
                <a:spcPct val="107000"/>
              </a:lnSpc>
              <a:spcAft>
                <a:spcPts val="799"/>
              </a:spcAft>
              <a:tabLst>
                <a:tab algn="l" pos="678240"/>
              </a:tabLst>
            </a:pPr>
            <a:r>
              <a:rPr lang="it-IT" sz="1800" b="1" u="none" strike="noStrike">
                <a:solidFill>
                  <a:srgbClr val="050e17"/>
                </a:solidFill>
                <a:effectLst/>
                <a:uFillTx/>
                <a:latin typeface="-apple-system"/>
              </a:rPr>
              <a:t>Eseguiamo il programma</a:t>
            </a:r>
            <a:endParaRPr lang="it-IT" sz="1800" b="0" u="none" strike="noStrike">
              <a:solidFill>
                <a:srgbClr val="000000"/>
              </a:solidFill>
              <a:effectLst/>
              <a:uFillTx/>
              <a:latin typeface="Arial"/>
            </a:endParaRPr>
          </a:p>
        </p:txBody>
      </p:sp>
      <p:sp>
        <p:nvSpPr>
          <p:cNvPr id="574" name="CasellaDiTesto 3"/>
          <p:cNvSpPr/>
          <p:nvPr/>
        </p:nvSpPr>
        <p:spPr>
          <a:xfrm>
            <a:off x="3702240" y="795600"/>
            <a:ext cx="8350920" cy="369000"/>
          </a:xfrm>
          <a:prstGeom prst="rect">
            <a:avLst/>
          </a:prstGeom>
          <a:solidFill>
            <a:schemeClr val="accent4">
              <a:lumMod val="40000"/>
              <a:lumOff val="60000"/>
            </a:schemeClr>
          </a:solidFill>
          <a:ln w="0">
            <a:noFill/>
          </a:ln>
        </p:spPr>
        <p:style>
          <a:lnRef idx="0"/>
          <a:fillRef idx="0"/>
          <a:effectRef idx="0"/>
          <a:fontRef idx="minor"/>
        </p:style>
        <p:txBody>
          <a:bodyPr lIns="90000" rIns="90000" tIns="45000" bIns="45000" anchor="t">
            <a:spAutoFit/>
          </a:bodyPr>
          <a:p>
            <a:pPr defTabSz="914400">
              <a:lnSpc>
                <a:spcPct val="100000"/>
              </a:lnSpc>
            </a:pPr>
            <a:r>
              <a:rPr lang="it-IT" sz="1800" b="0" u="none" strike="noStrike">
                <a:solidFill>
                  <a:srgbClr val="050e17"/>
                </a:solidFill>
                <a:effectLst/>
                <a:uFillTx/>
                <a:latin typeface="-apple-system"/>
              </a:rPr>
              <a:t>Esecuzione di un programma JAVA da una cartella diversa</a:t>
            </a:r>
            <a:endParaRPr lang="it-IT" sz="1800" b="0" u="none" strike="noStrike">
              <a:solidFill>
                <a:srgbClr val="000000"/>
              </a:solidFill>
              <a:effectLst/>
              <a:uFillTx/>
              <a:latin typeface="Arial"/>
            </a:endParaRPr>
          </a:p>
        </p:txBody>
      </p:sp>
      <p:sp>
        <p:nvSpPr>
          <p:cNvPr id="575" name="CasellaDiTesto 7"/>
          <p:cNvSpPr/>
          <p:nvPr/>
        </p:nvSpPr>
        <p:spPr>
          <a:xfrm>
            <a:off x="281880" y="932040"/>
            <a:ext cx="3114000" cy="671400"/>
          </a:xfrm>
          <a:prstGeom prst="rect">
            <a:avLst/>
          </a:prstGeom>
          <a:solidFill>
            <a:schemeClr val="accent1">
              <a:lumMod val="40000"/>
              <a:lumOff val="60000"/>
            </a:schemeClr>
          </a:solidFill>
          <a:ln w="0">
            <a:noFill/>
          </a:ln>
        </p:spPr>
        <p:style>
          <a:lnRef idx="0"/>
          <a:fillRef idx="0"/>
          <a:effectRef idx="0"/>
          <a:fontRef idx="minor"/>
        </p:style>
        <p:txBody>
          <a:bodyPr lIns="90000" rIns="90000" tIns="45000" bIns="45000" anchor="t">
            <a:spAutoFit/>
          </a:bodyPr>
          <a:p>
            <a:pPr algn="just" defTabSz="914400">
              <a:lnSpc>
                <a:spcPct val="107000"/>
              </a:lnSpc>
              <a:spcAft>
                <a:spcPts val="799"/>
              </a:spcAft>
              <a:tabLst>
                <a:tab algn="l" pos="678240"/>
              </a:tabLst>
            </a:pPr>
            <a:r>
              <a:rPr lang="it-IT" sz="1800" b="1" u="none" strike="noStrike">
                <a:solidFill>
                  <a:srgbClr val="050e17"/>
                </a:solidFill>
                <a:effectLst/>
                <a:uFillTx/>
                <a:latin typeface="-apple-system"/>
              </a:rPr>
              <a:t>Dal codice JAVA al file class compilato</a:t>
            </a:r>
            <a:endParaRPr lang="it-IT" sz="1800" b="0" u="none" strike="noStrike">
              <a:solidFill>
                <a:srgbClr val="000000"/>
              </a:solidFill>
              <a:effectLst/>
              <a:uFillTx/>
              <a:latin typeface="Arial"/>
            </a:endParaRPr>
          </a:p>
        </p:txBody>
      </p:sp>
      <p:sp>
        <p:nvSpPr>
          <p:cNvPr id="576" name="CasellaDiTesto 10"/>
          <p:cNvSpPr/>
          <p:nvPr/>
        </p:nvSpPr>
        <p:spPr>
          <a:xfrm>
            <a:off x="3705480" y="381960"/>
            <a:ext cx="6094080" cy="36900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lang="it-IT" sz="1800" b="1" u="none" strike="noStrike">
                <a:solidFill>
                  <a:schemeClr val="dk1"/>
                </a:solidFill>
                <a:effectLst/>
                <a:uFillTx/>
                <a:latin typeface="Calibri"/>
              </a:rPr>
              <a:t>La compilazione ed esecuzione da terminale</a:t>
            </a:r>
            <a:endParaRPr lang="it-IT" sz="1800" b="0" u="none" strike="noStrike">
              <a:solidFill>
                <a:srgbClr val="000000"/>
              </a:solidFill>
              <a:effectLst/>
              <a:uFillTx/>
              <a:latin typeface="Arial"/>
            </a:endParaRPr>
          </a:p>
        </p:txBody>
      </p:sp>
      <p:sp>
        <p:nvSpPr>
          <p:cNvPr id="577" name="CasellaDiTesto 5"/>
          <p:cNvSpPr/>
          <p:nvPr/>
        </p:nvSpPr>
        <p:spPr>
          <a:xfrm>
            <a:off x="191880" y="1663560"/>
            <a:ext cx="11599920" cy="240012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lang="it-IT" sz="3000" b="0" u="none" strike="noStrike">
                <a:solidFill>
                  <a:srgbClr val="050e17"/>
                </a:solidFill>
                <a:effectLst/>
                <a:uFillTx/>
                <a:latin typeface="-apple-system"/>
              </a:rPr>
              <a:t>In alternativa, si può usare l'opzione "-cp" per specificare il percorso delle classi. </a:t>
            </a:r>
            <a:endParaRPr lang="it-IT" sz="3000" b="0" u="none" strike="noStrike">
              <a:solidFill>
                <a:srgbClr val="000000"/>
              </a:solidFill>
              <a:effectLst/>
              <a:uFillTx/>
              <a:latin typeface="Arial"/>
            </a:endParaRPr>
          </a:p>
          <a:p>
            <a:pPr defTabSz="914400">
              <a:lnSpc>
                <a:spcPct val="100000"/>
              </a:lnSpc>
            </a:pPr>
            <a:r>
              <a:rPr lang="it-IT" sz="3000" b="0" u="none" strike="noStrike">
                <a:solidFill>
                  <a:srgbClr val="050e17"/>
                </a:solidFill>
                <a:effectLst/>
                <a:uFillTx/>
                <a:latin typeface="-apple-system"/>
              </a:rPr>
              <a:t>Ad esempio, se la classe si trova nella directory "C:\progetti\mio-progetto\classes", si può eseguire il programma utilizzando il comando seguente:</a:t>
            </a:r>
            <a:endParaRPr lang="it-IT" sz="3000" b="0" u="none" strike="noStrike">
              <a:solidFill>
                <a:srgbClr val="000000"/>
              </a:solidFill>
              <a:effectLst/>
              <a:uFillTx/>
              <a:latin typeface="Arial"/>
            </a:endParaRPr>
          </a:p>
        </p:txBody>
      </p:sp>
      <p:sp>
        <p:nvSpPr>
          <p:cNvPr id="578" name="CasellaDiTesto 14"/>
          <p:cNvSpPr/>
          <p:nvPr/>
        </p:nvSpPr>
        <p:spPr>
          <a:xfrm>
            <a:off x="8280" y="5301720"/>
            <a:ext cx="11783520" cy="101520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lang="it-IT" sz="3000" b="0" u="none" strike="noStrike">
                <a:solidFill>
                  <a:srgbClr val="050e17"/>
                </a:solidFill>
                <a:effectLst/>
                <a:uFillTx/>
                <a:latin typeface="-apple-system"/>
              </a:rPr>
              <a:t>In questo esempio, l'opzione "-cp" indica al comando "java" di cercare le classi all'interno della directory specificata.</a:t>
            </a:r>
            <a:endParaRPr lang="it-IT" sz="3000" b="0" u="none" strike="noStrike">
              <a:solidFill>
                <a:srgbClr val="000000"/>
              </a:solidFill>
              <a:effectLst/>
              <a:uFillTx/>
              <a:latin typeface="Arial"/>
            </a:endParaRPr>
          </a:p>
        </p:txBody>
      </p:sp>
      <p:sp>
        <p:nvSpPr>
          <p:cNvPr id="579" name="Rectangle 1"/>
          <p:cNvSpPr/>
          <p:nvPr/>
        </p:nvSpPr>
        <p:spPr>
          <a:xfrm>
            <a:off x="249840" y="4281480"/>
            <a:ext cx="11542320" cy="461160"/>
          </a:xfrm>
          <a:prstGeom prst="rect">
            <a:avLst/>
          </a:prstGeom>
          <a:solidFill>
            <a:srgbClr val="2b2b2b"/>
          </a:solidFill>
          <a:ln w="0">
            <a:noFill/>
          </a:ln>
        </p:spPr>
        <p:style>
          <a:lnRef idx="0"/>
          <a:fillRef idx="0"/>
          <a:effectRef idx="0"/>
          <a:fontRef idx="minor"/>
        </p:style>
        <p:txBody>
          <a:bodyPr numCol="1" spcCol="0" lIns="0" rIns="0" tIns="0" bIns="0" anchor="ctr">
            <a:spAutoFit/>
          </a:bodyPr>
          <a:p>
            <a:pPr defTabSz="914400">
              <a:lnSpc>
                <a:spcPct val="100000"/>
              </a:lnSpc>
              <a:tabLst>
                <a:tab algn="l" pos="0"/>
              </a:tabLst>
            </a:pPr>
            <a:r>
              <a:rPr lang="it-IT" sz="3000" b="0" u="none" strike="noStrike">
                <a:solidFill>
                  <a:srgbClr val="f8f8f2"/>
                </a:solidFill>
                <a:effectLst/>
                <a:uFillTx/>
                <a:latin typeface="Consolas"/>
              </a:rPr>
              <a:t>java -cp C:</a:t>
            </a:r>
            <a:r>
              <a:rPr lang="it-IT" sz="3000" b="0" u="none" strike="noStrike">
                <a:solidFill>
                  <a:srgbClr val="abe338"/>
                </a:solidFill>
                <a:effectLst/>
                <a:uFillTx/>
                <a:latin typeface="Consolas"/>
              </a:rPr>
              <a:t>\p</a:t>
            </a:r>
            <a:r>
              <a:rPr lang="it-IT" sz="3000" b="0" u="none" strike="noStrike">
                <a:solidFill>
                  <a:srgbClr val="f8f8f2"/>
                </a:solidFill>
                <a:effectLst/>
                <a:uFillTx/>
                <a:latin typeface="Consolas"/>
              </a:rPr>
              <a:t>rogetti</a:t>
            </a:r>
            <a:r>
              <a:rPr lang="it-IT" sz="3000" b="0" u="none" strike="noStrike">
                <a:solidFill>
                  <a:srgbClr val="abe338"/>
                </a:solidFill>
                <a:effectLst/>
                <a:uFillTx/>
                <a:latin typeface="Consolas"/>
              </a:rPr>
              <a:t>\m</a:t>
            </a:r>
            <a:r>
              <a:rPr lang="it-IT" sz="3000" b="0" u="none" strike="noStrike">
                <a:solidFill>
                  <a:srgbClr val="f8f8f2"/>
                </a:solidFill>
                <a:effectLst/>
                <a:uFillTx/>
                <a:latin typeface="Consolas"/>
              </a:rPr>
              <a:t>io-progetto</a:t>
            </a:r>
            <a:r>
              <a:rPr lang="it-IT" sz="3000" b="0" u="none" strike="noStrike">
                <a:solidFill>
                  <a:srgbClr val="abe338"/>
                </a:solidFill>
                <a:effectLst/>
                <a:uFillTx/>
                <a:latin typeface="Consolas"/>
              </a:rPr>
              <a:t>\c</a:t>
            </a:r>
            <a:r>
              <a:rPr lang="it-IT" sz="3000" b="0" u="none" strike="noStrike">
                <a:solidFill>
                  <a:srgbClr val="f8f8f2"/>
                </a:solidFill>
                <a:effectLst/>
                <a:uFillTx/>
                <a:latin typeface="Consolas"/>
              </a:rPr>
              <a:t>lasses MyProgramma</a:t>
            </a:r>
            <a:r>
              <a:rPr lang="it-IT" sz="3000" b="0" u="none" strike="noStrike">
                <a:solidFill>
                  <a:schemeClr val="dk1"/>
                </a:solidFill>
                <a:effectLst/>
                <a:uFillTx/>
                <a:latin typeface="Calibri"/>
              </a:rPr>
              <a:t> </a:t>
            </a:r>
            <a:endParaRPr lang="it-IT" sz="30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8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580" name="Picture 2" descr="Java Logo, symbol, meaning, history, PNG, brand"/>
          <p:cNvPicPr/>
          <p:nvPr/>
        </p:nvPicPr>
        <p:blipFill>
          <a:blip r:embed="rId1"/>
          <a:stretch/>
        </p:blipFill>
        <p:spPr>
          <a:xfrm>
            <a:off x="10632600" y="0"/>
            <a:ext cx="1420560" cy="795240"/>
          </a:xfrm>
          <a:prstGeom prst="rect">
            <a:avLst/>
          </a:prstGeom>
          <a:noFill/>
          <a:ln w="0">
            <a:noFill/>
          </a:ln>
        </p:spPr>
      </p:pic>
      <p:sp>
        <p:nvSpPr>
          <p:cNvPr id="581" name="CasellaDiTesto 2"/>
          <p:cNvSpPr/>
          <p:nvPr/>
        </p:nvSpPr>
        <p:spPr>
          <a:xfrm>
            <a:off x="281880" y="421920"/>
            <a:ext cx="3114000" cy="373320"/>
          </a:xfrm>
          <a:prstGeom prst="rect">
            <a:avLst/>
          </a:prstGeom>
          <a:solidFill>
            <a:schemeClr val="accent2">
              <a:lumMod val="40000"/>
              <a:lumOff val="60000"/>
            </a:schemeClr>
          </a:solidFill>
          <a:ln w="0">
            <a:noFill/>
          </a:ln>
        </p:spPr>
        <p:style>
          <a:lnRef idx="0"/>
          <a:fillRef idx="0"/>
          <a:effectRef idx="0"/>
          <a:fontRef idx="minor"/>
        </p:style>
        <p:txBody>
          <a:bodyPr lIns="90000" rIns="90000" tIns="45000" bIns="45000" anchor="t">
            <a:spAutoFit/>
          </a:bodyPr>
          <a:p>
            <a:pPr algn="just" defTabSz="914400">
              <a:lnSpc>
                <a:spcPct val="107000"/>
              </a:lnSpc>
              <a:spcAft>
                <a:spcPts val="799"/>
              </a:spcAft>
              <a:tabLst>
                <a:tab algn="l" pos="678240"/>
              </a:tabLst>
            </a:pPr>
            <a:r>
              <a:rPr lang="it-IT" sz="1800" b="1" u="none" strike="noStrike">
                <a:solidFill>
                  <a:srgbClr val="050e17"/>
                </a:solidFill>
                <a:effectLst/>
                <a:uFillTx/>
                <a:latin typeface="-apple-system"/>
              </a:rPr>
              <a:t>Eseguiamo il programma</a:t>
            </a:r>
            <a:endParaRPr lang="it-IT" sz="1800" b="0" u="none" strike="noStrike">
              <a:solidFill>
                <a:srgbClr val="000000"/>
              </a:solidFill>
              <a:effectLst/>
              <a:uFillTx/>
              <a:latin typeface="Arial"/>
            </a:endParaRPr>
          </a:p>
        </p:txBody>
      </p:sp>
      <p:sp>
        <p:nvSpPr>
          <p:cNvPr id="582" name="CasellaDiTesto 3"/>
          <p:cNvSpPr/>
          <p:nvPr/>
        </p:nvSpPr>
        <p:spPr>
          <a:xfrm>
            <a:off x="3702240" y="795600"/>
            <a:ext cx="8350920" cy="369000"/>
          </a:xfrm>
          <a:prstGeom prst="rect">
            <a:avLst/>
          </a:prstGeom>
          <a:solidFill>
            <a:schemeClr val="accent4">
              <a:lumMod val="40000"/>
              <a:lumOff val="60000"/>
            </a:schemeClr>
          </a:solidFill>
          <a:ln w="0">
            <a:noFill/>
          </a:ln>
        </p:spPr>
        <p:style>
          <a:lnRef idx="0"/>
          <a:fillRef idx="0"/>
          <a:effectRef idx="0"/>
          <a:fontRef idx="minor"/>
        </p:style>
        <p:txBody>
          <a:bodyPr lIns="90000" rIns="90000" tIns="45000" bIns="45000" anchor="t">
            <a:spAutoFit/>
          </a:bodyPr>
          <a:p>
            <a:pPr defTabSz="914400">
              <a:lnSpc>
                <a:spcPct val="100000"/>
              </a:lnSpc>
            </a:pPr>
            <a:r>
              <a:rPr lang="it-IT" sz="1800" b="0" u="none" strike="noStrike">
                <a:solidFill>
                  <a:srgbClr val="050e17"/>
                </a:solidFill>
                <a:effectLst/>
                <a:uFillTx/>
                <a:latin typeface="-apple-system"/>
              </a:rPr>
              <a:t>L’ambiente integrato di Eclipse</a:t>
            </a:r>
            <a:endParaRPr lang="it-IT" sz="1800" b="0" u="none" strike="noStrike">
              <a:solidFill>
                <a:srgbClr val="000000"/>
              </a:solidFill>
              <a:effectLst/>
              <a:uFillTx/>
              <a:latin typeface="Arial"/>
            </a:endParaRPr>
          </a:p>
        </p:txBody>
      </p:sp>
      <p:sp>
        <p:nvSpPr>
          <p:cNvPr id="583" name="CasellaDiTesto 7"/>
          <p:cNvSpPr/>
          <p:nvPr/>
        </p:nvSpPr>
        <p:spPr>
          <a:xfrm>
            <a:off x="281880" y="932040"/>
            <a:ext cx="3114000" cy="671400"/>
          </a:xfrm>
          <a:prstGeom prst="rect">
            <a:avLst/>
          </a:prstGeom>
          <a:solidFill>
            <a:schemeClr val="accent1">
              <a:lumMod val="40000"/>
              <a:lumOff val="60000"/>
            </a:schemeClr>
          </a:solidFill>
          <a:ln w="0">
            <a:noFill/>
          </a:ln>
        </p:spPr>
        <p:style>
          <a:lnRef idx="0"/>
          <a:fillRef idx="0"/>
          <a:effectRef idx="0"/>
          <a:fontRef idx="minor"/>
        </p:style>
        <p:txBody>
          <a:bodyPr lIns="90000" rIns="90000" tIns="45000" bIns="45000" anchor="t">
            <a:spAutoFit/>
          </a:bodyPr>
          <a:p>
            <a:pPr algn="just" defTabSz="914400">
              <a:lnSpc>
                <a:spcPct val="107000"/>
              </a:lnSpc>
              <a:spcAft>
                <a:spcPts val="799"/>
              </a:spcAft>
              <a:tabLst>
                <a:tab algn="l" pos="678240"/>
              </a:tabLst>
            </a:pPr>
            <a:r>
              <a:rPr lang="it-IT" sz="1800" b="1" u="none" strike="noStrike">
                <a:solidFill>
                  <a:srgbClr val="050e17"/>
                </a:solidFill>
                <a:effectLst/>
                <a:uFillTx/>
                <a:latin typeface="-apple-system"/>
              </a:rPr>
              <a:t>Dal codice JAVA al file class compilato</a:t>
            </a:r>
            <a:endParaRPr lang="it-IT" sz="1800" b="0" u="none" strike="noStrike">
              <a:solidFill>
                <a:srgbClr val="000000"/>
              </a:solidFill>
              <a:effectLst/>
              <a:uFillTx/>
              <a:latin typeface="Arial"/>
            </a:endParaRPr>
          </a:p>
        </p:txBody>
      </p:sp>
      <p:sp>
        <p:nvSpPr>
          <p:cNvPr id="584" name="CasellaDiTesto 10"/>
          <p:cNvSpPr/>
          <p:nvPr/>
        </p:nvSpPr>
        <p:spPr>
          <a:xfrm>
            <a:off x="3705480" y="381960"/>
            <a:ext cx="6094080" cy="36900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lang="it-IT" sz="1800" b="1" u="none" strike="noStrike">
                <a:solidFill>
                  <a:schemeClr val="dk1"/>
                </a:solidFill>
                <a:effectLst/>
                <a:uFillTx/>
                <a:latin typeface="Calibri"/>
              </a:rPr>
              <a:t>La compilazione ed esecuzione da Eclipse</a:t>
            </a:r>
            <a:endParaRPr lang="it-IT" sz="1800" b="0" u="none" strike="noStrike">
              <a:solidFill>
                <a:srgbClr val="000000"/>
              </a:solidFill>
              <a:effectLst/>
              <a:uFillTx/>
              <a:latin typeface="Arial"/>
            </a:endParaRPr>
          </a:p>
        </p:txBody>
      </p:sp>
      <p:sp>
        <p:nvSpPr>
          <p:cNvPr id="585" name="CasellaDiTesto 4"/>
          <p:cNvSpPr/>
          <p:nvPr/>
        </p:nvSpPr>
        <p:spPr>
          <a:xfrm>
            <a:off x="3702240" y="1278000"/>
            <a:ext cx="6094080" cy="119988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lang="it-IT" sz="1800" b="0" u="none" strike="noStrike">
                <a:solidFill>
                  <a:srgbClr val="050e17"/>
                </a:solidFill>
                <a:effectLst/>
                <a:uFillTx/>
                <a:latin typeface="-apple-system"/>
              </a:rPr>
              <a:t>Eclipse, essendo un ambiente di sviluppo integrato (IDE) nato con l’obiettivo di rendere la vita maggiormente facile agli sviluppatori, semplifica la compilazione ed esecuzione di programmi Java. </a:t>
            </a:r>
            <a:endParaRPr lang="it-IT"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8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586" name="Picture 2" descr="Java Logo, symbol, meaning, history, PNG, brand"/>
          <p:cNvPicPr/>
          <p:nvPr/>
        </p:nvPicPr>
        <p:blipFill>
          <a:blip r:embed="rId1"/>
          <a:stretch/>
        </p:blipFill>
        <p:spPr>
          <a:xfrm>
            <a:off x="10632600" y="0"/>
            <a:ext cx="1420560" cy="795240"/>
          </a:xfrm>
          <a:prstGeom prst="rect">
            <a:avLst/>
          </a:prstGeom>
          <a:noFill/>
          <a:ln w="0">
            <a:noFill/>
          </a:ln>
        </p:spPr>
      </p:pic>
      <p:sp>
        <p:nvSpPr>
          <p:cNvPr id="587" name="CasellaDiTesto 2"/>
          <p:cNvSpPr/>
          <p:nvPr/>
        </p:nvSpPr>
        <p:spPr>
          <a:xfrm>
            <a:off x="281880" y="421920"/>
            <a:ext cx="3114000" cy="373320"/>
          </a:xfrm>
          <a:prstGeom prst="rect">
            <a:avLst/>
          </a:prstGeom>
          <a:solidFill>
            <a:schemeClr val="accent2">
              <a:lumMod val="40000"/>
              <a:lumOff val="60000"/>
            </a:schemeClr>
          </a:solidFill>
          <a:ln w="0">
            <a:noFill/>
          </a:ln>
        </p:spPr>
        <p:style>
          <a:lnRef idx="0"/>
          <a:fillRef idx="0"/>
          <a:effectRef idx="0"/>
          <a:fontRef idx="minor"/>
        </p:style>
        <p:txBody>
          <a:bodyPr lIns="90000" rIns="90000" tIns="45000" bIns="45000" anchor="t">
            <a:spAutoFit/>
          </a:bodyPr>
          <a:p>
            <a:pPr algn="just" defTabSz="914400">
              <a:lnSpc>
                <a:spcPct val="107000"/>
              </a:lnSpc>
              <a:spcAft>
                <a:spcPts val="799"/>
              </a:spcAft>
              <a:tabLst>
                <a:tab algn="l" pos="678240"/>
              </a:tabLst>
            </a:pPr>
            <a:r>
              <a:rPr lang="it-IT" sz="1800" b="1" u="none" strike="noStrike">
                <a:solidFill>
                  <a:srgbClr val="050e17"/>
                </a:solidFill>
                <a:effectLst/>
                <a:uFillTx/>
                <a:latin typeface="-apple-system"/>
              </a:rPr>
              <a:t>Eseguiamo il programma</a:t>
            </a:r>
            <a:endParaRPr lang="it-IT" sz="1800" b="0" u="none" strike="noStrike">
              <a:solidFill>
                <a:srgbClr val="000000"/>
              </a:solidFill>
              <a:effectLst/>
              <a:uFillTx/>
              <a:latin typeface="Arial"/>
            </a:endParaRPr>
          </a:p>
        </p:txBody>
      </p:sp>
      <p:sp>
        <p:nvSpPr>
          <p:cNvPr id="588" name="CasellaDiTesto 3"/>
          <p:cNvSpPr/>
          <p:nvPr/>
        </p:nvSpPr>
        <p:spPr>
          <a:xfrm>
            <a:off x="3702240" y="795600"/>
            <a:ext cx="8350920" cy="369000"/>
          </a:xfrm>
          <a:prstGeom prst="rect">
            <a:avLst/>
          </a:prstGeom>
          <a:solidFill>
            <a:schemeClr val="accent4">
              <a:lumMod val="40000"/>
              <a:lumOff val="60000"/>
            </a:schemeClr>
          </a:solidFill>
          <a:ln w="0">
            <a:noFill/>
          </a:ln>
        </p:spPr>
        <p:style>
          <a:lnRef idx="0"/>
          <a:fillRef idx="0"/>
          <a:effectRef idx="0"/>
          <a:fontRef idx="minor"/>
        </p:style>
        <p:txBody>
          <a:bodyPr lIns="90000" rIns="90000" tIns="45000" bIns="45000" anchor="t">
            <a:spAutoFit/>
          </a:bodyPr>
          <a:p>
            <a:pPr defTabSz="914400">
              <a:lnSpc>
                <a:spcPct val="100000"/>
              </a:lnSpc>
            </a:pPr>
            <a:r>
              <a:rPr lang="it-IT" sz="1800" b="0" u="none" strike="noStrike">
                <a:solidFill>
                  <a:srgbClr val="050e17"/>
                </a:solidFill>
                <a:effectLst/>
                <a:uFillTx/>
                <a:latin typeface="-apple-system"/>
              </a:rPr>
              <a:t>L’ambiente integrato di Eclipse</a:t>
            </a:r>
            <a:endParaRPr lang="it-IT" sz="1800" b="0" u="none" strike="noStrike">
              <a:solidFill>
                <a:srgbClr val="000000"/>
              </a:solidFill>
              <a:effectLst/>
              <a:uFillTx/>
              <a:latin typeface="Arial"/>
            </a:endParaRPr>
          </a:p>
        </p:txBody>
      </p:sp>
      <p:sp>
        <p:nvSpPr>
          <p:cNvPr id="589" name="CasellaDiTesto 7"/>
          <p:cNvSpPr/>
          <p:nvPr/>
        </p:nvSpPr>
        <p:spPr>
          <a:xfrm>
            <a:off x="281880" y="932040"/>
            <a:ext cx="3114000" cy="671400"/>
          </a:xfrm>
          <a:prstGeom prst="rect">
            <a:avLst/>
          </a:prstGeom>
          <a:solidFill>
            <a:schemeClr val="accent1">
              <a:lumMod val="40000"/>
              <a:lumOff val="60000"/>
            </a:schemeClr>
          </a:solidFill>
          <a:ln w="0">
            <a:noFill/>
          </a:ln>
        </p:spPr>
        <p:style>
          <a:lnRef idx="0"/>
          <a:fillRef idx="0"/>
          <a:effectRef idx="0"/>
          <a:fontRef idx="minor"/>
        </p:style>
        <p:txBody>
          <a:bodyPr lIns="90000" rIns="90000" tIns="45000" bIns="45000" anchor="t">
            <a:spAutoFit/>
          </a:bodyPr>
          <a:p>
            <a:pPr algn="just" defTabSz="914400">
              <a:lnSpc>
                <a:spcPct val="107000"/>
              </a:lnSpc>
              <a:spcAft>
                <a:spcPts val="799"/>
              </a:spcAft>
              <a:tabLst>
                <a:tab algn="l" pos="678240"/>
              </a:tabLst>
            </a:pPr>
            <a:r>
              <a:rPr lang="it-IT" sz="1800" b="1" u="none" strike="noStrike">
                <a:solidFill>
                  <a:srgbClr val="050e17"/>
                </a:solidFill>
                <a:effectLst/>
                <a:uFillTx/>
                <a:latin typeface="-apple-system"/>
              </a:rPr>
              <a:t>Dal codice JAVA al file class compilato</a:t>
            </a:r>
            <a:endParaRPr lang="it-IT" sz="1800" b="0" u="none" strike="noStrike">
              <a:solidFill>
                <a:srgbClr val="000000"/>
              </a:solidFill>
              <a:effectLst/>
              <a:uFillTx/>
              <a:latin typeface="Arial"/>
            </a:endParaRPr>
          </a:p>
        </p:txBody>
      </p:sp>
      <p:sp>
        <p:nvSpPr>
          <p:cNvPr id="590" name="CasellaDiTesto 10"/>
          <p:cNvSpPr/>
          <p:nvPr/>
        </p:nvSpPr>
        <p:spPr>
          <a:xfrm>
            <a:off x="3705480" y="381960"/>
            <a:ext cx="6094080" cy="36900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lang="it-IT" sz="1800" b="1" u="none" strike="noStrike">
                <a:solidFill>
                  <a:schemeClr val="dk1"/>
                </a:solidFill>
                <a:effectLst/>
                <a:uFillTx/>
                <a:latin typeface="Calibri"/>
              </a:rPr>
              <a:t>La compilazione ed esecuzione da Eclipse</a:t>
            </a:r>
            <a:endParaRPr lang="it-IT" sz="1800" b="0" u="none" strike="noStrike">
              <a:solidFill>
                <a:srgbClr val="000000"/>
              </a:solidFill>
              <a:effectLst/>
              <a:uFillTx/>
              <a:latin typeface="Arial"/>
            </a:endParaRPr>
          </a:p>
        </p:txBody>
      </p:sp>
      <p:sp>
        <p:nvSpPr>
          <p:cNvPr id="591" name="CasellaDiTesto 4"/>
          <p:cNvSpPr/>
          <p:nvPr/>
        </p:nvSpPr>
        <p:spPr>
          <a:xfrm>
            <a:off x="3702240" y="1278000"/>
            <a:ext cx="6094080" cy="175392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lang="it-IT" sz="1800" b="0" u="none" strike="noStrike">
                <a:solidFill>
                  <a:srgbClr val="050e17"/>
                </a:solidFill>
                <a:effectLst/>
                <a:uFillTx/>
                <a:latin typeface="-apple-system"/>
              </a:rPr>
              <a:t>Eclipse, essendo un ambiente di sviluppo integrato (IDE) nato con l’obiettivo di rendere la vita maggiormente facile agli sviluppatori, semplifica la compilazione ed esecuzione di programmi Java. </a:t>
            </a:r>
            <a:endParaRPr lang="it-IT" sz="1800" b="0" u="none" strike="noStrike">
              <a:solidFill>
                <a:srgbClr val="000000"/>
              </a:solidFill>
              <a:effectLst/>
              <a:uFillTx/>
              <a:latin typeface="Arial"/>
            </a:endParaRPr>
          </a:p>
          <a:p>
            <a:pPr defTabSz="914400">
              <a:lnSpc>
                <a:spcPct val="100000"/>
              </a:lnSpc>
            </a:pPr>
            <a:r>
              <a:rPr lang="it-IT" sz="1800" b="0" u="none" strike="noStrike">
                <a:solidFill>
                  <a:srgbClr val="050e17"/>
                </a:solidFill>
                <a:effectLst/>
                <a:uFillTx/>
                <a:latin typeface="-apple-system"/>
              </a:rPr>
              <a:t>Ecco i passaggi per compilare ed eseguire un programma Java in Eclipse:</a:t>
            </a:r>
            <a:endParaRPr lang="it-IT"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8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592" name="Picture 2" descr="Java Logo, symbol, meaning, history, PNG, brand"/>
          <p:cNvPicPr/>
          <p:nvPr/>
        </p:nvPicPr>
        <p:blipFill>
          <a:blip r:embed="rId1"/>
          <a:stretch/>
        </p:blipFill>
        <p:spPr>
          <a:xfrm>
            <a:off x="10632600" y="0"/>
            <a:ext cx="1420560" cy="795240"/>
          </a:xfrm>
          <a:prstGeom prst="rect">
            <a:avLst/>
          </a:prstGeom>
          <a:noFill/>
          <a:ln w="0">
            <a:noFill/>
          </a:ln>
        </p:spPr>
      </p:pic>
      <p:sp>
        <p:nvSpPr>
          <p:cNvPr id="593" name="CasellaDiTesto 2"/>
          <p:cNvSpPr/>
          <p:nvPr/>
        </p:nvSpPr>
        <p:spPr>
          <a:xfrm>
            <a:off x="281880" y="421920"/>
            <a:ext cx="3114000" cy="373320"/>
          </a:xfrm>
          <a:prstGeom prst="rect">
            <a:avLst/>
          </a:prstGeom>
          <a:solidFill>
            <a:schemeClr val="accent2">
              <a:lumMod val="40000"/>
              <a:lumOff val="60000"/>
            </a:schemeClr>
          </a:solidFill>
          <a:ln w="0">
            <a:noFill/>
          </a:ln>
        </p:spPr>
        <p:style>
          <a:lnRef idx="0"/>
          <a:fillRef idx="0"/>
          <a:effectRef idx="0"/>
          <a:fontRef idx="minor"/>
        </p:style>
        <p:txBody>
          <a:bodyPr lIns="90000" rIns="90000" tIns="45000" bIns="45000" anchor="t">
            <a:spAutoFit/>
          </a:bodyPr>
          <a:p>
            <a:pPr algn="just" defTabSz="914400">
              <a:lnSpc>
                <a:spcPct val="107000"/>
              </a:lnSpc>
              <a:spcAft>
                <a:spcPts val="799"/>
              </a:spcAft>
              <a:tabLst>
                <a:tab algn="l" pos="678240"/>
              </a:tabLst>
            </a:pPr>
            <a:r>
              <a:rPr lang="it-IT" sz="1800" b="1" u="none" strike="noStrike">
                <a:solidFill>
                  <a:srgbClr val="050e17"/>
                </a:solidFill>
                <a:effectLst/>
                <a:uFillTx/>
                <a:latin typeface="-apple-system"/>
              </a:rPr>
              <a:t>Eseguiamo il programma</a:t>
            </a:r>
            <a:endParaRPr lang="it-IT" sz="1800" b="0" u="none" strike="noStrike">
              <a:solidFill>
                <a:srgbClr val="000000"/>
              </a:solidFill>
              <a:effectLst/>
              <a:uFillTx/>
              <a:latin typeface="Arial"/>
            </a:endParaRPr>
          </a:p>
        </p:txBody>
      </p:sp>
      <p:sp>
        <p:nvSpPr>
          <p:cNvPr id="594" name="CasellaDiTesto 3"/>
          <p:cNvSpPr/>
          <p:nvPr/>
        </p:nvSpPr>
        <p:spPr>
          <a:xfrm>
            <a:off x="3702240" y="795600"/>
            <a:ext cx="8350920" cy="369000"/>
          </a:xfrm>
          <a:prstGeom prst="rect">
            <a:avLst/>
          </a:prstGeom>
          <a:solidFill>
            <a:schemeClr val="accent4">
              <a:lumMod val="40000"/>
              <a:lumOff val="60000"/>
            </a:schemeClr>
          </a:solidFill>
          <a:ln w="0">
            <a:noFill/>
          </a:ln>
        </p:spPr>
        <p:style>
          <a:lnRef idx="0"/>
          <a:fillRef idx="0"/>
          <a:effectRef idx="0"/>
          <a:fontRef idx="minor"/>
        </p:style>
        <p:txBody>
          <a:bodyPr lIns="90000" rIns="90000" tIns="45000" bIns="45000" anchor="t">
            <a:spAutoFit/>
          </a:bodyPr>
          <a:p>
            <a:pPr defTabSz="914400">
              <a:lnSpc>
                <a:spcPct val="100000"/>
              </a:lnSpc>
            </a:pPr>
            <a:r>
              <a:rPr lang="it-IT" sz="1800" b="0" u="none" strike="noStrike">
                <a:solidFill>
                  <a:srgbClr val="050e17"/>
                </a:solidFill>
                <a:effectLst/>
                <a:uFillTx/>
                <a:latin typeface="-apple-system"/>
              </a:rPr>
              <a:t>L’ambiente integrato di Eclipse</a:t>
            </a:r>
            <a:endParaRPr lang="it-IT" sz="1800" b="0" u="none" strike="noStrike">
              <a:solidFill>
                <a:srgbClr val="000000"/>
              </a:solidFill>
              <a:effectLst/>
              <a:uFillTx/>
              <a:latin typeface="Arial"/>
            </a:endParaRPr>
          </a:p>
        </p:txBody>
      </p:sp>
      <p:sp>
        <p:nvSpPr>
          <p:cNvPr id="595" name="CasellaDiTesto 7"/>
          <p:cNvSpPr/>
          <p:nvPr/>
        </p:nvSpPr>
        <p:spPr>
          <a:xfrm>
            <a:off x="281880" y="932040"/>
            <a:ext cx="3114000" cy="671400"/>
          </a:xfrm>
          <a:prstGeom prst="rect">
            <a:avLst/>
          </a:prstGeom>
          <a:solidFill>
            <a:schemeClr val="accent1">
              <a:lumMod val="40000"/>
              <a:lumOff val="60000"/>
            </a:schemeClr>
          </a:solidFill>
          <a:ln w="0">
            <a:noFill/>
          </a:ln>
        </p:spPr>
        <p:style>
          <a:lnRef idx="0"/>
          <a:fillRef idx="0"/>
          <a:effectRef idx="0"/>
          <a:fontRef idx="minor"/>
        </p:style>
        <p:txBody>
          <a:bodyPr lIns="90000" rIns="90000" tIns="45000" bIns="45000" anchor="t">
            <a:spAutoFit/>
          </a:bodyPr>
          <a:p>
            <a:pPr algn="just" defTabSz="914400">
              <a:lnSpc>
                <a:spcPct val="107000"/>
              </a:lnSpc>
              <a:spcAft>
                <a:spcPts val="799"/>
              </a:spcAft>
              <a:tabLst>
                <a:tab algn="l" pos="678240"/>
              </a:tabLst>
            </a:pPr>
            <a:r>
              <a:rPr lang="it-IT" sz="1800" b="1" u="none" strike="noStrike">
                <a:solidFill>
                  <a:srgbClr val="050e17"/>
                </a:solidFill>
                <a:effectLst/>
                <a:uFillTx/>
                <a:latin typeface="-apple-system"/>
              </a:rPr>
              <a:t>Dal codice JAVA al file class compilato</a:t>
            </a:r>
            <a:endParaRPr lang="it-IT" sz="1800" b="0" u="none" strike="noStrike">
              <a:solidFill>
                <a:srgbClr val="000000"/>
              </a:solidFill>
              <a:effectLst/>
              <a:uFillTx/>
              <a:latin typeface="Arial"/>
            </a:endParaRPr>
          </a:p>
        </p:txBody>
      </p:sp>
      <p:sp>
        <p:nvSpPr>
          <p:cNvPr id="596" name="CasellaDiTesto 10"/>
          <p:cNvSpPr/>
          <p:nvPr/>
        </p:nvSpPr>
        <p:spPr>
          <a:xfrm>
            <a:off x="3705480" y="381960"/>
            <a:ext cx="6094080" cy="36900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lang="it-IT" sz="1800" b="1" u="none" strike="noStrike">
                <a:solidFill>
                  <a:schemeClr val="dk1"/>
                </a:solidFill>
                <a:effectLst/>
                <a:uFillTx/>
                <a:latin typeface="Calibri"/>
              </a:rPr>
              <a:t>La compilazione ed esecuzione da Eclipse</a:t>
            </a:r>
            <a:endParaRPr lang="it-IT" sz="1800" b="0" u="none" strike="noStrike">
              <a:solidFill>
                <a:srgbClr val="000000"/>
              </a:solidFill>
              <a:effectLst/>
              <a:uFillTx/>
              <a:latin typeface="Arial"/>
            </a:endParaRPr>
          </a:p>
        </p:txBody>
      </p:sp>
      <p:sp>
        <p:nvSpPr>
          <p:cNvPr id="597" name="CasellaDiTesto 4"/>
          <p:cNvSpPr/>
          <p:nvPr/>
        </p:nvSpPr>
        <p:spPr>
          <a:xfrm>
            <a:off x="3702240" y="1278000"/>
            <a:ext cx="6094080" cy="175392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lang="it-IT" sz="1800" b="0" u="none" strike="noStrike">
                <a:solidFill>
                  <a:srgbClr val="050e17"/>
                </a:solidFill>
                <a:effectLst/>
                <a:uFillTx/>
                <a:latin typeface="-apple-system"/>
              </a:rPr>
              <a:t>Eclipse, essendo un ambiente di sviluppo integrato (IDE) nato con l’obiettivo di rendere la vita maggiormente facile agli sviluppatori, semplifica la compilazione ed esecuzione di programmi Java. </a:t>
            </a:r>
            <a:endParaRPr lang="it-IT" sz="1800" b="0" u="none" strike="noStrike">
              <a:solidFill>
                <a:srgbClr val="000000"/>
              </a:solidFill>
              <a:effectLst/>
              <a:uFillTx/>
              <a:latin typeface="Arial"/>
            </a:endParaRPr>
          </a:p>
          <a:p>
            <a:pPr defTabSz="914400">
              <a:lnSpc>
                <a:spcPct val="100000"/>
              </a:lnSpc>
            </a:pPr>
            <a:r>
              <a:rPr lang="it-IT" sz="1800" b="0" u="none" strike="noStrike">
                <a:solidFill>
                  <a:srgbClr val="050e17"/>
                </a:solidFill>
                <a:effectLst/>
                <a:uFillTx/>
                <a:latin typeface="-apple-system"/>
              </a:rPr>
              <a:t>Ecco i passaggi per compilare ed eseguire un programma Java in Eclipse:</a:t>
            </a:r>
            <a:endParaRPr lang="it-IT" sz="1800" b="0" u="none" strike="noStrike">
              <a:solidFill>
                <a:srgbClr val="000000"/>
              </a:solidFill>
              <a:effectLst/>
              <a:uFillTx/>
              <a:latin typeface="Arial"/>
            </a:endParaRPr>
          </a:p>
        </p:txBody>
      </p:sp>
      <p:sp>
        <p:nvSpPr>
          <p:cNvPr id="598" name="CasellaDiTesto 8"/>
          <p:cNvSpPr/>
          <p:nvPr/>
        </p:nvSpPr>
        <p:spPr>
          <a:xfrm>
            <a:off x="281880" y="3137760"/>
            <a:ext cx="11613600" cy="923040"/>
          </a:xfrm>
          <a:prstGeom prst="rect">
            <a:avLst/>
          </a:prstGeom>
          <a:solidFill>
            <a:schemeClr val="accent4">
              <a:lumMod val="40000"/>
              <a:lumOff val="60000"/>
            </a:schemeClr>
          </a:solidFill>
          <a:ln w="0">
            <a:noFill/>
          </a:ln>
        </p:spPr>
        <p:style>
          <a:lnRef idx="0"/>
          <a:fillRef idx="0"/>
          <a:effectRef idx="0"/>
          <a:fontRef idx="minor"/>
        </p:style>
        <p:txBody>
          <a:bodyPr lIns="90000" rIns="90000" tIns="45000" bIns="45000" anchor="t">
            <a:spAutoFit/>
          </a:bodyPr>
          <a:p>
            <a:pPr defTabSz="914400">
              <a:lnSpc>
                <a:spcPct val="100000"/>
              </a:lnSpc>
            </a:pPr>
            <a:r>
              <a:rPr lang="it-IT" sz="1800" b="0" u="none" strike="noStrike">
                <a:solidFill>
                  <a:srgbClr val="050e17"/>
                </a:solidFill>
                <a:effectLst/>
                <a:uFillTx/>
                <a:latin typeface="-apple-system"/>
              </a:rPr>
              <a:t>Una volta realizzato il programma</a:t>
            </a:r>
            <a:endParaRPr lang="it-IT" sz="1800" b="0" u="none" strike="noStrike">
              <a:solidFill>
                <a:srgbClr val="000000"/>
              </a:solidFill>
              <a:effectLst/>
              <a:uFillTx/>
              <a:latin typeface="Arial"/>
            </a:endParaRPr>
          </a:p>
          <a:p>
            <a:pPr marL="343080" indent="-343080" defTabSz="914400">
              <a:lnSpc>
                <a:spcPct val="100000"/>
              </a:lnSpc>
              <a:buClr>
                <a:srgbClr val="050e17"/>
              </a:buClr>
              <a:buFont typeface="OpenSymbol"/>
              <a:buAutoNum type="arabicPeriod"/>
            </a:pPr>
            <a:r>
              <a:rPr lang="it-IT" sz="1800" b="0" u="none" strike="noStrike">
                <a:solidFill>
                  <a:srgbClr val="050e17"/>
                </a:solidFill>
                <a:effectLst/>
                <a:uFillTx/>
                <a:latin typeface="-apple-system"/>
              </a:rPr>
              <a:t>Per compilare il programma, fai clic con il tasto destro del mouse sulla classe Java e seleziona "Run As" -&gt; "Java Application". Eclipse compilerà automaticamente il tuo programma e lo eseguirà sulla console.</a:t>
            </a:r>
            <a:endParaRPr lang="it-IT"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8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599" name="Picture 2" descr="Java Logo, symbol, meaning, history, PNG, brand"/>
          <p:cNvPicPr/>
          <p:nvPr/>
        </p:nvPicPr>
        <p:blipFill>
          <a:blip r:embed="rId1"/>
          <a:stretch/>
        </p:blipFill>
        <p:spPr>
          <a:xfrm>
            <a:off x="10632600" y="0"/>
            <a:ext cx="1420560" cy="795240"/>
          </a:xfrm>
          <a:prstGeom prst="rect">
            <a:avLst/>
          </a:prstGeom>
          <a:noFill/>
          <a:ln w="0">
            <a:noFill/>
          </a:ln>
        </p:spPr>
      </p:pic>
      <p:sp>
        <p:nvSpPr>
          <p:cNvPr id="600" name="CasellaDiTesto 2"/>
          <p:cNvSpPr/>
          <p:nvPr/>
        </p:nvSpPr>
        <p:spPr>
          <a:xfrm>
            <a:off x="281880" y="421920"/>
            <a:ext cx="3114000" cy="373320"/>
          </a:xfrm>
          <a:prstGeom prst="rect">
            <a:avLst/>
          </a:prstGeom>
          <a:solidFill>
            <a:schemeClr val="accent2">
              <a:lumMod val="40000"/>
              <a:lumOff val="60000"/>
            </a:schemeClr>
          </a:solidFill>
          <a:ln w="0">
            <a:noFill/>
          </a:ln>
        </p:spPr>
        <p:style>
          <a:lnRef idx="0"/>
          <a:fillRef idx="0"/>
          <a:effectRef idx="0"/>
          <a:fontRef idx="minor"/>
        </p:style>
        <p:txBody>
          <a:bodyPr lIns="90000" rIns="90000" tIns="45000" bIns="45000" anchor="t">
            <a:spAutoFit/>
          </a:bodyPr>
          <a:p>
            <a:pPr algn="just" defTabSz="914400">
              <a:lnSpc>
                <a:spcPct val="107000"/>
              </a:lnSpc>
              <a:spcAft>
                <a:spcPts val="799"/>
              </a:spcAft>
              <a:tabLst>
                <a:tab algn="l" pos="678240"/>
              </a:tabLst>
            </a:pPr>
            <a:r>
              <a:rPr lang="it-IT" sz="1800" b="1" u="none" strike="noStrike">
                <a:solidFill>
                  <a:srgbClr val="050e17"/>
                </a:solidFill>
                <a:effectLst/>
                <a:uFillTx/>
                <a:latin typeface="-apple-system"/>
              </a:rPr>
              <a:t>Eseguiamo il programma</a:t>
            </a:r>
            <a:endParaRPr lang="it-IT" sz="1800" b="0" u="none" strike="noStrike">
              <a:solidFill>
                <a:srgbClr val="000000"/>
              </a:solidFill>
              <a:effectLst/>
              <a:uFillTx/>
              <a:latin typeface="Arial"/>
            </a:endParaRPr>
          </a:p>
        </p:txBody>
      </p:sp>
      <p:sp>
        <p:nvSpPr>
          <p:cNvPr id="601" name="CasellaDiTesto 3"/>
          <p:cNvSpPr/>
          <p:nvPr/>
        </p:nvSpPr>
        <p:spPr>
          <a:xfrm>
            <a:off x="3702240" y="795600"/>
            <a:ext cx="8350920" cy="369000"/>
          </a:xfrm>
          <a:prstGeom prst="rect">
            <a:avLst/>
          </a:prstGeom>
          <a:solidFill>
            <a:schemeClr val="accent4">
              <a:lumMod val="40000"/>
              <a:lumOff val="60000"/>
            </a:schemeClr>
          </a:solidFill>
          <a:ln w="0">
            <a:noFill/>
          </a:ln>
        </p:spPr>
        <p:style>
          <a:lnRef idx="0"/>
          <a:fillRef idx="0"/>
          <a:effectRef idx="0"/>
          <a:fontRef idx="minor"/>
        </p:style>
        <p:txBody>
          <a:bodyPr lIns="90000" rIns="90000" tIns="45000" bIns="45000" anchor="t">
            <a:spAutoFit/>
          </a:bodyPr>
          <a:p>
            <a:pPr defTabSz="914400">
              <a:lnSpc>
                <a:spcPct val="100000"/>
              </a:lnSpc>
            </a:pPr>
            <a:r>
              <a:rPr lang="it-IT" sz="1800" b="0" u="none" strike="noStrike">
                <a:solidFill>
                  <a:srgbClr val="050e17"/>
                </a:solidFill>
                <a:effectLst/>
                <a:uFillTx/>
                <a:latin typeface="-apple-system"/>
              </a:rPr>
              <a:t>L’ambiente integrato di Eclipse</a:t>
            </a:r>
            <a:endParaRPr lang="it-IT" sz="1800" b="0" u="none" strike="noStrike">
              <a:solidFill>
                <a:srgbClr val="000000"/>
              </a:solidFill>
              <a:effectLst/>
              <a:uFillTx/>
              <a:latin typeface="Arial"/>
            </a:endParaRPr>
          </a:p>
        </p:txBody>
      </p:sp>
      <p:sp>
        <p:nvSpPr>
          <p:cNvPr id="602" name="CasellaDiTesto 7"/>
          <p:cNvSpPr/>
          <p:nvPr/>
        </p:nvSpPr>
        <p:spPr>
          <a:xfrm>
            <a:off x="281880" y="932040"/>
            <a:ext cx="3114000" cy="671400"/>
          </a:xfrm>
          <a:prstGeom prst="rect">
            <a:avLst/>
          </a:prstGeom>
          <a:solidFill>
            <a:schemeClr val="accent1">
              <a:lumMod val="40000"/>
              <a:lumOff val="60000"/>
            </a:schemeClr>
          </a:solidFill>
          <a:ln w="0">
            <a:noFill/>
          </a:ln>
        </p:spPr>
        <p:style>
          <a:lnRef idx="0"/>
          <a:fillRef idx="0"/>
          <a:effectRef idx="0"/>
          <a:fontRef idx="minor"/>
        </p:style>
        <p:txBody>
          <a:bodyPr lIns="90000" rIns="90000" tIns="45000" bIns="45000" anchor="t">
            <a:spAutoFit/>
          </a:bodyPr>
          <a:p>
            <a:pPr algn="just" defTabSz="914400">
              <a:lnSpc>
                <a:spcPct val="107000"/>
              </a:lnSpc>
              <a:spcAft>
                <a:spcPts val="799"/>
              </a:spcAft>
              <a:tabLst>
                <a:tab algn="l" pos="678240"/>
              </a:tabLst>
            </a:pPr>
            <a:r>
              <a:rPr lang="it-IT" sz="1800" b="1" u="none" strike="noStrike">
                <a:solidFill>
                  <a:srgbClr val="050e17"/>
                </a:solidFill>
                <a:effectLst/>
                <a:uFillTx/>
                <a:latin typeface="-apple-system"/>
              </a:rPr>
              <a:t>Dal codice JAVA al file class compilato</a:t>
            </a:r>
            <a:endParaRPr lang="it-IT" sz="1800" b="0" u="none" strike="noStrike">
              <a:solidFill>
                <a:srgbClr val="000000"/>
              </a:solidFill>
              <a:effectLst/>
              <a:uFillTx/>
              <a:latin typeface="Arial"/>
            </a:endParaRPr>
          </a:p>
        </p:txBody>
      </p:sp>
      <p:sp>
        <p:nvSpPr>
          <p:cNvPr id="603" name="CasellaDiTesto 10"/>
          <p:cNvSpPr/>
          <p:nvPr/>
        </p:nvSpPr>
        <p:spPr>
          <a:xfrm>
            <a:off x="3705480" y="381960"/>
            <a:ext cx="6094080" cy="36900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lang="it-IT" sz="1800" b="1" u="none" strike="noStrike">
                <a:solidFill>
                  <a:schemeClr val="dk1"/>
                </a:solidFill>
                <a:effectLst/>
                <a:uFillTx/>
                <a:latin typeface="Calibri"/>
              </a:rPr>
              <a:t>La compilazione ed esecuzione da Eclipse</a:t>
            </a:r>
            <a:endParaRPr lang="it-IT" sz="1800" b="0" u="none" strike="noStrike">
              <a:solidFill>
                <a:srgbClr val="000000"/>
              </a:solidFill>
              <a:effectLst/>
              <a:uFillTx/>
              <a:latin typeface="Arial"/>
            </a:endParaRPr>
          </a:p>
        </p:txBody>
      </p:sp>
      <p:sp>
        <p:nvSpPr>
          <p:cNvPr id="604" name="CasellaDiTesto 4"/>
          <p:cNvSpPr/>
          <p:nvPr/>
        </p:nvSpPr>
        <p:spPr>
          <a:xfrm>
            <a:off x="3702240" y="1278000"/>
            <a:ext cx="6094080" cy="175392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lang="it-IT" sz="1800" b="0" u="none" strike="noStrike">
                <a:solidFill>
                  <a:srgbClr val="050e17"/>
                </a:solidFill>
                <a:effectLst/>
                <a:uFillTx/>
                <a:latin typeface="-apple-system"/>
              </a:rPr>
              <a:t>Eclipse, essendo un ambiente di sviluppo integrato (IDE) nato con l’obiettivo di rendere la vita maggiormente facile agli sviluppatori, semplifica la compilazione ed esecuzione di programmi Java. </a:t>
            </a:r>
            <a:endParaRPr lang="it-IT" sz="1800" b="0" u="none" strike="noStrike">
              <a:solidFill>
                <a:srgbClr val="000000"/>
              </a:solidFill>
              <a:effectLst/>
              <a:uFillTx/>
              <a:latin typeface="Arial"/>
            </a:endParaRPr>
          </a:p>
          <a:p>
            <a:pPr defTabSz="914400">
              <a:lnSpc>
                <a:spcPct val="100000"/>
              </a:lnSpc>
            </a:pPr>
            <a:r>
              <a:rPr lang="it-IT" sz="1800" b="0" u="none" strike="noStrike">
                <a:solidFill>
                  <a:srgbClr val="050e17"/>
                </a:solidFill>
                <a:effectLst/>
                <a:uFillTx/>
                <a:latin typeface="-apple-system"/>
              </a:rPr>
              <a:t>Ecco i passaggi per compilare ed eseguire un programma Java in Eclipse:</a:t>
            </a:r>
            <a:endParaRPr lang="it-IT" sz="1800" b="0" u="none" strike="noStrike">
              <a:solidFill>
                <a:srgbClr val="000000"/>
              </a:solidFill>
              <a:effectLst/>
              <a:uFillTx/>
              <a:latin typeface="Arial"/>
            </a:endParaRPr>
          </a:p>
        </p:txBody>
      </p:sp>
      <p:sp>
        <p:nvSpPr>
          <p:cNvPr id="605" name="CasellaDiTesto 8"/>
          <p:cNvSpPr/>
          <p:nvPr/>
        </p:nvSpPr>
        <p:spPr>
          <a:xfrm>
            <a:off x="281880" y="3137760"/>
            <a:ext cx="11613600" cy="2031120"/>
          </a:xfrm>
          <a:prstGeom prst="rect">
            <a:avLst/>
          </a:prstGeom>
          <a:solidFill>
            <a:schemeClr val="accent4">
              <a:lumMod val="40000"/>
              <a:lumOff val="60000"/>
            </a:schemeClr>
          </a:solidFill>
          <a:ln w="0">
            <a:noFill/>
          </a:ln>
        </p:spPr>
        <p:style>
          <a:lnRef idx="0"/>
          <a:fillRef idx="0"/>
          <a:effectRef idx="0"/>
          <a:fontRef idx="minor"/>
        </p:style>
        <p:txBody>
          <a:bodyPr lIns="90000" rIns="90000" tIns="45000" bIns="45000" anchor="t">
            <a:spAutoFit/>
          </a:bodyPr>
          <a:p>
            <a:pPr defTabSz="914400">
              <a:lnSpc>
                <a:spcPct val="100000"/>
              </a:lnSpc>
            </a:pPr>
            <a:r>
              <a:rPr lang="it-IT" sz="1800" b="0" u="none" strike="noStrike">
                <a:solidFill>
                  <a:srgbClr val="050e17"/>
                </a:solidFill>
                <a:effectLst/>
                <a:uFillTx/>
                <a:latin typeface="-apple-system"/>
              </a:rPr>
              <a:t>Una volta realizzato il programma</a:t>
            </a:r>
            <a:endParaRPr lang="it-IT" sz="1800" b="0" u="none" strike="noStrike">
              <a:solidFill>
                <a:srgbClr val="000000"/>
              </a:solidFill>
              <a:effectLst/>
              <a:uFillTx/>
              <a:latin typeface="Arial"/>
            </a:endParaRPr>
          </a:p>
          <a:p>
            <a:pPr marL="343080" indent="-343080" defTabSz="914400">
              <a:lnSpc>
                <a:spcPct val="100000"/>
              </a:lnSpc>
              <a:buClr>
                <a:srgbClr val="050e17"/>
              </a:buClr>
              <a:buFont typeface="OpenSymbol"/>
              <a:buAutoNum type="arabicPeriod"/>
            </a:pPr>
            <a:r>
              <a:rPr lang="it-IT" sz="1800" b="0" u="none" strike="noStrike">
                <a:solidFill>
                  <a:srgbClr val="050e17"/>
                </a:solidFill>
                <a:effectLst/>
                <a:uFillTx/>
                <a:latin typeface="-apple-system"/>
              </a:rPr>
              <a:t>Per compilare il programma, fai clic con il tasto destro del mouse sulla classe Java e seleziona "Run As" -&gt; "Java Application". Eclipse compilerà automaticamente il tuo programma e lo eseguirà sulla console.</a:t>
            </a:r>
            <a:endParaRPr lang="it-IT" sz="1800" b="0" u="none" strike="noStrike">
              <a:solidFill>
                <a:srgbClr val="000000"/>
              </a:solidFill>
              <a:effectLst/>
              <a:uFillTx/>
              <a:latin typeface="Arial"/>
            </a:endParaRPr>
          </a:p>
          <a:p>
            <a:pPr defTabSz="914400">
              <a:lnSpc>
                <a:spcPct val="100000"/>
              </a:lnSpc>
            </a:pPr>
            <a:endParaRPr lang="it-IT" sz="1800" b="0" u="none" strike="noStrike">
              <a:solidFill>
                <a:srgbClr val="000000"/>
              </a:solidFill>
              <a:effectLst/>
              <a:uFillTx/>
              <a:latin typeface="Arial"/>
            </a:endParaRPr>
          </a:p>
          <a:p>
            <a:pPr defTabSz="914400">
              <a:lnSpc>
                <a:spcPct val="100000"/>
              </a:lnSpc>
            </a:pPr>
            <a:r>
              <a:rPr lang="it-IT" sz="1800" b="0" u="none" strike="noStrike">
                <a:solidFill>
                  <a:srgbClr val="050e17"/>
                </a:solidFill>
                <a:effectLst/>
                <a:uFillTx/>
                <a:latin typeface="-apple-system"/>
              </a:rPr>
              <a:t>2. Per eseguire il programma in modalità debug, fai clic con il tasto destro del mouse sulla classe Java e seleziona "Debug As" -&gt; "Java Application". Eclipse compilerà il tuo programma e lo eseguirà in modalità debug, consentendoti di esaminare il codice passo dopo passo e di individuare eventuali errori.</a:t>
            </a:r>
            <a:endParaRPr lang="it-IT"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8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606" name="Picture 2" descr="Java Logo, symbol, meaning, history, PNG, brand"/>
          <p:cNvPicPr/>
          <p:nvPr/>
        </p:nvPicPr>
        <p:blipFill>
          <a:blip r:embed="rId1"/>
          <a:stretch/>
        </p:blipFill>
        <p:spPr>
          <a:xfrm>
            <a:off x="10632600" y="0"/>
            <a:ext cx="1420560" cy="795240"/>
          </a:xfrm>
          <a:prstGeom prst="rect">
            <a:avLst/>
          </a:prstGeom>
          <a:noFill/>
          <a:ln w="0">
            <a:noFill/>
          </a:ln>
        </p:spPr>
      </p:pic>
      <p:sp>
        <p:nvSpPr>
          <p:cNvPr id="607" name="CasellaDiTesto 2"/>
          <p:cNvSpPr/>
          <p:nvPr/>
        </p:nvSpPr>
        <p:spPr>
          <a:xfrm>
            <a:off x="281880" y="421920"/>
            <a:ext cx="3114000" cy="373320"/>
          </a:xfrm>
          <a:prstGeom prst="rect">
            <a:avLst/>
          </a:prstGeom>
          <a:solidFill>
            <a:schemeClr val="accent2">
              <a:lumMod val="40000"/>
              <a:lumOff val="60000"/>
            </a:schemeClr>
          </a:solidFill>
          <a:ln w="0">
            <a:noFill/>
          </a:ln>
        </p:spPr>
        <p:style>
          <a:lnRef idx="0"/>
          <a:fillRef idx="0"/>
          <a:effectRef idx="0"/>
          <a:fontRef idx="minor"/>
        </p:style>
        <p:txBody>
          <a:bodyPr lIns="90000" rIns="90000" tIns="45000" bIns="45000" anchor="t">
            <a:spAutoFit/>
          </a:bodyPr>
          <a:p>
            <a:pPr algn="just" defTabSz="914400">
              <a:lnSpc>
                <a:spcPct val="107000"/>
              </a:lnSpc>
              <a:spcAft>
                <a:spcPts val="799"/>
              </a:spcAft>
              <a:tabLst>
                <a:tab algn="l" pos="678240"/>
              </a:tabLst>
            </a:pPr>
            <a:r>
              <a:rPr lang="it-IT" sz="1800" b="1" u="none" strike="noStrike">
                <a:solidFill>
                  <a:srgbClr val="050e17"/>
                </a:solidFill>
                <a:effectLst/>
                <a:uFillTx/>
                <a:latin typeface="-apple-system"/>
              </a:rPr>
              <a:t>Eseguiamo il programma</a:t>
            </a:r>
            <a:endParaRPr lang="it-IT" sz="1800" b="0" u="none" strike="noStrike">
              <a:solidFill>
                <a:srgbClr val="000000"/>
              </a:solidFill>
              <a:effectLst/>
              <a:uFillTx/>
              <a:latin typeface="Arial"/>
            </a:endParaRPr>
          </a:p>
        </p:txBody>
      </p:sp>
      <p:sp>
        <p:nvSpPr>
          <p:cNvPr id="608" name="CasellaDiTesto 3"/>
          <p:cNvSpPr/>
          <p:nvPr/>
        </p:nvSpPr>
        <p:spPr>
          <a:xfrm>
            <a:off x="3702240" y="795600"/>
            <a:ext cx="8350920" cy="369000"/>
          </a:xfrm>
          <a:prstGeom prst="rect">
            <a:avLst/>
          </a:prstGeom>
          <a:solidFill>
            <a:schemeClr val="accent4">
              <a:lumMod val="40000"/>
              <a:lumOff val="60000"/>
            </a:schemeClr>
          </a:solidFill>
          <a:ln w="0">
            <a:noFill/>
          </a:ln>
        </p:spPr>
        <p:style>
          <a:lnRef idx="0"/>
          <a:fillRef idx="0"/>
          <a:effectRef idx="0"/>
          <a:fontRef idx="minor"/>
        </p:style>
        <p:txBody>
          <a:bodyPr lIns="90000" rIns="90000" tIns="45000" bIns="45000" anchor="t">
            <a:spAutoFit/>
          </a:bodyPr>
          <a:p>
            <a:pPr defTabSz="914400">
              <a:lnSpc>
                <a:spcPct val="100000"/>
              </a:lnSpc>
            </a:pPr>
            <a:r>
              <a:rPr lang="it-IT" sz="1800" b="0" u="none" strike="noStrike">
                <a:solidFill>
                  <a:srgbClr val="050e17"/>
                </a:solidFill>
                <a:effectLst/>
                <a:uFillTx/>
                <a:latin typeface="-apple-system"/>
              </a:rPr>
              <a:t>L’ambiente integrato di Eclipse</a:t>
            </a:r>
            <a:endParaRPr lang="it-IT" sz="1800" b="0" u="none" strike="noStrike">
              <a:solidFill>
                <a:srgbClr val="000000"/>
              </a:solidFill>
              <a:effectLst/>
              <a:uFillTx/>
              <a:latin typeface="Arial"/>
            </a:endParaRPr>
          </a:p>
        </p:txBody>
      </p:sp>
      <p:sp>
        <p:nvSpPr>
          <p:cNvPr id="609" name="CasellaDiTesto 7"/>
          <p:cNvSpPr/>
          <p:nvPr/>
        </p:nvSpPr>
        <p:spPr>
          <a:xfrm>
            <a:off x="281880" y="932040"/>
            <a:ext cx="3114000" cy="671400"/>
          </a:xfrm>
          <a:prstGeom prst="rect">
            <a:avLst/>
          </a:prstGeom>
          <a:solidFill>
            <a:schemeClr val="accent1">
              <a:lumMod val="40000"/>
              <a:lumOff val="60000"/>
            </a:schemeClr>
          </a:solidFill>
          <a:ln w="0">
            <a:noFill/>
          </a:ln>
        </p:spPr>
        <p:style>
          <a:lnRef idx="0"/>
          <a:fillRef idx="0"/>
          <a:effectRef idx="0"/>
          <a:fontRef idx="minor"/>
        </p:style>
        <p:txBody>
          <a:bodyPr lIns="90000" rIns="90000" tIns="45000" bIns="45000" anchor="t">
            <a:spAutoFit/>
          </a:bodyPr>
          <a:p>
            <a:pPr algn="just" defTabSz="914400">
              <a:lnSpc>
                <a:spcPct val="107000"/>
              </a:lnSpc>
              <a:spcAft>
                <a:spcPts val="799"/>
              </a:spcAft>
              <a:tabLst>
                <a:tab algn="l" pos="678240"/>
              </a:tabLst>
            </a:pPr>
            <a:r>
              <a:rPr lang="it-IT" sz="1800" b="1" u="none" strike="noStrike">
                <a:solidFill>
                  <a:srgbClr val="050e17"/>
                </a:solidFill>
                <a:effectLst/>
                <a:uFillTx/>
                <a:latin typeface="-apple-system"/>
              </a:rPr>
              <a:t>Dal codice JAVA al file class compilato</a:t>
            </a:r>
            <a:endParaRPr lang="it-IT" sz="1800" b="0" u="none" strike="noStrike">
              <a:solidFill>
                <a:srgbClr val="000000"/>
              </a:solidFill>
              <a:effectLst/>
              <a:uFillTx/>
              <a:latin typeface="Arial"/>
            </a:endParaRPr>
          </a:p>
        </p:txBody>
      </p:sp>
      <p:sp>
        <p:nvSpPr>
          <p:cNvPr id="610" name="CasellaDiTesto 10"/>
          <p:cNvSpPr/>
          <p:nvPr/>
        </p:nvSpPr>
        <p:spPr>
          <a:xfrm>
            <a:off x="3705480" y="381960"/>
            <a:ext cx="6094080" cy="36900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lang="it-IT" sz="1800" b="1" u="none" strike="noStrike">
                <a:solidFill>
                  <a:schemeClr val="dk1"/>
                </a:solidFill>
                <a:effectLst/>
                <a:uFillTx/>
                <a:latin typeface="Calibri"/>
              </a:rPr>
              <a:t>La compilazione ed esecuzione da Eclipse</a:t>
            </a:r>
            <a:endParaRPr lang="it-IT" sz="1800" b="0" u="none" strike="noStrike">
              <a:solidFill>
                <a:srgbClr val="000000"/>
              </a:solidFill>
              <a:effectLst/>
              <a:uFillTx/>
              <a:latin typeface="Arial"/>
            </a:endParaRPr>
          </a:p>
        </p:txBody>
      </p:sp>
      <p:sp>
        <p:nvSpPr>
          <p:cNvPr id="611" name="CasellaDiTesto 4"/>
          <p:cNvSpPr/>
          <p:nvPr/>
        </p:nvSpPr>
        <p:spPr>
          <a:xfrm>
            <a:off x="3702240" y="1278000"/>
            <a:ext cx="6094080" cy="175392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lang="it-IT" sz="1800" b="0" u="none" strike="noStrike">
                <a:solidFill>
                  <a:srgbClr val="050e17"/>
                </a:solidFill>
                <a:effectLst/>
                <a:uFillTx/>
                <a:latin typeface="-apple-system"/>
              </a:rPr>
              <a:t>Eclipse, essendo un ambiente di sviluppo integrato (IDE) nato con l’obiettivo di rendere la vita maggiormente facile agli sviluppatori, semplifica la compilazione ed esecuzione di programmi Java. </a:t>
            </a:r>
            <a:endParaRPr lang="it-IT" sz="1800" b="0" u="none" strike="noStrike">
              <a:solidFill>
                <a:srgbClr val="000000"/>
              </a:solidFill>
              <a:effectLst/>
              <a:uFillTx/>
              <a:latin typeface="Arial"/>
            </a:endParaRPr>
          </a:p>
          <a:p>
            <a:pPr defTabSz="914400">
              <a:lnSpc>
                <a:spcPct val="100000"/>
              </a:lnSpc>
            </a:pPr>
            <a:r>
              <a:rPr lang="it-IT" sz="1800" b="0" u="none" strike="noStrike">
                <a:solidFill>
                  <a:srgbClr val="050e17"/>
                </a:solidFill>
                <a:effectLst/>
                <a:uFillTx/>
                <a:latin typeface="-apple-system"/>
              </a:rPr>
              <a:t>Ecco i passaggi per compilare ed eseguire un programma Java in Eclipse:</a:t>
            </a:r>
            <a:endParaRPr lang="it-IT" sz="1800" b="0" u="none" strike="noStrike">
              <a:solidFill>
                <a:srgbClr val="000000"/>
              </a:solidFill>
              <a:effectLst/>
              <a:uFillTx/>
              <a:latin typeface="Arial"/>
            </a:endParaRPr>
          </a:p>
        </p:txBody>
      </p:sp>
      <p:sp>
        <p:nvSpPr>
          <p:cNvPr id="612" name="CasellaDiTesto 8"/>
          <p:cNvSpPr/>
          <p:nvPr/>
        </p:nvSpPr>
        <p:spPr>
          <a:xfrm>
            <a:off x="281880" y="3137760"/>
            <a:ext cx="11613600" cy="3138840"/>
          </a:xfrm>
          <a:prstGeom prst="rect">
            <a:avLst/>
          </a:prstGeom>
          <a:solidFill>
            <a:schemeClr val="accent4">
              <a:lumMod val="40000"/>
              <a:lumOff val="60000"/>
            </a:schemeClr>
          </a:solidFill>
          <a:ln w="0">
            <a:noFill/>
          </a:ln>
        </p:spPr>
        <p:style>
          <a:lnRef idx="0"/>
          <a:fillRef idx="0"/>
          <a:effectRef idx="0"/>
          <a:fontRef idx="minor"/>
        </p:style>
        <p:txBody>
          <a:bodyPr lIns="90000" rIns="90000" tIns="45000" bIns="45000" anchor="t">
            <a:spAutoFit/>
          </a:bodyPr>
          <a:p>
            <a:pPr defTabSz="914400">
              <a:lnSpc>
                <a:spcPct val="100000"/>
              </a:lnSpc>
            </a:pPr>
            <a:r>
              <a:rPr lang="it-IT" sz="1800" b="0" u="none" strike="noStrike">
                <a:solidFill>
                  <a:srgbClr val="050e17"/>
                </a:solidFill>
                <a:effectLst/>
                <a:uFillTx/>
                <a:latin typeface="-apple-system"/>
              </a:rPr>
              <a:t>Una volta realizzato il programma</a:t>
            </a:r>
            <a:endParaRPr lang="it-IT" sz="1800" b="0" u="none" strike="noStrike">
              <a:solidFill>
                <a:srgbClr val="000000"/>
              </a:solidFill>
              <a:effectLst/>
              <a:uFillTx/>
              <a:latin typeface="Arial"/>
            </a:endParaRPr>
          </a:p>
          <a:p>
            <a:pPr marL="343080" indent="-343080" defTabSz="914400">
              <a:lnSpc>
                <a:spcPct val="100000"/>
              </a:lnSpc>
              <a:buClr>
                <a:srgbClr val="050e17"/>
              </a:buClr>
              <a:buFont typeface="OpenSymbol"/>
              <a:buAutoNum type="arabicPeriod"/>
            </a:pPr>
            <a:r>
              <a:rPr lang="it-IT" sz="1800" b="0" u="none" strike="noStrike">
                <a:solidFill>
                  <a:srgbClr val="050e17"/>
                </a:solidFill>
                <a:effectLst/>
                <a:uFillTx/>
                <a:latin typeface="-apple-system"/>
              </a:rPr>
              <a:t>Per compilare il programma, fai clic con il tasto destro del mouse sulla classe Java e seleziona "Run As" -&gt; "Java Application". Eclipse compilerà automaticamente il tuo programma e lo eseguirà sulla console.</a:t>
            </a:r>
            <a:endParaRPr lang="it-IT" sz="1800" b="0" u="none" strike="noStrike">
              <a:solidFill>
                <a:srgbClr val="000000"/>
              </a:solidFill>
              <a:effectLst/>
              <a:uFillTx/>
              <a:latin typeface="Arial"/>
            </a:endParaRPr>
          </a:p>
          <a:p>
            <a:pPr defTabSz="914400">
              <a:lnSpc>
                <a:spcPct val="100000"/>
              </a:lnSpc>
            </a:pPr>
            <a:endParaRPr lang="it-IT" sz="1800" b="0" u="none" strike="noStrike">
              <a:solidFill>
                <a:srgbClr val="000000"/>
              </a:solidFill>
              <a:effectLst/>
              <a:uFillTx/>
              <a:latin typeface="Arial"/>
            </a:endParaRPr>
          </a:p>
          <a:p>
            <a:pPr defTabSz="914400">
              <a:lnSpc>
                <a:spcPct val="100000"/>
              </a:lnSpc>
            </a:pPr>
            <a:r>
              <a:rPr lang="it-IT" sz="1800" b="0" u="none" strike="noStrike">
                <a:solidFill>
                  <a:srgbClr val="050e17"/>
                </a:solidFill>
                <a:effectLst/>
                <a:uFillTx/>
                <a:latin typeface="-apple-system"/>
              </a:rPr>
              <a:t>2. Per eseguire il programma in modalità debug, fai clic con il tasto destro del mouse sulla classe Java e seleziona "Debug As" -&gt; "Java Application". Eclipse compilerà il tuo programma e lo eseguirà in modalità debug, consentendoti di esaminare il codice passo dopo passo e di individuare eventuali errori.</a:t>
            </a:r>
            <a:endParaRPr lang="it-IT" sz="1800" b="0" u="none" strike="noStrike">
              <a:solidFill>
                <a:srgbClr val="000000"/>
              </a:solidFill>
              <a:effectLst/>
              <a:uFillTx/>
              <a:latin typeface="Arial"/>
            </a:endParaRPr>
          </a:p>
          <a:p>
            <a:pPr defTabSz="914400">
              <a:lnSpc>
                <a:spcPct val="100000"/>
              </a:lnSpc>
            </a:pPr>
            <a:endParaRPr lang="it-IT" sz="1800" b="0" u="none" strike="noStrike">
              <a:solidFill>
                <a:srgbClr val="000000"/>
              </a:solidFill>
              <a:effectLst/>
              <a:uFillTx/>
              <a:latin typeface="Arial"/>
            </a:endParaRPr>
          </a:p>
          <a:p>
            <a:pPr defTabSz="914400">
              <a:lnSpc>
                <a:spcPct val="100000"/>
              </a:lnSpc>
            </a:pPr>
            <a:r>
              <a:rPr lang="it-IT" sz="1800" b="0" u="none" strike="noStrike">
                <a:solidFill>
                  <a:srgbClr val="050e17"/>
                </a:solidFill>
                <a:effectLst/>
                <a:uFillTx/>
                <a:latin typeface="-apple-system"/>
              </a:rPr>
              <a:t>3. Per esportare il programma come file eseguibile JAR (vedremo più in avanti cosa è un file JAR, questa informazione è per chi già lo sa), fai clic con il tasto destro del mouse sul progetto e seleziona "Export" -&gt; "Java" -&gt; "Runnable JAR file". Segui le istruzioni per selezionare la classe principale del programma e scegliere le opzioni di esportazione desiderate.</a:t>
            </a:r>
            <a:endParaRPr lang="it-IT"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8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613" name="Picture 2" descr="Java Logo, symbol, meaning, history, PNG, brand"/>
          <p:cNvPicPr/>
          <p:nvPr/>
        </p:nvPicPr>
        <p:blipFill>
          <a:blip r:embed="rId1"/>
          <a:stretch/>
        </p:blipFill>
        <p:spPr>
          <a:xfrm>
            <a:off x="10632600" y="0"/>
            <a:ext cx="1420560" cy="795240"/>
          </a:xfrm>
          <a:prstGeom prst="rect">
            <a:avLst/>
          </a:prstGeom>
          <a:noFill/>
          <a:ln w="0">
            <a:noFill/>
          </a:ln>
        </p:spPr>
      </p:pic>
      <p:sp>
        <p:nvSpPr>
          <p:cNvPr id="614" name="CasellaDiTesto 2"/>
          <p:cNvSpPr/>
          <p:nvPr/>
        </p:nvSpPr>
        <p:spPr>
          <a:xfrm>
            <a:off x="281880" y="421920"/>
            <a:ext cx="3114000" cy="373320"/>
          </a:xfrm>
          <a:prstGeom prst="rect">
            <a:avLst/>
          </a:prstGeom>
          <a:solidFill>
            <a:schemeClr val="accent2">
              <a:lumMod val="40000"/>
              <a:lumOff val="60000"/>
            </a:schemeClr>
          </a:solidFill>
          <a:ln w="0">
            <a:noFill/>
          </a:ln>
        </p:spPr>
        <p:style>
          <a:lnRef idx="0"/>
          <a:fillRef idx="0"/>
          <a:effectRef idx="0"/>
          <a:fontRef idx="minor"/>
        </p:style>
        <p:txBody>
          <a:bodyPr lIns="90000" rIns="90000" tIns="45000" bIns="45000" anchor="t">
            <a:spAutoFit/>
          </a:bodyPr>
          <a:p>
            <a:pPr algn="just" defTabSz="914400">
              <a:lnSpc>
                <a:spcPct val="107000"/>
              </a:lnSpc>
              <a:spcAft>
                <a:spcPts val="799"/>
              </a:spcAft>
              <a:tabLst>
                <a:tab algn="l" pos="678240"/>
              </a:tabLst>
            </a:pPr>
            <a:r>
              <a:rPr lang="it-IT" sz="1800" b="1" u="none" strike="noStrike">
                <a:solidFill>
                  <a:srgbClr val="050e17"/>
                </a:solidFill>
                <a:effectLst/>
                <a:uFillTx/>
                <a:latin typeface="-apple-system"/>
              </a:rPr>
              <a:t>Eseguiamo il programma</a:t>
            </a:r>
            <a:endParaRPr lang="it-IT" sz="1800" b="0" u="none" strike="noStrike">
              <a:solidFill>
                <a:srgbClr val="000000"/>
              </a:solidFill>
              <a:effectLst/>
              <a:uFillTx/>
              <a:latin typeface="Arial"/>
            </a:endParaRPr>
          </a:p>
        </p:txBody>
      </p:sp>
      <p:sp>
        <p:nvSpPr>
          <p:cNvPr id="615" name="CasellaDiTesto 3"/>
          <p:cNvSpPr/>
          <p:nvPr/>
        </p:nvSpPr>
        <p:spPr>
          <a:xfrm>
            <a:off x="3702240" y="795600"/>
            <a:ext cx="8350920" cy="369000"/>
          </a:xfrm>
          <a:prstGeom prst="rect">
            <a:avLst/>
          </a:prstGeom>
          <a:solidFill>
            <a:schemeClr val="accent4">
              <a:lumMod val="40000"/>
              <a:lumOff val="60000"/>
            </a:schemeClr>
          </a:solidFill>
          <a:ln w="0">
            <a:noFill/>
          </a:ln>
        </p:spPr>
        <p:style>
          <a:lnRef idx="0"/>
          <a:fillRef idx="0"/>
          <a:effectRef idx="0"/>
          <a:fontRef idx="minor"/>
        </p:style>
        <p:txBody>
          <a:bodyPr lIns="90000" rIns="90000" tIns="45000" bIns="45000" anchor="t">
            <a:spAutoFit/>
          </a:bodyPr>
          <a:p>
            <a:pPr defTabSz="914400">
              <a:lnSpc>
                <a:spcPct val="100000"/>
              </a:lnSpc>
            </a:pPr>
            <a:r>
              <a:rPr lang="it-IT" sz="1800" b="0" u="none" strike="noStrike">
                <a:solidFill>
                  <a:srgbClr val="050e17"/>
                </a:solidFill>
                <a:effectLst/>
                <a:uFillTx/>
                <a:latin typeface="-apple-system"/>
              </a:rPr>
              <a:t>L’ambiente integrato di Eclipse</a:t>
            </a:r>
            <a:endParaRPr lang="it-IT" sz="1800" b="0" u="none" strike="noStrike">
              <a:solidFill>
                <a:srgbClr val="000000"/>
              </a:solidFill>
              <a:effectLst/>
              <a:uFillTx/>
              <a:latin typeface="Arial"/>
            </a:endParaRPr>
          </a:p>
        </p:txBody>
      </p:sp>
      <p:sp>
        <p:nvSpPr>
          <p:cNvPr id="616" name="CasellaDiTesto 7"/>
          <p:cNvSpPr/>
          <p:nvPr/>
        </p:nvSpPr>
        <p:spPr>
          <a:xfrm>
            <a:off x="281880" y="932040"/>
            <a:ext cx="3114000" cy="671400"/>
          </a:xfrm>
          <a:prstGeom prst="rect">
            <a:avLst/>
          </a:prstGeom>
          <a:solidFill>
            <a:schemeClr val="accent1">
              <a:lumMod val="40000"/>
              <a:lumOff val="60000"/>
            </a:schemeClr>
          </a:solidFill>
          <a:ln w="0">
            <a:noFill/>
          </a:ln>
        </p:spPr>
        <p:style>
          <a:lnRef idx="0"/>
          <a:fillRef idx="0"/>
          <a:effectRef idx="0"/>
          <a:fontRef idx="minor"/>
        </p:style>
        <p:txBody>
          <a:bodyPr lIns="90000" rIns="90000" tIns="45000" bIns="45000" anchor="t">
            <a:spAutoFit/>
          </a:bodyPr>
          <a:p>
            <a:pPr algn="just" defTabSz="914400">
              <a:lnSpc>
                <a:spcPct val="107000"/>
              </a:lnSpc>
              <a:spcAft>
                <a:spcPts val="799"/>
              </a:spcAft>
              <a:tabLst>
                <a:tab algn="l" pos="678240"/>
              </a:tabLst>
            </a:pPr>
            <a:r>
              <a:rPr lang="it-IT" sz="1800" b="1" u="none" strike="noStrike">
                <a:solidFill>
                  <a:srgbClr val="050e17"/>
                </a:solidFill>
                <a:effectLst/>
                <a:uFillTx/>
                <a:latin typeface="-apple-system"/>
              </a:rPr>
              <a:t>Dal codice JAVA al file class compilato</a:t>
            </a:r>
            <a:endParaRPr lang="it-IT" sz="1800" b="0" u="none" strike="noStrike">
              <a:solidFill>
                <a:srgbClr val="000000"/>
              </a:solidFill>
              <a:effectLst/>
              <a:uFillTx/>
              <a:latin typeface="Arial"/>
            </a:endParaRPr>
          </a:p>
        </p:txBody>
      </p:sp>
      <p:sp>
        <p:nvSpPr>
          <p:cNvPr id="617" name="CasellaDiTesto 10"/>
          <p:cNvSpPr/>
          <p:nvPr/>
        </p:nvSpPr>
        <p:spPr>
          <a:xfrm>
            <a:off x="3705480" y="381960"/>
            <a:ext cx="6094080" cy="36900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lang="it-IT" sz="1800" b="1" u="none" strike="noStrike">
                <a:solidFill>
                  <a:schemeClr val="dk1"/>
                </a:solidFill>
                <a:effectLst/>
                <a:uFillTx/>
                <a:latin typeface="Calibri"/>
              </a:rPr>
              <a:t>La compilazione ed esecuzione da Eclipse</a:t>
            </a:r>
            <a:endParaRPr lang="it-IT" sz="1800" b="0" u="none" strike="noStrike">
              <a:solidFill>
                <a:srgbClr val="000000"/>
              </a:solidFill>
              <a:effectLst/>
              <a:uFillTx/>
              <a:latin typeface="Arial"/>
            </a:endParaRPr>
          </a:p>
        </p:txBody>
      </p:sp>
      <p:sp>
        <p:nvSpPr>
          <p:cNvPr id="618" name="CasellaDiTesto 4"/>
          <p:cNvSpPr/>
          <p:nvPr/>
        </p:nvSpPr>
        <p:spPr>
          <a:xfrm>
            <a:off x="3592080" y="1267920"/>
            <a:ext cx="6094080" cy="517032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lang="it-IT" sz="3000" b="0" u="none" strike="noStrike">
                <a:solidFill>
                  <a:srgbClr val="050e17"/>
                </a:solidFill>
                <a:effectLst/>
                <a:uFillTx/>
                <a:latin typeface="-apple-system"/>
              </a:rPr>
              <a:t>In sintesi, per compilare ed eseguire un programma Java in Eclipse, è sufficiente creare un nuovo progetto Java, creare una nuova classe Java, scrivere il codice del programma all'interno del metodo "main", e selezionare "Run As" -&gt; "Java Application" per eseguire il programma. Eclipse compilerà automaticamente il tuo programma e lo eseguirà nella console.</a:t>
            </a:r>
            <a:endParaRPr lang="it-IT" sz="3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9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619" name="Picture 2" descr="Java Logo, symbol, meaning, history, PNG, brand"/>
          <p:cNvPicPr/>
          <p:nvPr/>
        </p:nvPicPr>
        <p:blipFill>
          <a:blip r:embed="rId1"/>
          <a:stretch/>
        </p:blipFill>
        <p:spPr>
          <a:xfrm>
            <a:off x="10632600" y="0"/>
            <a:ext cx="1420560" cy="795240"/>
          </a:xfrm>
          <a:prstGeom prst="rect">
            <a:avLst/>
          </a:prstGeom>
          <a:noFill/>
          <a:ln w="0">
            <a:noFill/>
          </a:ln>
        </p:spPr>
      </p:pic>
      <p:sp>
        <p:nvSpPr>
          <p:cNvPr id="620" name="CasellaDiTesto 2"/>
          <p:cNvSpPr/>
          <p:nvPr/>
        </p:nvSpPr>
        <p:spPr>
          <a:xfrm>
            <a:off x="281880" y="421920"/>
            <a:ext cx="3114000" cy="373320"/>
          </a:xfrm>
          <a:prstGeom prst="rect">
            <a:avLst/>
          </a:prstGeom>
          <a:solidFill>
            <a:schemeClr val="accent2">
              <a:lumMod val="40000"/>
              <a:lumOff val="60000"/>
            </a:schemeClr>
          </a:solidFill>
          <a:ln w="0">
            <a:noFill/>
          </a:ln>
        </p:spPr>
        <p:style>
          <a:lnRef idx="0"/>
          <a:fillRef idx="0"/>
          <a:effectRef idx="0"/>
          <a:fontRef idx="minor"/>
        </p:style>
        <p:txBody>
          <a:bodyPr lIns="90000" rIns="90000" tIns="45000" bIns="45000" anchor="t">
            <a:spAutoFit/>
          </a:bodyPr>
          <a:p>
            <a:pPr algn="just" defTabSz="914400">
              <a:lnSpc>
                <a:spcPct val="107000"/>
              </a:lnSpc>
              <a:spcAft>
                <a:spcPts val="799"/>
              </a:spcAft>
              <a:tabLst>
                <a:tab algn="l" pos="678240"/>
              </a:tabLst>
            </a:pPr>
            <a:r>
              <a:rPr lang="it-IT" sz="1800" b="1" u="none" strike="noStrike">
                <a:solidFill>
                  <a:srgbClr val="050e17"/>
                </a:solidFill>
                <a:effectLst/>
                <a:uFillTx/>
                <a:latin typeface="-apple-system"/>
              </a:rPr>
              <a:t>Eseguiamo il programma</a:t>
            </a:r>
            <a:endParaRPr lang="it-IT" sz="1800" b="0" u="none" strike="noStrike">
              <a:solidFill>
                <a:srgbClr val="000000"/>
              </a:solidFill>
              <a:effectLst/>
              <a:uFillTx/>
              <a:latin typeface="Arial"/>
            </a:endParaRPr>
          </a:p>
        </p:txBody>
      </p:sp>
      <p:sp>
        <p:nvSpPr>
          <p:cNvPr id="621" name="CasellaDiTesto 3"/>
          <p:cNvSpPr/>
          <p:nvPr/>
        </p:nvSpPr>
        <p:spPr>
          <a:xfrm>
            <a:off x="3702240" y="795600"/>
            <a:ext cx="8350920" cy="369000"/>
          </a:xfrm>
          <a:prstGeom prst="rect">
            <a:avLst/>
          </a:prstGeom>
          <a:solidFill>
            <a:schemeClr val="accent4">
              <a:lumMod val="40000"/>
              <a:lumOff val="60000"/>
            </a:schemeClr>
          </a:solidFill>
          <a:ln w="0">
            <a:noFill/>
          </a:ln>
        </p:spPr>
        <p:style>
          <a:lnRef idx="0"/>
          <a:fillRef idx="0"/>
          <a:effectRef idx="0"/>
          <a:fontRef idx="minor"/>
        </p:style>
        <p:txBody>
          <a:bodyPr lIns="90000" rIns="90000" tIns="45000" bIns="45000" anchor="t">
            <a:spAutoFit/>
          </a:bodyPr>
          <a:p>
            <a:pPr defTabSz="914400">
              <a:lnSpc>
                <a:spcPct val="100000"/>
              </a:lnSpc>
            </a:pPr>
            <a:r>
              <a:rPr lang="it-IT" sz="1800" b="0" u="none" strike="noStrike">
                <a:solidFill>
                  <a:srgbClr val="050e17"/>
                </a:solidFill>
                <a:effectLst/>
                <a:uFillTx/>
                <a:latin typeface="-apple-system"/>
              </a:rPr>
              <a:t>L’ambiente integrato di IntelliJ IDEA</a:t>
            </a:r>
            <a:endParaRPr lang="it-IT" sz="1800" b="0" u="none" strike="noStrike">
              <a:solidFill>
                <a:srgbClr val="000000"/>
              </a:solidFill>
              <a:effectLst/>
              <a:uFillTx/>
              <a:latin typeface="Arial"/>
            </a:endParaRPr>
          </a:p>
        </p:txBody>
      </p:sp>
      <p:sp>
        <p:nvSpPr>
          <p:cNvPr id="622" name="CasellaDiTesto 7"/>
          <p:cNvSpPr/>
          <p:nvPr/>
        </p:nvSpPr>
        <p:spPr>
          <a:xfrm>
            <a:off x="281880" y="932040"/>
            <a:ext cx="3114000" cy="671400"/>
          </a:xfrm>
          <a:prstGeom prst="rect">
            <a:avLst/>
          </a:prstGeom>
          <a:solidFill>
            <a:schemeClr val="accent1">
              <a:lumMod val="40000"/>
              <a:lumOff val="60000"/>
            </a:schemeClr>
          </a:solidFill>
          <a:ln w="0">
            <a:noFill/>
          </a:ln>
        </p:spPr>
        <p:style>
          <a:lnRef idx="0"/>
          <a:fillRef idx="0"/>
          <a:effectRef idx="0"/>
          <a:fontRef idx="minor"/>
        </p:style>
        <p:txBody>
          <a:bodyPr lIns="90000" rIns="90000" tIns="45000" bIns="45000" anchor="t">
            <a:spAutoFit/>
          </a:bodyPr>
          <a:p>
            <a:pPr algn="just" defTabSz="914400">
              <a:lnSpc>
                <a:spcPct val="107000"/>
              </a:lnSpc>
              <a:spcAft>
                <a:spcPts val="799"/>
              </a:spcAft>
              <a:tabLst>
                <a:tab algn="l" pos="678240"/>
              </a:tabLst>
            </a:pPr>
            <a:r>
              <a:rPr lang="it-IT" sz="1800" b="1" u="none" strike="noStrike">
                <a:solidFill>
                  <a:srgbClr val="050e17"/>
                </a:solidFill>
                <a:effectLst/>
                <a:uFillTx/>
                <a:latin typeface="-apple-system"/>
              </a:rPr>
              <a:t>Dal codice JAVA al file class compilato</a:t>
            </a:r>
            <a:endParaRPr lang="it-IT" sz="1800" b="0" u="none" strike="noStrike">
              <a:solidFill>
                <a:srgbClr val="000000"/>
              </a:solidFill>
              <a:effectLst/>
              <a:uFillTx/>
              <a:latin typeface="Arial"/>
            </a:endParaRPr>
          </a:p>
        </p:txBody>
      </p:sp>
      <p:sp>
        <p:nvSpPr>
          <p:cNvPr id="623" name="CasellaDiTesto 10"/>
          <p:cNvSpPr/>
          <p:nvPr/>
        </p:nvSpPr>
        <p:spPr>
          <a:xfrm>
            <a:off x="3705480" y="381960"/>
            <a:ext cx="6094080" cy="36900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lang="it-IT" sz="1800" b="1" u="none" strike="noStrike">
                <a:solidFill>
                  <a:schemeClr val="dk1"/>
                </a:solidFill>
                <a:effectLst/>
                <a:uFillTx/>
                <a:latin typeface="Calibri"/>
              </a:rPr>
              <a:t>La compilazione ed esecuzione da IntelliJ IDEA</a:t>
            </a:r>
            <a:endParaRPr lang="it-IT"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9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624" name="Picture 2" descr="Java Logo, symbol, meaning, history, PNG, brand"/>
          <p:cNvPicPr/>
          <p:nvPr/>
        </p:nvPicPr>
        <p:blipFill>
          <a:blip r:embed="rId1"/>
          <a:stretch/>
        </p:blipFill>
        <p:spPr>
          <a:xfrm>
            <a:off x="10632600" y="0"/>
            <a:ext cx="1420560" cy="795240"/>
          </a:xfrm>
          <a:prstGeom prst="rect">
            <a:avLst/>
          </a:prstGeom>
          <a:noFill/>
          <a:ln w="0">
            <a:noFill/>
          </a:ln>
        </p:spPr>
      </p:pic>
      <p:sp>
        <p:nvSpPr>
          <p:cNvPr id="625" name="CasellaDiTesto 2"/>
          <p:cNvSpPr/>
          <p:nvPr/>
        </p:nvSpPr>
        <p:spPr>
          <a:xfrm>
            <a:off x="281880" y="421920"/>
            <a:ext cx="3114000" cy="373320"/>
          </a:xfrm>
          <a:prstGeom prst="rect">
            <a:avLst/>
          </a:prstGeom>
          <a:solidFill>
            <a:schemeClr val="accent2">
              <a:lumMod val="40000"/>
              <a:lumOff val="60000"/>
            </a:schemeClr>
          </a:solidFill>
          <a:ln w="0">
            <a:noFill/>
          </a:ln>
        </p:spPr>
        <p:style>
          <a:lnRef idx="0"/>
          <a:fillRef idx="0"/>
          <a:effectRef idx="0"/>
          <a:fontRef idx="minor"/>
        </p:style>
        <p:txBody>
          <a:bodyPr lIns="90000" rIns="90000" tIns="45000" bIns="45000" anchor="t">
            <a:spAutoFit/>
          </a:bodyPr>
          <a:p>
            <a:pPr algn="just" defTabSz="914400">
              <a:lnSpc>
                <a:spcPct val="107000"/>
              </a:lnSpc>
              <a:spcAft>
                <a:spcPts val="799"/>
              </a:spcAft>
              <a:tabLst>
                <a:tab algn="l" pos="678240"/>
              </a:tabLst>
            </a:pPr>
            <a:r>
              <a:rPr lang="it-IT" sz="1800" b="1" u="none" strike="noStrike">
                <a:solidFill>
                  <a:srgbClr val="050e17"/>
                </a:solidFill>
                <a:effectLst/>
                <a:uFillTx/>
                <a:latin typeface="-apple-system"/>
              </a:rPr>
              <a:t>Eseguiamo il programma</a:t>
            </a:r>
            <a:endParaRPr lang="it-IT" sz="1800" b="0" u="none" strike="noStrike">
              <a:solidFill>
                <a:srgbClr val="000000"/>
              </a:solidFill>
              <a:effectLst/>
              <a:uFillTx/>
              <a:latin typeface="Arial"/>
            </a:endParaRPr>
          </a:p>
        </p:txBody>
      </p:sp>
      <p:sp>
        <p:nvSpPr>
          <p:cNvPr id="626" name="CasellaDiTesto 3"/>
          <p:cNvSpPr/>
          <p:nvPr/>
        </p:nvSpPr>
        <p:spPr>
          <a:xfrm>
            <a:off x="3702240" y="795600"/>
            <a:ext cx="8350920" cy="369000"/>
          </a:xfrm>
          <a:prstGeom prst="rect">
            <a:avLst/>
          </a:prstGeom>
          <a:solidFill>
            <a:schemeClr val="accent4">
              <a:lumMod val="40000"/>
              <a:lumOff val="60000"/>
            </a:schemeClr>
          </a:solidFill>
          <a:ln w="0">
            <a:noFill/>
          </a:ln>
        </p:spPr>
        <p:style>
          <a:lnRef idx="0"/>
          <a:fillRef idx="0"/>
          <a:effectRef idx="0"/>
          <a:fontRef idx="minor"/>
        </p:style>
        <p:txBody>
          <a:bodyPr lIns="90000" rIns="90000" tIns="45000" bIns="45000" anchor="t">
            <a:spAutoFit/>
          </a:bodyPr>
          <a:p>
            <a:pPr defTabSz="914400">
              <a:lnSpc>
                <a:spcPct val="100000"/>
              </a:lnSpc>
            </a:pPr>
            <a:r>
              <a:rPr lang="it-IT" sz="1800" b="0" u="none" strike="noStrike">
                <a:solidFill>
                  <a:srgbClr val="050e17"/>
                </a:solidFill>
                <a:effectLst/>
                <a:uFillTx/>
                <a:latin typeface="-apple-system"/>
              </a:rPr>
              <a:t>L’ambiente integrato di IntelliJ IDEA</a:t>
            </a:r>
            <a:endParaRPr lang="it-IT" sz="1800" b="0" u="none" strike="noStrike">
              <a:solidFill>
                <a:srgbClr val="000000"/>
              </a:solidFill>
              <a:effectLst/>
              <a:uFillTx/>
              <a:latin typeface="Arial"/>
            </a:endParaRPr>
          </a:p>
        </p:txBody>
      </p:sp>
      <p:sp>
        <p:nvSpPr>
          <p:cNvPr id="627" name="CasellaDiTesto 7"/>
          <p:cNvSpPr/>
          <p:nvPr/>
        </p:nvSpPr>
        <p:spPr>
          <a:xfrm>
            <a:off x="281880" y="932040"/>
            <a:ext cx="3114000" cy="671400"/>
          </a:xfrm>
          <a:prstGeom prst="rect">
            <a:avLst/>
          </a:prstGeom>
          <a:solidFill>
            <a:schemeClr val="accent1">
              <a:lumMod val="40000"/>
              <a:lumOff val="60000"/>
            </a:schemeClr>
          </a:solidFill>
          <a:ln w="0">
            <a:noFill/>
          </a:ln>
        </p:spPr>
        <p:style>
          <a:lnRef idx="0"/>
          <a:fillRef idx="0"/>
          <a:effectRef idx="0"/>
          <a:fontRef idx="minor"/>
        </p:style>
        <p:txBody>
          <a:bodyPr lIns="90000" rIns="90000" tIns="45000" bIns="45000" anchor="t">
            <a:spAutoFit/>
          </a:bodyPr>
          <a:p>
            <a:pPr algn="just" defTabSz="914400">
              <a:lnSpc>
                <a:spcPct val="107000"/>
              </a:lnSpc>
              <a:spcAft>
                <a:spcPts val="799"/>
              </a:spcAft>
              <a:tabLst>
                <a:tab algn="l" pos="678240"/>
              </a:tabLst>
            </a:pPr>
            <a:r>
              <a:rPr lang="it-IT" sz="1800" b="1" u="none" strike="noStrike">
                <a:solidFill>
                  <a:srgbClr val="050e17"/>
                </a:solidFill>
                <a:effectLst/>
                <a:uFillTx/>
                <a:latin typeface="-apple-system"/>
              </a:rPr>
              <a:t>Dal codice JAVA al file class compilato</a:t>
            </a:r>
            <a:endParaRPr lang="it-IT" sz="1800" b="0" u="none" strike="noStrike">
              <a:solidFill>
                <a:srgbClr val="000000"/>
              </a:solidFill>
              <a:effectLst/>
              <a:uFillTx/>
              <a:latin typeface="Arial"/>
            </a:endParaRPr>
          </a:p>
        </p:txBody>
      </p:sp>
      <p:sp>
        <p:nvSpPr>
          <p:cNvPr id="628" name="CasellaDiTesto 10"/>
          <p:cNvSpPr/>
          <p:nvPr/>
        </p:nvSpPr>
        <p:spPr>
          <a:xfrm>
            <a:off x="3705480" y="381960"/>
            <a:ext cx="6094080" cy="36900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lang="it-IT" sz="1800" b="1" u="none" strike="noStrike">
                <a:solidFill>
                  <a:schemeClr val="dk1"/>
                </a:solidFill>
                <a:effectLst/>
                <a:uFillTx/>
                <a:latin typeface="Calibri"/>
              </a:rPr>
              <a:t>La compilazione ed esecuzione da IntelliJ IDEA</a:t>
            </a:r>
            <a:endParaRPr lang="it-IT" sz="1800" b="0" u="none" strike="noStrike">
              <a:solidFill>
                <a:srgbClr val="000000"/>
              </a:solidFill>
              <a:effectLst/>
              <a:uFillTx/>
              <a:latin typeface="Arial"/>
            </a:endParaRPr>
          </a:p>
        </p:txBody>
      </p:sp>
      <p:sp>
        <p:nvSpPr>
          <p:cNvPr id="629" name="CasellaDiTesto 4"/>
          <p:cNvSpPr/>
          <p:nvPr/>
        </p:nvSpPr>
        <p:spPr>
          <a:xfrm>
            <a:off x="3702240" y="1278000"/>
            <a:ext cx="6094080" cy="92304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lang="it-IT" sz="1800" b="0" u="none" strike="noStrike">
                <a:solidFill>
                  <a:srgbClr val="050e17"/>
                </a:solidFill>
                <a:effectLst/>
                <a:uFillTx/>
                <a:latin typeface="-apple-system"/>
              </a:rPr>
              <a:t>IntelliJ IDEA è un altro ambiente di sviluppo integrato (IDE) per la programmazione in Java che semplifica la compilazione ed esecuzione di programmi Java. </a:t>
            </a:r>
            <a:endParaRPr lang="it-IT"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9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630" name="Picture 2" descr="Java Logo, symbol, meaning, history, PNG, brand"/>
          <p:cNvPicPr/>
          <p:nvPr/>
        </p:nvPicPr>
        <p:blipFill>
          <a:blip r:embed="rId1"/>
          <a:stretch/>
        </p:blipFill>
        <p:spPr>
          <a:xfrm>
            <a:off x="10632600" y="0"/>
            <a:ext cx="1420560" cy="795240"/>
          </a:xfrm>
          <a:prstGeom prst="rect">
            <a:avLst/>
          </a:prstGeom>
          <a:noFill/>
          <a:ln w="0">
            <a:noFill/>
          </a:ln>
        </p:spPr>
      </p:pic>
      <p:sp>
        <p:nvSpPr>
          <p:cNvPr id="631" name="CasellaDiTesto 2"/>
          <p:cNvSpPr/>
          <p:nvPr/>
        </p:nvSpPr>
        <p:spPr>
          <a:xfrm>
            <a:off x="281880" y="421920"/>
            <a:ext cx="3114000" cy="373320"/>
          </a:xfrm>
          <a:prstGeom prst="rect">
            <a:avLst/>
          </a:prstGeom>
          <a:solidFill>
            <a:schemeClr val="accent2">
              <a:lumMod val="40000"/>
              <a:lumOff val="60000"/>
            </a:schemeClr>
          </a:solidFill>
          <a:ln w="0">
            <a:noFill/>
          </a:ln>
        </p:spPr>
        <p:style>
          <a:lnRef idx="0"/>
          <a:fillRef idx="0"/>
          <a:effectRef idx="0"/>
          <a:fontRef idx="minor"/>
        </p:style>
        <p:txBody>
          <a:bodyPr lIns="90000" rIns="90000" tIns="45000" bIns="45000" anchor="t">
            <a:spAutoFit/>
          </a:bodyPr>
          <a:p>
            <a:pPr algn="just" defTabSz="914400">
              <a:lnSpc>
                <a:spcPct val="107000"/>
              </a:lnSpc>
              <a:spcAft>
                <a:spcPts val="799"/>
              </a:spcAft>
              <a:tabLst>
                <a:tab algn="l" pos="678240"/>
              </a:tabLst>
            </a:pPr>
            <a:r>
              <a:rPr lang="it-IT" sz="1800" b="1" u="none" strike="noStrike">
                <a:solidFill>
                  <a:srgbClr val="050e17"/>
                </a:solidFill>
                <a:effectLst/>
                <a:uFillTx/>
                <a:latin typeface="-apple-system"/>
              </a:rPr>
              <a:t>Eseguiamo il programma</a:t>
            </a:r>
            <a:endParaRPr lang="it-IT" sz="1800" b="0" u="none" strike="noStrike">
              <a:solidFill>
                <a:srgbClr val="000000"/>
              </a:solidFill>
              <a:effectLst/>
              <a:uFillTx/>
              <a:latin typeface="Arial"/>
            </a:endParaRPr>
          </a:p>
        </p:txBody>
      </p:sp>
      <p:sp>
        <p:nvSpPr>
          <p:cNvPr id="632" name="CasellaDiTesto 3"/>
          <p:cNvSpPr/>
          <p:nvPr/>
        </p:nvSpPr>
        <p:spPr>
          <a:xfrm>
            <a:off x="3702240" y="795600"/>
            <a:ext cx="8350920" cy="369000"/>
          </a:xfrm>
          <a:prstGeom prst="rect">
            <a:avLst/>
          </a:prstGeom>
          <a:solidFill>
            <a:schemeClr val="accent4">
              <a:lumMod val="40000"/>
              <a:lumOff val="60000"/>
            </a:schemeClr>
          </a:solidFill>
          <a:ln w="0">
            <a:noFill/>
          </a:ln>
        </p:spPr>
        <p:style>
          <a:lnRef idx="0"/>
          <a:fillRef idx="0"/>
          <a:effectRef idx="0"/>
          <a:fontRef idx="minor"/>
        </p:style>
        <p:txBody>
          <a:bodyPr lIns="90000" rIns="90000" tIns="45000" bIns="45000" anchor="t">
            <a:spAutoFit/>
          </a:bodyPr>
          <a:p>
            <a:pPr defTabSz="914400">
              <a:lnSpc>
                <a:spcPct val="100000"/>
              </a:lnSpc>
            </a:pPr>
            <a:r>
              <a:rPr lang="it-IT" sz="1800" b="0" u="none" strike="noStrike">
                <a:solidFill>
                  <a:srgbClr val="050e17"/>
                </a:solidFill>
                <a:effectLst/>
                <a:uFillTx/>
                <a:latin typeface="-apple-system"/>
              </a:rPr>
              <a:t>L’ambiente integrato di IntelliJ IDEA</a:t>
            </a:r>
            <a:endParaRPr lang="it-IT" sz="1800" b="0" u="none" strike="noStrike">
              <a:solidFill>
                <a:srgbClr val="000000"/>
              </a:solidFill>
              <a:effectLst/>
              <a:uFillTx/>
              <a:latin typeface="Arial"/>
            </a:endParaRPr>
          </a:p>
        </p:txBody>
      </p:sp>
      <p:sp>
        <p:nvSpPr>
          <p:cNvPr id="633" name="CasellaDiTesto 7"/>
          <p:cNvSpPr/>
          <p:nvPr/>
        </p:nvSpPr>
        <p:spPr>
          <a:xfrm>
            <a:off x="281880" y="932040"/>
            <a:ext cx="3114000" cy="671400"/>
          </a:xfrm>
          <a:prstGeom prst="rect">
            <a:avLst/>
          </a:prstGeom>
          <a:solidFill>
            <a:schemeClr val="accent1">
              <a:lumMod val="40000"/>
              <a:lumOff val="60000"/>
            </a:schemeClr>
          </a:solidFill>
          <a:ln w="0">
            <a:noFill/>
          </a:ln>
        </p:spPr>
        <p:style>
          <a:lnRef idx="0"/>
          <a:fillRef idx="0"/>
          <a:effectRef idx="0"/>
          <a:fontRef idx="minor"/>
        </p:style>
        <p:txBody>
          <a:bodyPr lIns="90000" rIns="90000" tIns="45000" bIns="45000" anchor="t">
            <a:spAutoFit/>
          </a:bodyPr>
          <a:p>
            <a:pPr algn="just" defTabSz="914400">
              <a:lnSpc>
                <a:spcPct val="107000"/>
              </a:lnSpc>
              <a:spcAft>
                <a:spcPts val="799"/>
              </a:spcAft>
              <a:tabLst>
                <a:tab algn="l" pos="678240"/>
              </a:tabLst>
            </a:pPr>
            <a:r>
              <a:rPr lang="it-IT" sz="1800" b="1" u="none" strike="noStrike">
                <a:solidFill>
                  <a:srgbClr val="050e17"/>
                </a:solidFill>
                <a:effectLst/>
                <a:uFillTx/>
                <a:latin typeface="-apple-system"/>
              </a:rPr>
              <a:t>Dal codice JAVA al file class compilato</a:t>
            </a:r>
            <a:endParaRPr lang="it-IT" sz="1800" b="0" u="none" strike="noStrike">
              <a:solidFill>
                <a:srgbClr val="000000"/>
              </a:solidFill>
              <a:effectLst/>
              <a:uFillTx/>
              <a:latin typeface="Arial"/>
            </a:endParaRPr>
          </a:p>
        </p:txBody>
      </p:sp>
      <p:sp>
        <p:nvSpPr>
          <p:cNvPr id="634" name="CasellaDiTesto 10"/>
          <p:cNvSpPr/>
          <p:nvPr/>
        </p:nvSpPr>
        <p:spPr>
          <a:xfrm>
            <a:off x="3705480" y="381960"/>
            <a:ext cx="6094080" cy="36900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lang="it-IT" sz="1800" b="1" u="none" strike="noStrike">
                <a:solidFill>
                  <a:schemeClr val="dk1"/>
                </a:solidFill>
                <a:effectLst/>
                <a:uFillTx/>
                <a:latin typeface="Calibri"/>
              </a:rPr>
              <a:t>La compilazione ed esecuzione da IntelliJ IDEA</a:t>
            </a:r>
            <a:endParaRPr lang="it-IT" sz="1800" b="0" u="none" strike="noStrike">
              <a:solidFill>
                <a:srgbClr val="000000"/>
              </a:solidFill>
              <a:effectLst/>
              <a:uFillTx/>
              <a:latin typeface="Arial"/>
            </a:endParaRPr>
          </a:p>
        </p:txBody>
      </p:sp>
      <p:sp>
        <p:nvSpPr>
          <p:cNvPr id="635" name="CasellaDiTesto 4"/>
          <p:cNvSpPr/>
          <p:nvPr/>
        </p:nvSpPr>
        <p:spPr>
          <a:xfrm>
            <a:off x="3702240" y="1278000"/>
            <a:ext cx="6094080" cy="147708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lang="it-IT" sz="1800" b="0" u="none" strike="noStrike">
                <a:solidFill>
                  <a:srgbClr val="050e17"/>
                </a:solidFill>
                <a:effectLst/>
                <a:uFillTx/>
                <a:latin typeface="-apple-system"/>
              </a:rPr>
              <a:t>IntelliJ IDEA è un altro ambiente di sviluppo integrato (IDE) per la programmazione in Java che semplifica la compilazione ed esecuzione di programmi Java. </a:t>
            </a:r>
            <a:endParaRPr lang="it-IT" sz="1800" b="0" u="none" strike="noStrike">
              <a:solidFill>
                <a:srgbClr val="000000"/>
              </a:solidFill>
              <a:effectLst/>
              <a:uFillTx/>
              <a:latin typeface="Arial"/>
            </a:endParaRPr>
          </a:p>
          <a:p>
            <a:pPr defTabSz="914400">
              <a:lnSpc>
                <a:spcPct val="100000"/>
              </a:lnSpc>
            </a:pPr>
            <a:r>
              <a:rPr lang="it-IT" sz="1800" b="0" u="none" strike="noStrike">
                <a:solidFill>
                  <a:srgbClr val="050e17"/>
                </a:solidFill>
                <a:effectLst/>
                <a:uFillTx/>
                <a:latin typeface="-apple-system"/>
              </a:rPr>
              <a:t>Ecco i passaggi per compilare ed eseguire un programma Java in IntelliJ IDEA :</a:t>
            </a:r>
            <a:endParaRPr lang="it-IT"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9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636" name="Picture 2" descr="Java Logo, symbol, meaning, history, PNG, brand"/>
          <p:cNvPicPr/>
          <p:nvPr/>
        </p:nvPicPr>
        <p:blipFill>
          <a:blip r:embed="rId1"/>
          <a:stretch/>
        </p:blipFill>
        <p:spPr>
          <a:xfrm>
            <a:off x="10632600" y="0"/>
            <a:ext cx="1420560" cy="795240"/>
          </a:xfrm>
          <a:prstGeom prst="rect">
            <a:avLst/>
          </a:prstGeom>
          <a:noFill/>
          <a:ln w="0">
            <a:noFill/>
          </a:ln>
        </p:spPr>
      </p:pic>
      <p:sp>
        <p:nvSpPr>
          <p:cNvPr id="637" name="CasellaDiTesto 2"/>
          <p:cNvSpPr/>
          <p:nvPr/>
        </p:nvSpPr>
        <p:spPr>
          <a:xfrm>
            <a:off x="281880" y="421920"/>
            <a:ext cx="3114000" cy="373320"/>
          </a:xfrm>
          <a:prstGeom prst="rect">
            <a:avLst/>
          </a:prstGeom>
          <a:solidFill>
            <a:schemeClr val="accent2">
              <a:lumMod val="40000"/>
              <a:lumOff val="60000"/>
            </a:schemeClr>
          </a:solidFill>
          <a:ln w="0">
            <a:noFill/>
          </a:ln>
        </p:spPr>
        <p:style>
          <a:lnRef idx="0"/>
          <a:fillRef idx="0"/>
          <a:effectRef idx="0"/>
          <a:fontRef idx="minor"/>
        </p:style>
        <p:txBody>
          <a:bodyPr lIns="90000" rIns="90000" tIns="45000" bIns="45000" anchor="t">
            <a:spAutoFit/>
          </a:bodyPr>
          <a:p>
            <a:pPr algn="just" defTabSz="914400">
              <a:lnSpc>
                <a:spcPct val="107000"/>
              </a:lnSpc>
              <a:spcAft>
                <a:spcPts val="799"/>
              </a:spcAft>
              <a:tabLst>
                <a:tab algn="l" pos="678240"/>
              </a:tabLst>
            </a:pPr>
            <a:r>
              <a:rPr lang="it-IT" sz="1800" b="1" u="none" strike="noStrike">
                <a:solidFill>
                  <a:srgbClr val="050e17"/>
                </a:solidFill>
                <a:effectLst/>
                <a:uFillTx/>
                <a:latin typeface="-apple-system"/>
              </a:rPr>
              <a:t>Eseguiamo il programma</a:t>
            </a:r>
            <a:endParaRPr lang="it-IT" sz="1800" b="0" u="none" strike="noStrike">
              <a:solidFill>
                <a:srgbClr val="000000"/>
              </a:solidFill>
              <a:effectLst/>
              <a:uFillTx/>
              <a:latin typeface="Arial"/>
            </a:endParaRPr>
          </a:p>
        </p:txBody>
      </p:sp>
      <p:sp>
        <p:nvSpPr>
          <p:cNvPr id="638" name="CasellaDiTesto 3"/>
          <p:cNvSpPr/>
          <p:nvPr/>
        </p:nvSpPr>
        <p:spPr>
          <a:xfrm>
            <a:off x="3702240" y="795600"/>
            <a:ext cx="8350920" cy="369000"/>
          </a:xfrm>
          <a:prstGeom prst="rect">
            <a:avLst/>
          </a:prstGeom>
          <a:solidFill>
            <a:schemeClr val="accent4">
              <a:lumMod val="40000"/>
              <a:lumOff val="60000"/>
            </a:schemeClr>
          </a:solidFill>
          <a:ln w="0">
            <a:noFill/>
          </a:ln>
        </p:spPr>
        <p:style>
          <a:lnRef idx="0"/>
          <a:fillRef idx="0"/>
          <a:effectRef idx="0"/>
          <a:fontRef idx="minor"/>
        </p:style>
        <p:txBody>
          <a:bodyPr lIns="90000" rIns="90000" tIns="45000" bIns="45000" anchor="t">
            <a:spAutoFit/>
          </a:bodyPr>
          <a:p>
            <a:pPr defTabSz="914400">
              <a:lnSpc>
                <a:spcPct val="100000"/>
              </a:lnSpc>
            </a:pPr>
            <a:r>
              <a:rPr lang="it-IT" sz="1800" b="0" u="none" strike="noStrike">
                <a:solidFill>
                  <a:srgbClr val="050e17"/>
                </a:solidFill>
                <a:effectLst/>
                <a:uFillTx/>
                <a:latin typeface="-apple-system"/>
              </a:rPr>
              <a:t>L’ambiente integrato di IntelliJ IDEA</a:t>
            </a:r>
            <a:endParaRPr lang="it-IT" sz="1800" b="0" u="none" strike="noStrike">
              <a:solidFill>
                <a:srgbClr val="000000"/>
              </a:solidFill>
              <a:effectLst/>
              <a:uFillTx/>
              <a:latin typeface="Arial"/>
            </a:endParaRPr>
          </a:p>
        </p:txBody>
      </p:sp>
      <p:sp>
        <p:nvSpPr>
          <p:cNvPr id="639" name="CasellaDiTesto 7"/>
          <p:cNvSpPr/>
          <p:nvPr/>
        </p:nvSpPr>
        <p:spPr>
          <a:xfrm>
            <a:off x="281880" y="932040"/>
            <a:ext cx="3114000" cy="671400"/>
          </a:xfrm>
          <a:prstGeom prst="rect">
            <a:avLst/>
          </a:prstGeom>
          <a:solidFill>
            <a:schemeClr val="accent1">
              <a:lumMod val="40000"/>
              <a:lumOff val="60000"/>
            </a:schemeClr>
          </a:solidFill>
          <a:ln w="0">
            <a:noFill/>
          </a:ln>
        </p:spPr>
        <p:style>
          <a:lnRef idx="0"/>
          <a:fillRef idx="0"/>
          <a:effectRef idx="0"/>
          <a:fontRef idx="minor"/>
        </p:style>
        <p:txBody>
          <a:bodyPr lIns="90000" rIns="90000" tIns="45000" bIns="45000" anchor="t">
            <a:spAutoFit/>
          </a:bodyPr>
          <a:p>
            <a:pPr algn="just" defTabSz="914400">
              <a:lnSpc>
                <a:spcPct val="107000"/>
              </a:lnSpc>
              <a:spcAft>
                <a:spcPts val="799"/>
              </a:spcAft>
              <a:tabLst>
                <a:tab algn="l" pos="678240"/>
              </a:tabLst>
            </a:pPr>
            <a:r>
              <a:rPr lang="it-IT" sz="1800" b="1" u="none" strike="noStrike">
                <a:solidFill>
                  <a:srgbClr val="050e17"/>
                </a:solidFill>
                <a:effectLst/>
                <a:uFillTx/>
                <a:latin typeface="-apple-system"/>
              </a:rPr>
              <a:t>Dal codice JAVA al file class compilato</a:t>
            </a:r>
            <a:endParaRPr lang="it-IT" sz="1800" b="0" u="none" strike="noStrike">
              <a:solidFill>
                <a:srgbClr val="000000"/>
              </a:solidFill>
              <a:effectLst/>
              <a:uFillTx/>
              <a:latin typeface="Arial"/>
            </a:endParaRPr>
          </a:p>
        </p:txBody>
      </p:sp>
      <p:sp>
        <p:nvSpPr>
          <p:cNvPr id="640" name="CasellaDiTesto 10"/>
          <p:cNvSpPr/>
          <p:nvPr/>
        </p:nvSpPr>
        <p:spPr>
          <a:xfrm>
            <a:off x="3705480" y="381960"/>
            <a:ext cx="6094080" cy="36900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lang="it-IT" sz="1800" b="1" u="none" strike="noStrike">
                <a:solidFill>
                  <a:schemeClr val="dk1"/>
                </a:solidFill>
                <a:effectLst/>
                <a:uFillTx/>
                <a:latin typeface="Calibri"/>
              </a:rPr>
              <a:t>La compilazione ed esecuzione da IntelliJ IDEA</a:t>
            </a:r>
            <a:endParaRPr lang="it-IT" sz="1800" b="0" u="none" strike="noStrike">
              <a:solidFill>
                <a:srgbClr val="000000"/>
              </a:solidFill>
              <a:effectLst/>
              <a:uFillTx/>
              <a:latin typeface="Arial"/>
            </a:endParaRPr>
          </a:p>
        </p:txBody>
      </p:sp>
      <p:sp>
        <p:nvSpPr>
          <p:cNvPr id="641" name="CasellaDiTesto 4"/>
          <p:cNvSpPr/>
          <p:nvPr/>
        </p:nvSpPr>
        <p:spPr>
          <a:xfrm>
            <a:off x="3702240" y="1278000"/>
            <a:ext cx="6094080" cy="147708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lang="it-IT" sz="1800" b="0" u="none" strike="noStrike">
                <a:solidFill>
                  <a:srgbClr val="050e17"/>
                </a:solidFill>
                <a:effectLst/>
                <a:uFillTx/>
                <a:latin typeface="-apple-system"/>
              </a:rPr>
              <a:t>IntelliJ IDEA è un altro ambiente di sviluppo integrato (IDE) per la programmazione in Java che semplifica la compilazione ed esecuzione di programmi Java. </a:t>
            </a:r>
            <a:endParaRPr lang="it-IT" sz="1800" b="0" u="none" strike="noStrike">
              <a:solidFill>
                <a:srgbClr val="000000"/>
              </a:solidFill>
              <a:effectLst/>
              <a:uFillTx/>
              <a:latin typeface="Arial"/>
            </a:endParaRPr>
          </a:p>
          <a:p>
            <a:pPr defTabSz="914400">
              <a:lnSpc>
                <a:spcPct val="100000"/>
              </a:lnSpc>
            </a:pPr>
            <a:r>
              <a:rPr lang="it-IT" sz="1800" b="0" u="none" strike="noStrike">
                <a:solidFill>
                  <a:srgbClr val="050e17"/>
                </a:solidFill>
                <a:effectLst/>
                <a:uFillTx/>
                <a:latin typeface="-apple-system"/>
              </a:rPr>
              <a:t>Ecco i passaggi per compilare ed eseguire un programma Java in IntelliJ IDEA :</a:t>
            </a:r>
            <a:endParaRPr lang="it-IT" sz="1800" b="0" u="none" strike="noStrike">
              <a:solidFill>
                <a:srgbClr val="000000"/>
              </a:solidFill>
              <a:effectLst/>
              <a:uFillTx/>
              <a:latin typeface="Arial"/>
            </a:endParaRPr>
          </a:p>
        </p:txBody>
      </p:sp>
      <p:sp>
        <p:nvSpPr>
          <p:cNvPr id="642" name="CasellaDiTesto 8"/>
          <p:cNvSpPr/>
          <p:nvPr/>
        </p:nvSpPr>
        <p:spPr>
          <a:xfrm>
            <a:off x="281880" y="3137760"/>
            <a:ext cx="11613600" cy="1199880"/>
          </a:xfrm>
          <a:prstGeom prst="rect">
            <a:avLst/>
          </a:prstGeom>
          <a:solidFill>
            <a:schemeClr val="accent4">
              <a:lumMod val="40000"/>
              <a:lumOff val="60000"/>
            </a:schemeClr>
          </a:solidFill>
          <a:ln w="0">
            <a:noFill/>
          </a:ln>
        </p:spPr>
        <p:style>
          <a:lnRef idx="0"/>
          <a:fillRef idx="0"/>
          <a:effectRef idx="0"/>
          <a:fontRef idx="minor"/>
        </p:style>
        <p:txBody>
          <a:bodyPr lIns="90000" rIns="90000" tIns="45000" bIns="45000" anchor="t">
            <a:spAutoFit/>
          </a:bodyPr>
          <a:p>
            <a:pPr defTabSz="914400">
              <a:lnSpc>
                <a:spcPct val="100000"/>
              </a:lnSpc>
            </a:pPr>
            <a:r>
              <a:rPr lang="it-IT" sz="1800" b="0" u="none" strike="noStrike">
                <a:solidFill>
                  <a:srgbClr val="050e17"/>
                </a:solidFill>
                <a:effectLst/>
                <a:uFillTx/>
                <a:latin typeface="-apple-system"/>
              </a:rPr>
              <a:t>Una volta realizzato il programma</a:t>
            </a:r>
            <a:endParaRPr lang="it-IT" sz="1800" b="0" u="none" strike="noStrike">
              <a:solidFill>
                <a:srgbClr val="000000"/>
              </a:solidFill>
              <a:effectLst/>
              <a:uFillTx/>
              <a:latin typeface="Arial"/>
            </a:endParaRPr>
          </a:p>
          <a:p>
            <a:pPr marL="343080" indent="-343080" defTabSz="914400">
              <a:lnSpc>
                <a:spcPct val="100000"/>
              </a:lnSpc>
              <a:buClr>
                <a:srgbClr val="050e17"/>
              </a:buClr>
              <a:buFont typeface="OpenSymbol"/>
              <a:buAutoNum type="arabicPeriod"/>
            </a:pPr>
            <a:r>
              <a:rPr lang="it-IT" sz="1800" b="0" u="none" strike="noStrike">
                <a:solidFill>
                  <a:srgbClr val="050e17"/>
                </a:solidFill>
                <a:effectLst/>
                <a:uFillTx/>
                <a:latin typeface="-apple-system"/>
              </a:rPr>
              <a:t>Per compilare il programma, fai clic con il tasto destro del mouse sulla classe Java e seleziona "Run 'HelloWorld.main()'". IntelliJ IDEA compilerà automaticamente il tuo programma e lo eseguirà sulla console.</a:t>
            </a:r>
            <a:endParaRPr lang="it-IT" sz="1800" b="0" u="none" strike="noStrike">
              <a:solidFill>
                <a:srgbClr val="000000"/>
              </a:solidFill>
              <a:effectLst/>
              <a:uFillTx/>
              <a:latin typeface="Arial"/>
            </a:endParaRPr>
          </a:p>
          <a:p>
            <a:pPr defTabSz="914400">
              <a:lnSpc>
                <a:spcPct val="100000"/>
              </a:lnSpc>
            </a:pPr>
            <a:endParaRPr lang="it-IT"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9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643" name="Picture 2" descr="Java Logo, symbol, meaning, history, PNG, brand"/>
          <p:cNvPicPr/>
          <p:nvPr/>
        </p:nvPicPr>
        <p:blipFill>
          <a:blip r:embed="rId1"/>
          <a:stretch/>
        </p:blipFill>
        <p:spPr>
          <a:xfrm>
            <a:off x="10632600" y="0"/>
            <a:ext cx="1420560" cy="795240"/>
          </a:xfrm>
          <a:prstGeom prst="rect">
            <a:avLst/>
          </a:prstGeom>
          <a:noFill/>
          <a:ln w="0">
            <a:noFill/>
          </a:ln>
        </p:spPr>
      </p:pic>
      <p:sp>
        <p:nvSpPr>
          <p:cNvPr id="644" name="CasellaDiTesto 2"/>
          <p:cNvSpPr/>
          <p:nvPr/>
        </p:nvSpPr>
        <p:spPr>
          <a:xfrm>
            <a:off x="281880" y="421920"/>
            <a:ext cx="3114000" cy="373320"/>
          </a:xfrm>
          <a:prstGeom prst="rect">
            <a:avLst/>
          </a:prstGeom>
          <a:solidFill>
            <a:schemeClr val="accent2">
              <a:lumMod val="40000"/>
              <a:lumOff val="60000"/>
            </a:schemeClr>
          </a:solidFill>
          <a:ln w="0">
            <a:noFill/>
          </a:ln>
        </p:spPr>
        <p:style>
          <a:lnRef idx="0"/>
          <a:fillRef idx="0"/>
          <a:effectRef idx="0"/>
          <a:fontRef idx="minor"/>
        </p:style>
        <p:txBody>
          <a:bodyPr lIns="90000" rIns="90000" tIns="45000" bIns="45000" anchor="t">
            <a:spAutoFit/>
          </a:bodyPr>
          <a:p>
            <a:pPr algn="just" defTabSz="914400">
              <a:lnSpc>
                <a:spcPct val="107000"/>
              </a:lnSpc>
              <a:spcAft>
                <a:spcPts val="799"/>
              </a:spcAft>
              <a:tabLst>
                <a:tab algn="l" pos="678240"/>
              </a:tabLst>
            </a:pPr>
            <a:r>
              <a:rPr lang="it-IT" sz="1800" b="1" u="none" strike="noStrike">
                <a:solidFill>
                  <a:srgbClr val="050e17"/>
                </a:solidFill>
                <a:effectLst/>
                <a:uFillTx/>
                <a:latin typeface="-apple-system"/>
              </a:rPr>
              <a:t>Eseguiamo il programma</a:t>
            </a:r>
            <a:endParaRPr lang="it-IT" sz="1800" b="0" u="none" strike="noStrike">
              <a:solidFill>
                <a:srgbClr val="000000"/>
              </a:solidFill>
              <a:effectLst/>
              <a:uFillTx/>
              <a:latin typeface="Arial"/>
            </a:endParaRPr>
          </a:p>
        </p:txBody>
      </p:sp>
      <p:sp>
        <p:nvSpPr>
          <p:cNvPr id="645" name="CasellaDiTesto 3"/>
          <p:cNvSpPr/>
          <p:nvPr/>
        </p:nvSpPr>
        <p:spPr>
          <a:xfrm>
            <a:off x="3702240" y="795600"/>
            <a:ext cx="8350920" cy="369000"/>
          </a:xfrm>
          <a:prstGeom prst="rect">
            <a:avLst/>
          </a:prstGeom>
          <a:solidFill>
            <a:schemeClr val="accent4">
              <a:lumMod val="40000"/>
              <a:lumOff val="60000"/>
            </a:schemeClr>
          </a:solidFill>
          <a:ln w="0">
            <a:noFill/>
          </a:ln>
        </p:spPr>
        <p:style>
          <a:lnRef idx="0"/>
          <a:fillRef idx="0"/>
          <a:effectRef idx="0"/>
          <a:fontRef idx="minor"/>
        </p:style>
        <p:txBody>
          <a:bodyPr lIns="90000" rIns="90000" tIns="45000" bIns="45000" anchor="t">
            <a:spAutoFit/>
          </a:bodyPr>
          <a:p>
            <a:pPr defTabSz="914400">
              <a:lnSpc>
                <a:spcPct val="100000"/>
              </a:lnSpc>
            </a:pPr>
            <a:r>
              <a:rPr lang="it-IT" sz="1800" b="0" u="none" strike="noStrike">
                <a:solidFill>
                  <a:srgbClr val="050e17"/>
                </a:solidFill>
                <a:effectLst/>
                <a:uFillTx/>
                <a:latin typeface="-apple-system"/>
              </a:rPr>
              <a:t>L’ambiente integrato di IntelliJ IDEA</a:t>
            </a:r>
            <a:endParaRPr lang="it-IT" sz="1800" b="0" u="none" strike="noStrike">
              <a:solidFill>
                <a:srgbClr val="000000"/>
              </a:solidFill>
              <a:effectLst/>
              <a:uFillTx/>
              <a:latin typeface="Arial"/>
            </a:endParaRPr>
          </a:p>
        </p:txBody>
      </p:sp>
      <p:sp>
        <p:nvSpPr>
          <p:cNvPr id="646" name="CasellaDiTesto 7"/>
          <p:cNvSpPr/>
          <p:nvPr/>
        </p:nvSpPr>
        <p:spPr>
          <a:xfrm>
            <a:off x="281880" y="932040"/>
            <a:ext cx="3114000" cy="671400"/>
          </a:xfrm>
          <a:prstGeom prst="rect">
            <a:avLst/>
          </a:prstGeom>
          <a:solidFill>
            <a:schemeClr val="accent1">
              <a:lumMod val="40000"/>
              <a:lumOff val="60000"/>
            </a:schemeClr>
          </a:solidFill>
          <a:ln w="0">
            <a:noFill/>
          </a:ln>
        </p:spPr>
        <p:style>
          <a:lnRef idx="0"/>
          <a:fillRef idx="0"/>
          <a:effectRef idx="0"/>
          <a:fontRef idx="minor"/>
        </p:style>
        <p:txBody>
          <a:bodyPr lIns="90000" rIns="90000" tIns="45000" bIns="45000" anchor="t">
            <a:spAutoFit/>
          </a:bodyPr>
          <a:p>
            <a:pPr algn="just" defTabSz="914400">
              <a:lnSpc>
                <a:spcPct val="107000"/>
              </a:lnSpc>
              <a:spcAft>
                <a:spcPts val="799"/>
              </a:spcAft>
              <a:tabLst>
                <a:tab algn="l" pos="678240"/>
              </a:tabLst>
            </a:pPr>
            <a:r>
              <a:rPr lang="it-IT" sz="1800" b="1" u="none" strike="noStrike">
                <a:solidFill>
                  <a:srgbClr val="050e17"/>
                </a:solidFill>
                <a:effectLst/>
                <a:uFillTx/>
                <a:latin typeface="-apple-system"/>
              </a:rPr>
              <a:t>Dal codice JAVA al file class compilato</a:t>
            </a:r>
            <a:endParaRPr lang="it-IT" sz="1800" b="0" u="none" strike="noStrike">
              <a:solidFill>
                <a:srgbClr val="000000"/>
              </a:solidFill>
              <a:effectLst/>
              <a:uFillTx/>
              <a:latin typeface="Arial"/>
            </a:endParaRPr>
          </a:p>
        </p:txBody>
      </p:sp>
      <p:sp>
        <p:nvSpPr>
          <p:cNvPr id="647" name="CasellaDiTesto 10"/>
          <p:cNvSpPr/>
          <p:nvPr/>
        </p:nvSpPr>
        <p:spPr>
          <a:xfrm>
            <a:off x="3705480" y="381960"/>
            <a:ext cx="6094080" cy="36900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lang="it-IT" sz="1800" b="1" u="none" strike="noStrike">
                <a:solidFill>
                  <a:schemeClr val="dk1"/>
                </a:solidFill>
                <a:effectLst/>
                <a:uFillTx/>
                <a:latin typeface="Calibri"/>
              </a:rPr>
              <a:t>La compilazione ed esecuzione da IntelliJ IDEA</a:t>
            </a:r>
            <a:endParaRPr lang="it-IT" sz="1800" b="0" u="none" strike="noStrike">
              <a:solidFill>
                <a:srgbClr val="000000"/>
              </a:solidFill>
              <a:effectLst/>
              <a:uFillTx/>
              <a:latin typeface="Arial"/>
            </a:endParaRPr>
          </a:p>
        </p:txBody>
      </p:sp>
      <p:sp>
        <p:nvSpPr>
          <p:cNvPr id="648" name="CasellaDiTesto 4"/>
          <p:cNvSpPr/>
          <p:nvPr/>
        </p:nvSpPr>
        <p:spPr>
          <a:xfrm>
            <a:off x="3702240" y="1278000"/>
            <a:ext cx="6094080" cy="147708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lang="it-IT" sz="1800" b="0" u="none" strike="noStrike">
                <a:solidFill>
                  <a:srgbClr val="050e17"/>
                </a:solidFill>
                <a:effectLst/>
                <a:uFillTx/>
                <a:latin typeface="-apple-system"/>
              </a:rPr>
              <a:t>IntelliJ IDEA è un altro ambiente di sviluppo integrato (IDE) per la programmazione in Java che semplifica la compilazione ed esecuzione di programmi Java. </a:t>
            </a:r>
            <a:endParaRPr lang="it-IT" sz="1800" b="0" u="none" strike="noStrike">
              <a:solidFill>
                <a:srgbClr val="000000"/>
              </a:solidFill>
              <a:effectLst/>
              <a:uFillTx/>
              <a:latin typeface="Arial"/>
            </a:endParaRPr>
          </a:p>
          <a:p>
            <a:pPr defTabSz="914400">
              <a:lnSpc>
                <a:spcPct val="100000"/>
              </a:lnSpc>
            </a:pPr>
            <a:r>
              <a:rPr lang="it-IT" sz="1800" b="0" u="none" strike="noStrike">
                <a:solidFill>
                  <a:srgbClr val="050e17"/>
                </a:solidFill>
                <a:effectLst/>
                <a:uFillTx/>
                <a:latin typeface="-apple-system"/>
              </a:rPr>
              <a:t>Ecco i passaggi per compilare ed eseguire un programma Java in IntelliJ IDEA :</a:t>
            </a:r>
            <a:endParaRPr lang="it-IT" sz="1800" b="0" u="none" strike="noStrike">
              <a:solidFill>
                <a:srgbClr val="000000"/>
              </a:solidFill>
              <a:effectLst/>
              <a:uFillTx/>
              <a:latin typeface="Arial"/>
            </a:endParaRPr>
          </a:p>
        </p:txBody>
      </p:sp>
      <p:sp>
        <p:nvSpPr>
          <p:cNvPr id="649" name="CasellaDiTesto 8"/>
          <p:cNvSpPr/>
          <p:nvPr/>
        </p:nvSpPr>
        <p:spPr>
          <a:xfrm>
            <a:off x="281880" y="3137760"/>
            <a:ext cx="11613600" cy="2031120"/>
          </a:xfrm>
          <a:prstGeom prst="rect">
            <a:avLst/>
          </a:prstGeom>
          <a:solidFill>
            <a:schemeClr val="accent4">
              <a:lumMod val="40000"/>
              <a:lumOff val="60000"/>
            </a:schemeClr>
          </a:solidFill>
          <a:ln w="0">
            <a:noFill/>
          </a:ln>
        </p:spPr>
        <p:style>
          <a:lnRef idx="0"/>
          <a:fillRef idx="0"/>
          <a:effectRef idx="0"/>
          <a:fontRef idx="minor"/>
        </p:style>
        <p:txBody>
          <a:bodyPr lIns="90000" rIns="90000" tIns="45000" bIns="45000" anchor="t">
            <a:spAutoFit/>
          </a:bodyPr>
          <a:p>
            <a:pPr defTabSz="914400">
              <a:lnSpc>
                <a:spcPct val="100000"/>
              </a:lnSpc>
            </a:pPr>
            <a:r>
              <a:rPr lang="it-IT" sz="1800" b="0" u="none" strike="noStrike">
                <a:solidFill>
                  <a:srgbClr val="050e17"/>
                </a:solidFill>
                <a:effectLst/>
                <a:uFillTx/>
                <a:latin typeface="-apple-system"/>
              </a:rPr>
              <a:t>Una volta realizzato il programma</a:t>
            </a:r>
            <a:endParaRPr lang="it-IT" sz="1800" b="0" u="none" strike="noStrike">
              <a:solidFill>
                <a:srgbClr val="000000"/>
              </a:solidFill>
              <a:effectLst/>
              <a:uFillTx/>
              <a:latin typeface="Arial"/>
            </a:endParaRPr>
          </a:p>
          <a:p>
            <a:pPr marL="343080" indent="-343080" defTabSz="914400">
              <a:lnSpc>
                <a:spcPct val="100000"/>
              </a:lnSpc>
              <a:buClr>
                <a:srgbClr val="050e17"/>
              </a:buClr>
              <a:buFont typeface="OpenSymbol"/>
              <a:buAutoNum type="arabicPeriod"/>
            </a:pPr>
            <a:r>
              <a:rPr lang="it-IT" sz="1800" b="0" u="none" strike="noStrike">
                <a:solidFill>
                  <a:srgbClr val="050e17"/>
                </a:solidFill>
                <a:effectLst/>
                <a:uFillTx/>
                <a:latin typeface="-apple-system"/>
              </a:rPr>
              <a:t>Per compilare il programma, fai clic con il tasto destro del mouse sulla classe Java e seleziona "Run 'HelloWorld.main()'". IntelliJ IDEA compilerà automaticamente il tuo programma e lo eseguirà sulla console.</a:t>
            </a:r>
            <a:endParaRPr lang="it-IT" sz="1800" b="0" u="none" strike="noStrike">
              <a:solidFill>
                <a:srgbClr val="000000"/>
              </a:solidFill>
              <a:effectLst/>
              <a:uFillTx/>
              <a:latin typeface="Arial"/>
            </a:endParaRPr>
          </a:p>
          <a:p>
            <a:pPr defTabSz="914400">
              <a:lnSpc>
                <a:spcPct val="100000"/>
              </a:lnSpc>
            </a:pPr>
            <a:endParaRPr lang="it-IT" sz="1800" b="0" u="none" strike="noStrike">
              <a:solidFill>
                <a:srgbClr val="000000"/>
              </a:solidFill>
              <a:effectLst/>
              <a:uFillTx/>
              <a:latin typeface="Arial"/>
            </a:endParaRPr>
          </a:p>
          <a:p>
            <a:pPr defTabSz="914400">
              <a:lnSpc>
                <a:spcPct val="100000"/>
              </a:lnSpc>
            </a:pPr>
            <a:r>
              <a:rPr lang="it-IT" sz="1800" b="0" u="none" strike="noStrike">
                <a:solidFill>
                  <a:srgbClr val="050e17"/>
                </a:solidFill>
                <a:effectLst/>
                <a:uFillTx/>
                <a:latin typeface="-apple-system"/>
              </a:rPr>
              <a:t>2. Per eseguire il programma in modalità debug, fai clic con il tasto destro del mouse sulla classe Java e seleziona "Debug 'HelloWorld.main()'". IntelliJ IDEA compilerà il tuo programma e lo eseguirà in modalità debug, consentendoti di esaminare il codice passo dopo passo e di individuare eventuali errori.</a:t>
            </a:r>
            <a:endParaRPr lang="it-IT"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9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650" name="Picture 2" descr="Java Logo, symbol, meaning, history, PNG, brand"/>
          <p:cNvPicPr/>
          <p:nvPr/>
        </p:nvPicPr>
        <p:blipFill>
          <a:blip r:embed="rId1"/>
          <a:stretch/>
        </p:blipFill>
        <p:spPr>
          <a:xfrm>
            <a:off x="10632600" y="0"/>
            <a:ext cx="1420560" cy="795240"/>
          </a:xfrm>
          <a:prstGeom prst="rect">
            <a:avLst/>
          </a:prstGeom>
          <a:noFill/>
          <a:ln w="0">
            <a:noFill/>
          </a:ln>
        </p:spPr>
      </p:pic>
      <p:sp>
        <p:nvSpPr>
          <p:cNvPr id="651" name="CasellaDiTesto 2"/>
          <p:cNvSpPr/>
          <p:nvPr/>
        </p:nvSpPr>
        <p:spPr>
          <a:xfrm>
            <a:off x="281880" y="421920"/>
            <a:ext cx="3114000" cy="373320"/>
          </a:xfrm>
          <a:prstGeom prst="rect">
            <a:avLst/>
          </a:prstGeom>
          <a:solidFill>
            <a:schemeClr val="accent2">
              <a:lumMod val="40000"/>
              <a:lumOff val="60000"/>
            </a:schemeClr>
          </a:solidFill>
          <a:ln w="0">
            <a:noFill/>
          </a:ln>
        </p:spPr>
        <p:style>
          <a:lnRef idx="0"/>
          <a:fillRef idx="0"/>
          <a:effectRef idx="0"/>
          <a:fontRef idx="minor"/>
        </p:style>
        <p:txBody>
          <a:bodyPr lIns="90000" rIns="90000" tIns="45000" bIns="45000" anchor="t">
            <a:spAutoFit/>
          </a:bodyPr>
          <a:p>
            <a:pPr algn="just" defTabSz="914400">
              <a:lnSpc>
                <a:spcPct val="107000"/>
              </a:lnSpc>
              <a:spcAft>
                <a:spcPts val="799"/>
              </a:spcAft>
              <a:tabLst>
                <a:tab algn="l" pos="678240"/>
              </a:tabLst>
            </a:pPr>
            <a:r>
              <a:rPr lang="it-IT" sz="1800" b="1" u="none" strike="noStrike">
                <a:solidFill>
                  <a:srgbClr val="050e17"/>
                </a:solidFill>
                <a:effectLst/>
                <a:uFillTx/>
                <a:latin typeface="-apple-system"/>
              </a:rPr>
              <a:t>Eseguiamo il programma</a:t>
            </a:r>
            <a:endParaRPr lang="it-IT" sz="1800" b="0" u="none" strike="noStrike">
              <a:solidFill>
                <a:srgbClr val="000000"/>
              </a:solidFill>
              <a:effectLst/>
              <a:uFillTx/>
              <a:latin typeface="Arial"/>
            </a:endParaRPr>
          </a:p>
        </p:txBody>
      </p:sp>
      <p:sp>
        <p:nvSpPr>
          <p:cNvPr id="652" name="CasellaDiTesto 3"/>
          <p:cNvSpPr/>
          <p:nvPr/>
        </p:nvSpPr>
        <p:spPr>
          <a:xfrm>
            <a:off x="3702240" y="795600"/>
            <a:ext cx="8350920" cy="369000"/>
          </a:xfrm>
          <a:prstGeom prst="rect">
            <a:avLst/>
          </a:prstGeom>
          <a:solidFill>
            <a:schemeClr val="accent4">
              <a:lumMod val="40000"/>
              <a:lumOff val="60000"/>
            </a:schemeClr>
          </a:solidFill>
          <a:ln w="0">
            <a:noFill/>
          </a:ln>
        </p:spPr>
        <p:style>
          <a:lnRef idx="0"/>
          <a:fillRef idx="0"/>
          <a:effectRef idx="0"/>
          <a:fontRef idx="minor"/>
        </p:style>
        <p:txBody>
          <a:bodyPr lIns="90000" rIns="90000" tIns="45000" bIns="45000" anchor="t">
            <a:spAutoFit/>
          </a:bodyPr>
          <a:p>
            <a:pPr defTabSz="914400">
              <a:lnSpc>
                <a:spcPct val="100000"/>
              </a:lnSpc>
            </a:pPr>
            <a:r>
              <a:rPr lang="it-IT" sz="1800" b="0" u="none" strike="noStrike">
                <a:solidFill>
                  <a:srgbClr val="050e17"/>
                </a:solidFill>
                <a:effectLst/>
                <a:uFillTx/>
                <a:latin typeface="-apple-system"/>
              </a:rPr>
              <a:t>L’ambiente integrato di IntelliJ IDEA</a:t>
            </a:r>
            <a:endParaRPr lang="it-IT" sz="1800" b="0" u="none" strike="noStrike">
              <a:solidFill>
                <a:srgbClr val="000000"/>
              </a:solidFill>
              <a:effectLst/>
              <a:uFillTx/>
              <a:latin typeface="Arial"/>
            </a:endParaRPr>
          </a:p>
        </p:txBody>
      </p:sp>
      <p:sp>
        <p:nvSpPr>
          <p:cNvPr id="653" name="CasellaDiTesto 7"/>
          <p:cNvSpPr/>
          <p:nvPr/>
        </p:nvSpPr>
        <p:spPr>
          <a:xfrm>
            <a:off x="281880" y="932040"/>
            <a:ext cx="3114000" cy="671400"/>
          </a:xfrm>
          <a:prstGeom prst="rect">
            <a:avLst/>
          </a:prstGeom>
          <a:solidFill>
            <a:schemeClr val="accent1">
              <a:lumMod val="40000"/>
              <a:lumOff val="60000"/>
            </a:schemeClr>
          </a:solidFill>
          <a:ln w="0">
            <a:noFill/>
          </a:ln>
        </p:spPr>
        <p:style>
          <a:lnRef idx="0"/>
          <a:fillRef idx="0"/>
          <a:effectRef idx="0"/>
          <a:fontRef idx="minor"/>
        </p:style>
        <p:txBody>
          <a:bodyPr lIns="90000" rIns="90000" tIns="45000" bIns="45000" anchor="t">
            <a:spAutoFit/>
          </a:bodyPr>
          <a:p>
            <a:pPr algn="just" defTabSz="914400">
              <a:lnSpc>
                <a:spcPct val="107000"/>
              </a:lnSpc>
              <a:spcAft>
                <a:spcPts val="799"/>
              </a:spcAft>
              <a:tabLst>
                <a:tab algn="l" pos="678240"/>
              </a:tabLst>
            </a:pPr>
            <a:r>
              <a:rPr lang="it-IT" sz="1800" b="1" u="none" strike="noStrike">
                <a:solidFill>
                  <a:srgbClr val="050e17"/>
                </a:solidFill>
                <a:effectLst/>
                <a:uFillTx/>
                <a:latin typeface="-apple-system"/>
              </a:rPr>
              <a:t>Dal codice JAVA al file class compilato</a:t>
            </a:r>
            <a:endParaRPr lang="it-IT" sz="1800" b="0" u="none" strike="noStrike">
              <a:solidFill>
                <a:srgbClr val="000000"/>
              </a:solidFill>
              <a:effectLst/>
              <a:uFillTx/>
              <a:latin typeface="Arial"/>
            </a:endParaRPr>
          </a:p>
        </p:txBody>
      </p:sp>
      <p:sp>
        <p:nvSpPr>
          <p:cNvPr id="654" name="CasellaDiTesto 10"/>
          <p:cNvSpPr/>
          <p:nvPr/>
        </p:nvSpPr>
        <p:spPr>
          <a:xfrm>
            <a:off x="3705480" y="381960"/>
            <a:ext cx="6094080" cy="36900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lang="it-IT" sz="1800" b="1" u="none" strike="noStrike">
                <a:solidFill>
                  <a:schemeClr val="dk1"/>
                </a:solidFill>
                <a:effectLst/>
                <a:uFillTx/>
                <a:latin typeface="Calibri"/>
              </a:rPr>
              <a:t>La compilazione ed esecuzione da IntelliJ IDEA</a:t>
            </a:r>
            <a:endParaRPr lang="it-IT" sz="1800" b="0" u="none" strike="noStrike">
              <a:solidFill>
                <a:srgbClr val="000000"/>
              </a:solidFill>
              <a:effectLst/>
              <a:uFillTx/>
              <a:latin typeface="Arial"/>
            </a:endParaRPr>
          </a:p>
        </p:txBody>
      </p:sp>
      <p:sp>
        <p:nvSpPr>
          <p:cNvPr id="655" name="CasellaDiTesto 4"/>
          <p:cNvSpPr/>
          <p:nvPr/>
        </p:nvSpPr>
        <p:spPr>
          <a:xfrm>
            <a:off x="3702240" y="1278000"/>
            <a:ext cx="6094080" cy="147708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lang="it-IT" sz="1800" b="0" u="none" strike="noStrike">
                <a:solidFill>
                  <a:srgbClr val="050e17"/>
                </a:solidFill>
                <a:effectLst/>
                <a:uFillTx/>
                <a:latin typeface="-apple-system"/>
              </a:rPr>
              <a:t>IntelliJ IDEA è un altro ambiente di sviluppo integrato (IDE) per la programmazione in Java che semplifica la compilazione ed esecuzione di programmi Java. </a:t>
            </a:r>
            <a:endParaRPr lang="it-IT" sz="1800" b="0" u="none" strike="noStrike">
              <a:solidFill>
                <a:srgbClr val="000000"/>
              </a:solidFill>
              <a:effectLst/>
              <a:uFillTx/>
              <a:latin typeface="Arial"/>
            </a:endParaRPr>
          </a:p>
          <a:p>
            <a:pPr defTabSz="914400">
              <a:lnSpc>
                <a:spcPct val="100000"/>
              </a:lnSpc>
            </a:pPr>
            <a:r>
              <a:rPr lang="it-IT" sz="1800" b="0" u="none" strike="noStrike">
                <a:solidFill>
                  <a:srgbClr val="050e17"/>
                </a:solidFill>
                <a:effectLst/>
                <a:uFillTx/>
                <a:latin typeface="-apple-system"/>
              </a:rPr>
              <a:t>Ecco i passaggi per compilare ed eseguire un programma Java in IntelliJ IDEA :</a:t>
            </a:r>
            <a:endParaRPr lang="it-IT" sz="1800" b="0" u="none" strike="noStrike">
              <a:solidFill>
                <a:srgbClr val="000000"/>
              </a:solidFill>
              <a:effectLst/>
              <a:uFillTx/>
              <a:latin typeface="Arial"/>
            </a:endParaRPr>
          </a:p>
        </p:txBody>
      </p:sp>
      <p:sp>
        <p:nvSpPr>
          <p:cNvPr id="656" name="CasellaDiTesto 8"/>
          <p:cNvSpPr/>
          <p:nvPr/>
        </p:nvSpPr>
        <p:spPr>
          <a:xfrm>
            <a:off x="281880" y="3137760"/>
            <a:ext cx="11613600" cy="3416040"/>
          </a:xfrm>
          <a:prstGeom prst="rect">
            <a:avLst/>
          </a:prstGeom>
          <a:solidFill>
            <a:schemeClr val="accent4">
              <a:lumMod val="40000"/>
              <a:lumOff val="60000"/>
            </a:schemeClr>
          </a:solidFill>
          <a:ln w="0">
            <a:noFill/>
          </a:ln>
        </p:spPr>
        <p:style>
          <a:lnRef idx="0"/>
          <a:fillRef idx="0"/>
          <a:effectRef idx="0"/>
          <a:fontRef idx="minor"/>
        </p:style>
        <p:txBody>
          <a:bodyPr lIns="90000" rIns="90000" tIns="45000" bIns="45000" anchor="t">
            <a:spAutoFit/>
          </a:bodyPr>
          <a:p>
            <a:pPr defTabSz="914400">
              <a:lnSpc>
                <a:spcPct val="100000"/>
              </a:lnSpc>
            </a:pPr>
            <a:r>
              <a:rPr lang="it-IT" sz="1800" b="0" u="none" strike="noStrike">
                <a:solidFill>
                  <a:srgbClr val="050e17"/>
                </a:solidFill>
                <a:effectLst/>
                <a:uFillTx/>
                <a:latin typeface="-apple-system"/>
              </a:rPr>
              <a:t>Una volta realizzato il programma</a:t>
            </a:r>
            <a:endParaRPr lang="it-IT" sz="1800" b="0" u="none" strike="noStrike">
              <a:solidFill>
                <a:srgbClr val="000000"/>
              </a:solidFill>
              <a:effectLst/>
              <a:uFillTx/>
              <a:latin typeface="Arial"/>
            </a:endParaRPr>
          </a:p>
          <a:p>
            <a:pPr marL="343080" indent="-343080" defTabSz="914400">
              <a:lnSpc>
                <a:spcPct val="100000"/>
              </a:lnSpc>
              <a:buClr>
                <a:srgbClr val="050e17"/>
              </a:buClr>
              <a:buFont typeface="OpenSymbol"/>
              <a:buAutoNum type="arabicPeriod"/>
            </a:pPr>
            <a:r>
              <a:rPr lang="it-IT" sz="1800" b="0" u="none" strike="noStrike">
                <a:solidFill>
                  <a:srgbClr val="050e17"/>
                </a:solidFill>
                <a:effectLst/>
                <a:uFillTx/>
                <a:latin typeface="-apple-system"/>
              </a:rPr>
              <a:t>Per compilare il programma, fai clic con il tasto destro del mouse sulla classe Java e seleziona "Run 'HelloWorld.main()'". IntelliJ IDEA compilerà automaticamente il tuo programma e lo eseguirà sulla console.</a:t>
            </a:r>
            <a:endParaRPr lang="it-IT" sz="1800" b="0" u="none" strike="noStrike">
              <a:solidFill>
                <a:srgbClr val="000000"/>
              </a:solidFill>
              <a:effectLst/>
              <a:uFillTx/>
              <a:latin typeface="Arial"/>
            </a:endParaRPr>
          </a:p>
          <a:p>
            <a:pPr defTabSz="914400">
              <a:lnSpc>
                <a:spcPct val="100000"/>
              </a:lnSpc>
            </a:pPr>
            <a:endParaRPr lang="it-IT" sz="1800" b="0" u="none" strike="noStrike">
              <a:solidFill>
                <a:srgbClr val="000000"/>
              </a:solidFill>
              <a:effectLst/>
              <a:uFillTx/>
              <a:latin typeface="Arial"/>
            </a:endParaRPr>
          </a:p>
          <a:p>
            <a:pPr defTabSz="914400">
              <a:lnSpc>
                <a:spcPct val="100000"/>
              </a:lnSpc>
            </a:pPr>
            <a:r>
              <a:rPr lang="it-IT" sz="1800" b="0" u="none" strike="noStrike">
                <a:solidFill>
                  <a:srgbClr val="050e17"/>
                </a:solidFill>
                <a:effectLst/>
                <a:uFillTx/>
                <a:latin typeface="-apple-system"/>
              </a:rPr>
              <a:t>2. Per eseguire il programma in modalità debug, fai clic con il tasto destro del mouse sulla classe Java e seleziona "Debug 'HelloWorld.main()'". IntelliJ IDEA compilerà il tuo programma e lo eseguirà in modalità debug, consentendoti di esaminare il codice passo dopo passo e di individuare eventuali errori.</a:t>
            </a:r>
            <a:endParaRPr lang="it-IT" sz="1800" b="0" u="none" strike="noStrike">
              <a:solidFill>
                <a:srgbClr val="000000"/>
              </a:solidFill>
              <a:effectLst/>
              <a:uFillTx/>
              <a:latin typeface="Arial"/>
            </a:endParaRPr>
          </a:p>
          <a:p>
            <a:pPr defTabSz="914400">
              <a:lnSpc>
                <a:spcPct val="100000"/>
              </a:lnSpc>
            </a:pPr>
            <a:endParaRPr lang="it-IT" sz="1800" b="0" u="none" strike="noStrike">
              <a:solidFill>
                <a:srgbClr val="000000"/>
              </a:solidFill>
              <a:effectLst/>
              <a:uFillTx/>
              <a:latin typeface="Arial"/>
            </a:endParaRPr>
          </a:p>
          <a:p>
            <a:pPr defTabSz="914400">
              <a:lnSpc>
                <a:spcPct val="100000"/>
              </a:lnSpc>
            </a:pPr>
            <a:r>
              <a:rPr lang="it-IT" sz="1800" b="0" u="none" strike="noStrike">
                <a:solidFill>
                  <a:srgbClr val="050e17"/>
                </a:solidFill>
                <a:effectLst/>
                <a:uFillTx/>
                <a:latin typeface="-apple-system"/>
              </a:rPr>
              <a:t>3. Per esportare il programma come file eseguibile JAR, seleziona "File" -&gt; "Project Structure" dal menu principale. Nella finestra di dialogo "Project Structure", seleziona "Artifacts" nella barra laterale e fai clic sull'icona "+" per creare un nuovo artefatto. Segui le istruzioni per selezionare la classe principale del programma e scegliere le opzioni di esportazione desiderate.</a:t>
            </a:r>
            <a:endParaRPr lang="it-IT"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9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657" name="Picture 2" descr="Java Logo, symbol, meaning, history, PNG, brand"/>
          <p:cNvPicPr/>
          <p:nvPr/>
        </p:nvPicPr>
        <p:blipFill>
          <a:blip r:embed="rId1"/>
          <a:stretch/>
        </p:blipFill>
        <p:spPr>
          <a:xfrm>
            <a:off x="10632600" y="0"/>
            <a:ext cx="1420560" cy="795240"/>
          </a:xfrm>
          <a:prstGeom prst="rect">
            <a:avLst/>
          </a:prstGeom>
          <a:noFill/>
          <a:ln w="0">
            <a:noFill/>
          </a:ln>
        </p:spPr>
      </p:pic>
      <p:sp>
        <p:nvSpPr>
          <p:cNvPr id="658" name="CasellaDiTesto 2"/>
          <p:cNvSpPr/>
          <p:nvPr/>
        </p:nvSpPr>
        <p:spPr>
          <a:xfrm>
            <a:off x="281880" y="421920"/>
            <a:ext cx="3114000" cy="373320"/>
          </a:xfrm>
          <a:prstGeom prst="rect">
            <a:avLst/>
          </a:prstGeom>
          <a:solidFill>
            <a:schemeClr val="accent2">
              <a:lumMod val="40000"/>
              <a:lumOff val="60000"/>
            </a:schemeClr>
          </a:solidFill>
          <a:ln w="0">
            <a:noFill/>
          </a:ln>
        </p:spPr>
        <p:style>
          <a:lnRef idx="0"/>
          <a:fillRef idx="0"/>
          <a:effectRef idx="0"/>
          <a:fontRef idx="minor"/>
        </p:style>
        <p:txBody>
          <a:bodyPr lIns="90000" rIns="90000" tIns="45000" bIns="45000" anchor="t">
            <a:spAutoFit/>
          </a:bodyPr>
          <a:p>
            <a:pPr algn="just" defTabSz="914400">
              <a:lnSpc>
                <a:spcPct val="107000"/>
              </a:lnSpc>
              <a:spcAft>
                <a:spcPts val="799"/>
              </a:spcAft>
              <a:tabLst>
                <a:tab algn="l" pos="678240"/>
              </a:tabLst>
            </a:pPr>
            <a:r>
              <a:rPr lang="it-IT" sz="1800" b="1" u="none" strike="noStrike">
                <a:solidFill>
                  <a:srgbClr val="050e17"/>
                </a:solidFill>
                <a:effectLst/>
                <a:uFillTx/>
                <a:latin typeface="-apple-system"/>
              </a:rPr>
              <a:t>Eseguiamo il programma</a:t>
            </a:r>
            <a:endParaRPr lang="it-IT" sz="1800" b="0" u="none" strike="noStrike">
              <a:solidFill>
                <a:srgbClr val="000000"/>
              </a:solidFill>
              <a:effectLst/>
              <a:uFillTx/>
              <a:latin typeface="Arial"/>
            </a:endParaRPr>
          </a:p>
        </p:txBody>
      </p:sp>
      <p:sp>
        <p:nvSpPr>
          <p:cNvPr id="659" name="CasellaDiTesto 3"/>
          <p:cNvSpPr/>
          <p:nvPr/>
        </p:nvSpPr>
        <p:spPr>
          <a:xfrm>
            <a:off x="3702240" y="795600"/>
            <a:ext cx="8350920" cy="369000"/>
          </a:xfrm>
          <a:prstGeom prst="rect">
            <a:avLst/>
          </a:prstGeom>
          <a:solidFill>
            <a:schemeClr val="accent4">
              <a:lumMod val="40000"/>
              <a:lumOff val="60000"/>
            </a:schemeClr>
          </a:solidFill>
          <a:ln w="0">
            <a:noFill/>
          </a:ln>
        </p:spPr>
        <p:style>
          <a:lnRef idx="0"/>
          <a:fillRef idx="0"/>
          <a:effectRef idx="0"/>
          <a:fontRef idx="minor"/>
        </p:style>
        <p:txBody>
          <a:bodyPr lIns="90000" rIns="90000" tIns="45000" bIns="45000" anchor="t">
            <a:spAutoFit/>
          </a:bodyPr>
          <a:p>
            <a:pPr defTabSz="914400">
              <a:lnSpc>
                <a:spcPct val="100000"/>
              </a:lnSpc>
            </a:pPr>
            <a:r>
              <a:rPr lang="it-IT" sz="1800" b="0" u="none" strike="noStrike">
                <a:solidFill>
                  <a:srgbClr val="050e17"/>
                </a:solidFill>
                <a:effectLst/>
                <a:uFillTx/>
                <a:latin typeface="-apple-system"/>
              </a:rPr>
              <a:t>L’ambiente integrato di IntelliJ IDEA</a:t>
            </a:r>
            <a:endParaRPr lang="it-IT" sz="1800" b="0" u="none" strike="noStrike">
              <a:solidFill>
                <a:srgbClr val="000000"/>
              </a:solidFill>
              <a:effectLst/>
              <a:uFillTx/>
              <a:latin typeface="Arial"/>
            </a:endParaRPr>
          </a:p>
        </p:txBody>
      </p:sp>
      <p:sp>
        <p:nvSpPr>
          <p:cNvPr id="660" name="CasellaDiTesto 7"/>
          <p:cNvSpPr/>
          <p:nvPr/>
        </p:nvSpPr>
        <p:spPr>
          <a:xfrm>
            <a:off x="281880" y="932040"/>
            <a:ext cx="3114000" cy="671400"/>
          </a:xfrm>
          <a:prstGeom prst="rect">
            <a:avLst/>
          </a:prstGeom>
          <a:solidFill>
            <a:schemeClr val="accent1">
              <a:lumMod val="40000"/>
              <a:lumOff val="60000"/>
            </a:schemeClr>
          </a:solidFill>
          <a:ln w="0">
            <a:noFill/>
          </a:ln>
        </p:spPr>
        <p:style>
          <a:lnRef idx="0"/>
          <a:fillRef idx="0"/>
          <a:effectRef idx="0"/>
          <a:fontRef idx="minor"/>
        </p:style>
        <p:txBody>
          <a:bodyPr lIns="90000" rIns="90000" tIns="45000" bIns="45000" anchor="t">
            <a:spAutoFit/>
          </a:bodyPr>
          <a:p>
            <a:pPr algn="just" defTabSz="914400">
              <a:lnSpc>
                <a:spcPct val="107000"/>
              </a:lnSpc>
              <a:spcAft>
                <a:spcPts val="799"/>
              </a:spcAft>
              <a:tabLst>
                <a:tab algn="l" pos="678240"/>
              </a:tabLst>
            </a:pPr>
            <a:r>
              <a:rPr lang="it-IT" sz="1800" b="1" u="none" strike="noStrike">
                <a:solidFill>
                  <a:srgbClr val="050e17"/>
                </a:solidFill>
                <a:effectLst/>
                <a:uFillTx/>
                <a:latin typeface="-apple-system"/>
              </a:rPr>
              <a:t>Dal codice JAVA al file class compilato</a:t>
            </a:r>
            <a:endParaRPr lang="it-IT" sz="1800" b="0" u="none" strike="noStrike">
              <a:solidFill>
                <a:srgbClr val="000000"/>
              </a:solidFill>
              <a:effectLst/>
              <a:uFillTx/>
              <a:latin typeface="Arial"/>
            </a:endParaRPr>
          </a:p>
        </p:txBody>
      </p:sp>
      <p:sp>
        <p:nvSpPr>
          <p:cNvPr id="661" name="CasellaDiTesto 10"/>
          <p:cNvSpPr/>
          <p:nvPr/>
        </p:nvSpPr>
        <p:spPr>
          <a:xfrm>
            <a:off x="3705480" y="381960"/>
            <a:ext cx="6094080" cy="36900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lang="it-IT" sz="1800" b="1" u="none" strike="noStrike">
                <a:solidFill>
                  <a:schemeClr val="dk1"/>
                </a:solidFill>
                <a:effectLst/>
                <a:uFillTx/>
                <a:latin typeface="Calibri"/>
              </a:rPr>
              <a:t>La compilazione ed esecuzione da IntelliJ IDEA</a:t>
            </a:r>
            <a:endParaRPr lang="it-IT" sz="1800" b="0" u="none" strike="noStrike">
              <a:solidFill>
                <a:srgbClr val="000000"/>
              </a:solidFill>
              <a:effectLst/>
              <a:uFillTx/>
              <a:latin typeface="Arial"/>
            </a:endParaRPr>
          </a:p>
        </p:txBody>
      </p:sp>
      <p:sp>
        <p:nvSpPr>
          <p:cNvPr id="662" name="CasellaDiTesto 4"/>
          <p:cNvSpPr/>
          <p:nvPr/>
        </p:nvSpPr>
        <p:spPr>
          <a:xfrm>
            <a:off x="3702240" y="1546920"/>
            <a:ext cx="6094080" cy="470880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lang="it-IT" sz="2500" b="0" u="none" strike="noStrike">
                <a:solidFill>
                  <a:srgbClr val="050e17"/>
                </a:solidFill>
                <a:effectLst/>
                <a:uFillTx/>
                <a:latin typeface="-apple-system"/>
              </a:rPr>
              <a:t>In sintesi, per compilare ed eseguire un programma Java in IntelliJ IDEA, è sufficiente creare un nuovo progetto Java, creare una nuova classe Java, scrivere il codice del programma all'interno del metodo "main", e selezionare "Run 'HelloWorld.main()'" per eseguire il programma. IntelliJ IDEA compilerà automaticamente il tuo programma e lo eseguirà sulla console. Inoltre, puoi selezionare "Debug 'HelloWorld.main()'" per eseguire il programma in modalità debug e individuare eventuali errori.</a:t>
            </a:r>
            <a:endParaRPr lang="it-IT" sz="25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9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663" name="Picture 2" descr="Java Logo, symbol, meaning, history, PNG, brand"/>
          <p:cNvPicPr/>
          <p:nvPr/>
        </p:nvPicPr>
        <p:blipFill>
          <a:blip r:embed="rId1"/>
          <a:stretch/>
        </p:blipFill>
        <p:spPr>
          <a:xfrm>
            <a:off x="10632600" y="0"/>
            <a:ext cx="1420560" cy="795240"/>
          </a:xfrm>
          <a:prstGeom prst="rect">
            <a:avLst/>
          </a:prstGeom>
          <a:noFill/>
          <a:ln w="0">
            <a:noFill/>
          </a:ln>
        </p:spPr>
      </p:pic>
      <p:sp>
        <p:nvSpPr>
          <p:cNvPr id="664" name="CasellaDiTesto 2"/>
          <p:cNvSpPr/>
          <p:nvPr/>
        </p:nvSpPr>
        <p:spPr>
          <a:xfrm>
            <a:off x="281880" y="421920"/>
            <a:ext cx="3114000" cy="373320"/>
          </a:xfrm>
          <a:prstGeom prst="rect">
            <a:avLst/>
          </a:prstGeom>
          <a:solidFill>
            <a:schemeClr val="accent2">
              <a:lumMod val="40000"/>
              <a:lumOff val="60000"/>
            </a:schemeClr>
          </a:solidFill>
          <a:ln w="0">
            <a:noFill/>
          </a:ln>
        </p:spPr>
        <p:style>
          <a:lnRef idx="0"/>
          <a:fillRef idx="0"/>
          <a:effectRef idx="0"/>
          <a:fontRef idx="minor"/>
        </p:style>
        <p:txBody>
          <a:bodyPr lIns="90000" rIns="90000" tIns="45000" bIns="45000" anchor="t">
            <a:spAutoFit/>
          </a:bodyPr>
          <a:p>
            <a:pPr algn="just" defTabSz="914400">
              <a:lnSpc>
                <a:spcPct val="107000"/>
              </a:lnSpc>
              <a:spcAft>
                <a:spcPts val="799"/>
              </a:spcAft>
              <a:tabLst>
                <a:tab algn="l" pos="678240"/>
              </a:tabLst>
            </a:pPr>
            <a:r>
              <a:rPr lang="it-IT" sz="1800" b="1" u="none" strike="noStrike">
                <a:solidFill>
                  <a:srgbClr val="050e17"/>
                </a:solidFill>
                <a:effectLst/>
                <a:uFillTx/>
                <a:latin typeface="-apple-system"/>
              </a:rPr>
              <a:t>Eseguiamo il programma</a:t>
            </a:r>
            <a:endParaRPr lang="it-IT" sz="1800" b="0" u="none" strike="noStrike">
              <a:solidFill>
                <a:srgbClr val="000000"/>
              </a:solidFill>
              <a:effectLst/>
              <a:uFillTx/>
              <a:latin typeface="Arial"/>
            </a:endParaRPr>
          </a:p>
        </p:txBody>
      </p:sp>
      <p:sp>
        <p:nvSpPr>
          <p:cNvPr id="665" name="CasellaDiTesto 3"/>
          <p:cNvSpPr/>
          <p:nvPr/>
        </p:nvSpPr>
        <p:spPr>
          <a:xfrm>
            <a:off x="3702240" y="795600"/>
            <a:ext cx="8350920" cy="369000"/>
          </a:xfrm>
          <a:prstGeom prst="rect">
            <a:avLst/>
          </a:prstGeom>
          <a:solidFill>
            <a:schemeClr val="accent4">
              <a:lumMod val="40000"/>
              <a:lumOff val="60000"/>
            </a:schemeClr>
          </a:solidFill>
          <a:ln w="0">
            <a:noFill/>
          </a:ln>
        </p:spPr>
        <p:style>
          <a:lnRef idx="0"/>
          <a:fillRef idx="0"/>
          <a:effectRef idx="0"/>
          <a:fontRef idx="minor"/>
        </p:style>
        <p:txBody>
          <a:bodyPr lIns="90000" rIns="90000" tIns="45000" bIns="45000" anchor="t">
            <a:spAutoFit/>
          </a:bodyPr>
          <a:p>
            <a:pPr defTabSz="914400">
              <a:lnSpc>
                <a:spcPct val="100000"/>
              </a:lnSpc>
            </a:pPr>
            <a:r>
              <a:rPr lang="it-IT" sz="1800" b="0" u="none" strike="noStrike">
                <a:solidFill>
                  <a:srgbClr val="050e17"/>
                </a:solidFill>
                <a:effectLst/>
                <a:uFillTx/>
                <a:latin typeface="-apple-system"/>
              </a:rPr>
              <a:t>L’editor di codice VSCode</a:t>
            </a:r>
            <a:endParaRPr lang="it-IT" sz="1800" b="0" u="none" strike="noStrike">
              <a:solidFill>
                <a:srgbClr val="000000"/>
              </a:solidFill>
              <a:effectLst/>
              <a:uFillTx/>
              <a:latin typeface="Arial"/>
            </a:endParaRPr>
          </a:p>
        </p:txBody>
      </p:sp>
      <p:sp>
        <p:nvSpPr>
          <p:cNvPr id="666" name="CasellaDiTesto 7"/>
          <p:cNvSpPr/>
          <p:nvPr/>
        </p:nvSpPr>
        <p:spPr>
          <a:xfrm>
            <a:off x="281880" y="932040"/>
            <a:ext cx="3114000" cy="671400"/>
          </a:xfrm>
          <a:prstGeom prst="rect">
            <a:avLst/>
          </a:prstGeom>
          <a:solidFill>
            <a:schemeClr val="accent1">
              <a:lumMod val="40000"/>
              <a:lumOff val="60000"/>
            </a:schemeClr>
          </a:solidFill>
          <a:ln w="0">
            <a:noFill/>
          </a:ln>
        </p:spPr>
        <p:style>
          <a:lnRef idx="0"/>
          <a:fillRef idx="0"/>
          <a:effectRef idx="0"/>
          <a:fontRef idx="minor"/>
        </p:style>
        <p:txBody>
          <a:bodyPr lIns="90000" rIns="90000" tIns="45000" bIns="45000" anchor="t">
            <a:spAutoFit/>
          </a:bodyPr>
          <a:p>
            <a:pPr algn="just" defTabSz="914400">
              <a:lnSpc>
                <a:spcPct val="107000"/>
              </a:lnSpc>
              <a:spcAft>
                <a:spcPts val="799"/>
              </a:spcAft>
              <a:tabLst>
                <a:tab algn="l" pos="678240"/>
              </a:tabLst>
            </a:pPr>
            <a:r>
              <a:rPr lang="it-IT" sz="1800" b="1" u="none" strike="noStrike">
                <a:solidFill>
                  <a:srgbClr val="050e17"/>
                </a:solidFill>
                <a:effectLst/>
                <a:uFillTx/>
                <a:latin typeface="-apple-system"/>
              </a:rPr>
              <a:t>Dal codice JAVA al file class compilato</a:t>
            </a:r>
            <a:endParaRPr lang="it-IT" sz="1800" b="0" u="none" strike="noStrike">
              <a:solidFill>
                <a:srgbClr val="000000"/>
              </a:solidFill>
              <a:effectLst/>
              <a:uFillTx/>
              <a:latin typeface="Arial"/>
            </a:endParaRPr>
          </a:p>
        </p:txBody>
      </p:sp>
      <p:sp>
        <p:nvSpPr>
          <p:cNvPr id="667" name="CasellaDiTesto 10"/>
          <p:cNvSpPr/>
          <p:nvPr/>
        </p:nvSpPr>
        <p:spPr>
          <a:xfrm>
            <a:off x="3705480" y="381960"/>
            <a:ext cx="6094080" cy="36900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lang="it-IT" sz="1800" b="1" u="none" strike="noStrike">
                <a:solidFill>
                  <a:schemeClr val="dk1"/>
                </a:solidFill>
                <a:effectLst/>
                <a:uFillTx/>
                <a:latin typeface="Calibri"/>
              </a:rPr>
              <a:t>La compilazione ed esecuzione da VSCode</a:t>
            </a:r>
            <a:endParaRPr lang="it-IT"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9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668" name="Picture 2" descr="Java Logo, symbol, meaning, history, PNG, brand"/>
          <p:cNvPicPr/>
          <p:nvPr/>
        </p:nvPicPr>
        <p:blipFill>
          <a:blip r:embed="rId1"/>
          <a:stretch/>
        </p:blipFill>
        <p:spPr>
          <a:xfrm>
            <a:off x="10632600" y="0"/>
            <a:ext cx="1420560" cy="795240"/>
          </a:xfrm>
          <a:prstGeom prst="rect">
            <a:avLst/>
          </a:prstGeom>
          <a:noFill/>
          <a:ln w="0">
            <a:noFill/>
          </a:ln>
        </p:spPr>
      </p:pic>
      <p:sp>
        <p:nvSpPr>
          <p:cNvPr id="669" name="CasellaDiTesto 2"/>
          <p:cNvSpPr/>
          <p:nvPr/>
        </p:nvSpPr>
        <p:spPr>
          <a:xfrm>
            <a:off x="281880" y="421920"/>
            <a:ext cx="3114000" cy="373320"/>
          </a:xfrm>
          <a:prstGeom prst="rect">
            <a:avLst/>
          </a:prstGeom>
          <a:solidFill>
            <a:schemeClr val="accent2">
              <a:lumMod val="40000"/>
              <a:lumOff val="60000"/>
            </a:schemeClr>
          </a:solidFill>
          <a:ln w="0">
            <a:noFill/>
          </a:ln>
        </p:spPr>
        <p:style>
          <a:lnRef idx="0"/>
          <a:fillRef idx="0"/>
          <a:effectRef idx="0"/>
          <a:fontRef idx="minor"/>
        </p:style>
        <p:txBody>
          <a:bodyPr lIns="90000" rIns="90000" tIns="45000" bIns="45000" anchor="t">
            <a:spAutoFit/>
          </a:bodyPr>
          <a:p>
            <a:pPr algn="just" defTabSz="914400">
              <a:lnSpc>
                <a:spcPct val="107000"/>
              </a:lnSpc>
              <a:spcAft>
                <a:spcPts val="799"/>
              </a:spcAft>
              <a:tabLst>
                <a:tab algn="l" pos="678240"/>
              </a:tabLst>
            </a:pPr>
            <a:r>
              <a:rPr lang="it-IT" sz="1800" b="1" u="none" strike="noStrike">
                <a:solidFill>
                  <a:srgbClr val="050e17"/>
                </a:solidFill>
                <a:effectLst/>
                <a:uFillTx/>
                <a:latin typeface="-apple-system"/>
              </a:rPr>
              <a:t>Eseguiamo il programma</a:t>
            </a:r>
            <a:endParaRPr lang="it-IT" sz="1800" b="0" u="none" strike="noStrike">
              <a:solidFill>
                <a:srgbClr val="000000"/>
              </a:solidFill>
              <a:effectLst/>
              <a:uFillTx/>
              <a:latin typeface="Arial"/>
            </a:endParaRPr>
          </a:p>
        </p:txBody>
      </p:sp>
      <p:sp>
        <p:nvSpPr>
          <p:cNvPr id="670" name="CasellaDiTesto 3"/>
          <p:cNvSpPr/>
          <p:nvPr/>
        </p:nvSpPr>
        <p:spPr>
          <a:xfrm>
            <a:off x="3702240" y="795600"/>
            <a:ext cx="8350920" cy="369000"/>
          </a:xfrm>
          <a:prstGeom prst="rect">
            <a:avLst/>
          </a:prstGeom>
          <a:solidFill>
            <a:schemeClr val="accent4">
              <a:lumMod val="40000"/>
              <a:lumOff val="60000"/>
            </a:schemeClr>
          </a:solidFill>
          <a:ln w="0">
            <a:noFill/>
          </a:ln>
        </p:spPr>
        <p:style>
          <a:lnRef idx="0"/>
          <a:fillRef idx="0"/>
          <a:effectRef idx="0"/>
          <a:fontRef idx="minor"/>
        </p:style>
        <p:txBody>
          <a:bodyPr lIns="90000" rIns="90000" tIns="45000" bIns="45000" anchor="t">
            <a:spAutoFit/>
          </a:bodyPr>
          <a:p>
            <a:pPr defTabSz="914400">
              <a:lnSpc>
                <a:spcPct val="100000"/>
              </a:lnSpc>
            </a:pPr>
            <a:r>
              <a:rPr lang="it-IT" sz="1800" b="0" u="none" strike="noStrike">
                <a:solidFill>
                  <a:srgbClr val="050e17"/>
                </a:solidFill>
                <a:effectLst/>
                <a:uFillTx/>
                <a:latin typeface="-apple-system"/>
              </a:rPr>
              <a:t>L’editor di codice VSCode</a:t>
            </a:r>
            <a:endParaRPr lang="it-IT" sz="1800" b="0" u="none" strike="noStrike">
              <a:solidFill>
                <a:srgbClr val="000000"/>
              </a:solidFill>
              <a:effectLst/>
              <a:uFillTx/>
              <a:latin typeface="Arial"/>
            </a:endParaRPr>
          </a:p>
        </p:txBody>
      </p:sp>
      <p:sp>
        <p:nvSpPr>
          <p:cNvPr id="671" name="CasellaDiTesto 7"/>
          <p:cNvSpPr/>
          <p:nvPr/>
        </p:nvSpPr>
        <p:spPr>
          <a:xfrm>
            <a:off x="281880" y="932040"/>
            <a:ext cx="3114000" cy="671400"/>
          </a:xfrm>
          <a:prstGeom prst="rect">
            <a:avLst/>
          </a:prstGeom>
          <a:solidFill>
            <a:schemeClr val="accent1">
              <a:lumMod val="40000"/>
              <a:lumOff val="60000"/>
            </a:schemeClr>
          </a:solidFill>
          <a:ln w="0">
            <a:noFill/>
          </a:ln>
        </p:spPr>
        <p:style>
          <a:lnRef idx="0"/>
          <a:fillRef idx="0"/>
          <a:effectRef idx="0"/>
          <a:fontRef idx="minor"/>
        </p:style>
        <p:txBody>
          <a:bodyPr lIns="90000" rIns="90000" tIns="45000" bIns="45000" anchor="t">
            <a:spAutoFit/>
          </a:bodyPr>
          <a:p>
            <a:pPr algn="just" defTabSz="914400">
              <a:lnSpc>
                <a:spcPct val="107000"/>
              </a:lnSpc>
              <a:spcAft>
                <a:spcPts val="799"/>
              </a:spcAft>
              <a:tabLst>
                <a:tab algn="l" pos="678240"/>
              </a:tabLst>
            </a:pPr>
            <a:r>
              <a:rPr lang="it-IT" sz="1800" b="1" u="none" strike="noStrike">
                <a:solidFill>
                  <a:srgbClr val="050e17"/>
                </a:solidFill>
                <a:effectLst/>
                <a:uFillTx/>
                <a:latin typeface="-apple-system"/>
              </a:rPr>
              <a:t>Dal codice JAVA al file class compilato</a:t>
            </a:r>
            <a:endParaRPr lang="it-IT" sz="1800" b="0" u="none" strike="noStrike">
              <a:solidFill>
                <a:srgbClr val="000000"/>
              </a:solidFill>
              <a:effectLst/>
              <a:uFillTx/>
              <a:latin typeface="Arial"/>
            </a:endParaRPr>
          </a:p>
        </p:txBody>
      </p:sp>
      <p:sp>
        <p:nvSpPr>
          <p:cNvPr id="672" name="CasellaDiTesto 10"/>
          <p:cNvSpPr/>
          <p:nvPr/>
        </p:nvSpPr>
        <p:spPr>
          <a:xfrm>
            <a:off x="3705480" y="381960"/>
            <a:ext cx="6094080" cy="36900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lang="it-IT" sz="1800" b="1" u="none" strike="noStrike">
                <a:solidFill>
                  <a:schemeClr val="dk1"/>
                </a:solidFill>
                <a:effectLst/>
                <a:uFillTx/>
                <a:latin typeface="Calibri"/>
              </a:rPr>
              <a:t>La compilazione ed esecuzione da VSCode</a:t>
            </a:r>
            <a:endParaRPr lang="it-IT" sz="1800" b="0" u="none" strike="noStrike">
              <a:solidFill>
                <a:srgbClr val="000000"/>
              </a:solidFill>
              <a:effectLst/>
              <a:uFillTx/>
              <a:latin typeface="Arial"/>
            </a:endParaRPr>
          </a:p>
        </p:txBody>
      </p:sp>
      <p:sp>
        <p:nvSpPr>
          <p:cNvPr id="673" name="CasellaDiTesto 4"/>
          <p:cNvSpPr/>
          <p:nvPr/>
        </p:nvSpPr>
        <p:spPr>
          <a:xfrm>
            <a:off x="3702240" y="1278000"/>
            <a:ext cx="6094080" cy="64584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lang="it-IT" sz="1800" b="0" u="none" strike="noStrike">
                <a:solidFill>
                  <a:srgbClr val="050e17"/>
                </a:solidFill>
                <a:effectLst/>
                <a:uFillTx/>
                <a:latin typeface="-apple-system"/>
              </a:rPr>
              <a:t>VSCode è un editor di codice sorgente open source che supporta la programmazione in Java; </a:t>
            </a:r>
            <a:endParaRPr lang="it-IT"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9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674" name="Picture 2" descr="Java Logo, symbol, meaning, history, PNG, brand"/>
          <p:cNvPicPr/>
          <p:nvPr/>
        </p:nvPicPr>
        <p:blipFill>
          <a:blip r:embed="rId1"/>
          <a:stretch/>
        </p:blipFill>
        <p:spPr>
          <a:xfrm>
            <a:off x="10632600" y="0"/>
            <a:ext cx="1420560" cy="795240"/>
          </a:xfrm>
          <a:prstGeom prst="rect">
            <a:avLst/>
          </a:prstGeom>
          <a:noFill/>
          <a:ln w="0">
            <a:noFill/>
          </a:ln>
        </p:spPr>
      </p:pic>
      <p:sp>
        <p:nvSpPr>
          <p:cNvPr id="675" name="CasellaDiTesto 2"/>
          <p:cNvSpPr/>
          <p:nvPr/>
        </p:nvSpPr>
        <p:spPr>
          <a:xfrm>
            <a:off x="281880" y="421920"/>
            <a:ext cx="3114000" cy="373320"/>
          </a:xfrm>
          <a:prstGeom prst="rect">
            <a:avLst/>
          </a:prstGeom>
          <a:solidFill>
            <a:schemeClr val="accent2">
              <a:lumMod val="40000"/>
              <a:lumOff val="60000"/>
            </a:schemeClr>
          </a:solidFill>
          <a:ln w="0">
            <a:noFill/>
          </a:ln>
        </p:spPr>
        <p:style>
          <a:lnRef idx="0"/>
          <a:fillRef idx="0"/>
          <a:effectRef idx="0"/>
          <a:fontRef idx="minor"/>
        </p:style>
        <p:txBody>
          <a:bodyPr lIns="90000" rIns="90000" tIns="45000" bIns="45000" anchor="t">
            <a:spAutoFit/>
          </a:bodyPr>
          <a:p>
            <a:pPr algn="just" defTabSz="914400">
              <a:lnSpc>
                <a:spcPct val="107000"/>
              </a:lnSpc>
              <a:spcAft>
                <a:spcPts val="799"/>
              </a:spcAft>
              <a:tabLst>
                <a:tab algn="l" pos="678240"/>
              </a:tabLst>
            </a:pPr>
            <a:r>
              <a:rPr lang="it-IT" sz="1800" b="1" u="none" strike="noStrike">
                <a:solidFill>
                  <a:srgbClr val="050e17"/>
                </a:solidFill>
                <a:effectLst/>
                <a:uFillTx/>
                <a:latin typeface="-apple-system"/>
              </a:rPr>
              <a:t>Eseguiamo il programma</a:t>
            </a:r>
            <a:endParaRPr lang="it-IT" sz="1800" b="0" u="none" strike="noStrike">
              <a:solidFill>
                <a:srgbClr val="000000"/>
              </a:solidFill>
              <a:effectLst/>
              <a:uFillTx/>
              <a:latin typeface="Arial"/>
            </a:endParaRPr>
          </a:p>
        </p:txBody>
      </p:sp>
      <p:sp>
        <p:nvSpPr>
          <p:cNvPr id="676" name="CasellaDiTesto 3"/>
          <p:cNvSpPr/>
          <p:nvPr/>
        </p:nvSpPr>
        <p:spPr>
          <a:xfrm>
            <a:off x="3702240" y="795600"/>
            <a:ext cx="8350920" cy="369000"/>
          </a:xfrm>
          <a:prstGeom prst="rect">
            <a:avLst/>
          </a:prstGeom>
          <a:solidFill>
            <a:schemeClr val="accent4">
              <a:lumMod val="40000"/>
              <a:lumOff val="60000"/>
            </a:schemeClr>
          </a:solidFill>
          <a:ln w="0">
            <a:noFill/>
          </a:ln>
        </p:spPr>
        <p:style>
          <a:lnRef idx="0"/>
          <a:fillRef idx="0"/>
          <a:effectRef idx="0"/>
          <a:fontRef idx="minor"/>
        </p:style>
        <p:txBody>
          <a:bodyPr lIns="90000" rIns="90000" tIns="45000" bIns="45000" anchor="t">
            <a:spAutoFit/>
          </a:bodyPr>
          <a:p>
            <a:pPr defTabSz="914400">
              <a:lnSpc>
                <a:spcPct val="100000"/>
              </a:lnSpc>
            </a:pPr>
            <a:r>
              <a:rPr lang="it-IT" sz="1800" b="0" u="none" strike="noStrike">
                <a:solidFill>
                  <a:srgbClr val="050e17"/>
                </a:solidFill>
                <a:effectLst/>
                <a:uFillTx/>
                <a:latin typeface="-apple-system"/>
              </a:rPr>
              <a:t>L’editor di codice VSCode</a:t>
            </a:r>
            <a:endParaRPr lang="it-IT" sz="1800" b="0" u="none" strike="noStrike">
              <a:solidFill>
                <a:srgbClr val="000000"/>
              </a:solidFill>
              <a:effectLst/>
              <a:uFillTx/>
              <a:latin typeface="Arial"/>
            </a:endParaRPr>
          </a:p>
        </p:txBody>
      </p:sp>
      <p:sp>
        <p:nvSpPr>
          <p:cNvPr id="677" name="CasellaDiTesto 7"/>
          <p:cNvSpPr/>
          <p:nvPr/>
        </p:nvSpPr>
        <p:spPr>
          <a:xfrm>
            <a:off x="281880" y="932040"/>
            <a:ext cx="3114000" cy="671400"/>
          </a:xfrm>
          <a:prstGeom prst="rect">
            <a:avLst/>
          </a:prstGeom>
          <a:solidFill>
            <a:schemeClr val="accent1">
              <a:lumMod val="40000"/>
              <a:lumOff val="60000"/>
            </a:schemeClr>
          </a:solidFill>
          <a:ln w="0">
            <a:noFill/>
          </a:ln>
        </p:spPr>
        <p:style>
          <a:lnRef idx="0"/>
          <a:fillRef idx="0"/>
          <a:effectRef idx="0"/>
          <a:fontRef idx="minor"/>
        </p:style>
        <p:txBody>
          <a:bodyPr lIns="90000" rIns="90000" tIns="45000" bIns="45000" anchor="t">
            <a:spAutoFit/>
          </a:bodyPr>
          <a:p>
            <a:pPr algn="just" defTabSz="914400">
              <a:lnSpc>
                <a:spcPct val="107000"/>
              </a:lnSpc>
              <a:spcAft>
                <a:spcPts val="799"/>
              </a:spcAft>
              <a:tabLst>
                <a:tab algn="l" pos="678240"/>
              </a:tabLst>
            </a:pPr>
            <a:r>
              <a:rPr lang="it-IT" sz="1800" b="1" u="none" strike="noStrike">
                <a:solidFill>
                  <a:srgbClr val="050e17"/>
                </a:solidFill>
                <a:effectLst/>
                <a:uFillTx/>
                <a:latin typeface="-apple-system"/>
              </a:rPr>
              <a:t>Dal codice JAVA al file class compilato</a:t>
            </a:r>
            <a:endParaRPr lang="it-IT" sz="1800" b="0" u="none" strike="noStrike">
              <a:solidFill>
                <a:srgbClr val="000000"/>
              </a:solidFill>
              <a:effectLst/>
              <a:uFillTx/>
              <a:latin typeface="Arial"/>
            </a:endParaRPr>
          </a:p>
        </p:txBody>
      </p:sp>
      <p:sp>
        <p:nvSpPr>
          <p:cNvPr id="678" name="CasellaDiTesto 10"/>
          <p:cNvSpPr/>
          <p:nvPr/>
        </p:nvSpPr>
        <p:spPr>
          <a:xfrm>
            <a:off x="3705480" y="381960"/>
            <a:ext cx="6094080" cy="36900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lang="it-IT" sz="1800" b="1" u="none" strike="noStrike">
                <a:solidFill>
                  <a:schemeClr val="dk1"/>
                </a:solidFill>
                <a:effectLst/>
                <a:uFillTx/>
                <a:latin typeface="Calibri"/>
              </a:rPr>
              <a:t>La compilazione ed esecuzione da VSCode</a:t>
            </a:r>
            <a:endParaRPr lang="it-IT" sz="1800" b="0" u="none" strike="noStrike">
              <a:solidFill>
                <a:srgbClr val="000000"/>
              </a:solidFill>
              <a:effectLst/>
              <a:uFillTx/>
              <a:latin typeface="Arial"/>
            </a:endParaRPr>
          </a:p>
        </p:txBody>
      </p:sp>
      <p:sp>
        <p:nvSpPr>
          <p:cNvPr id="679" name="CasellaDiTesto 4"/>
          <p:cNvSpPr/>
          <p:nvPr/>
        </p:nvSpPr>
        <p:spPr>
          <a:xfrm>
            <a:off x="3702240" y="1278000"/>
            <a:ext cx="6094080" cy="147708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lang="it-IT" sz="1800" b="0" u="none" strike="noStrike">
                <a:solidFill>
                  <a:srgbClr val="050e17"/>
                </a:solidFill>
                <a:effectLst/>
                <a:uFillTx/>
                <a:latin typeface="-apple-system"/>
              </a:rPr>
              <a:t>VSCode è un editor di codice sorgente open source che supporta la programmazione in Java; non è propriamente definibile un ambiente integrato, sebbene fornisca numerose funzionalità a supporto, tanto che si potrebbe intendere anche così.</a:t>
            </a:r>
            <a:endParaRPr lang="it-IT"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0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680" name="Picture 2" descr="Java Logo, symbol, meaning, history, PNG, brand"/>
          <p:cNvPicPr/>
          <p:nvPr/>
        </p:nvPicPr>
        <p:blipFill>
          <a:blip r:embed="rId1"/>
          <a:stretch/>
        </p:blipFill>
        <p:spPr>
          <a:xfrm>
            <a:off x="10632600" y="0"/>
            <a:ext cx="1420560" cy="795240"/>
          </a:xfrm>
          <a:prstGeom prst="rect">
            <a:avLst/>
          </a:prstGeom>
          <a:noFill/>
          <a:ln w="0">
            <a:noFill/>
          </a:ln>
        </p:spPr>
      </p:pic>
      <p:sp>
        <p:nvSpPr>
          <p:cNvPr id="681" name="CasellaDiTesto 2"/>
          <p:cNvSpPr/>
          <p:nvPr/>
        </p:nvSpPr>
        <p:spPr>
          <a:xfrm>
            <a:off x="281880" y="421920"/>
            <a:ext cx="3114000" cy="373320"/>
          </a:xfrm>
          <a:prstGeom prst="rect">
            <a:avLst/>
          </a:prstGeom>
          <a:solidFill>
            <a:schemeClr val="accent2">
              <a:lumMod val="40000"/>
              <a:lumOff val="60000"/>
            </a:schemeClr>
          </a:solidFill>
          <a:ln w="0">
            <a:noFill/>
          </a:ln>
        </p:spPr>
        <p:style>
          <a:lnRef idx="0"/>
          <a:fillRef idx="0"/>
          <a:effectRef idx="0"/>
          <a:fontRef idx="minor"/>
        </p:style>
        <p:txBody>
          <a:bodyPr lIns="90000" rIns="90000" tIns="45000" bIns="45000" anchor="t">
            <a:spAutoFit/>
          </a:bodyPr>
          <a:p>
            <a:pPr algn="just" defTabSz="914400">
              <a:lnSpc>
                <a:spcPct val="107000"/>
              </a:lnSpc>
              <a:spcAft>
                <a:spcPts val="799"/>
              </a:spcAft>
              <a:tabLst>
                <a:tab algn="l" pos="678240"/>
              </a:tabLst>
            </a:pPr>
            <a:r>
              <a:rPr lang="it-IT" sz="1800" b="1" u="none" strike="noStrike">
                <a:solidFill>
                  <a:srgbClr val="050e17"/>
                </a:solidFill>
                <a:effectLst/>
                <a:uFillTx/>
                <a:latin typeface="-apple-system"/>
              </a:rPr>
              <a:t>Eseguiamo il programma</a:t>
            </a:r>
            <a:endParaRPr lang="it-IT" sz="1800" b="0" u="none" strike="noStrike">
              <a:solidFill>
                <a:srgbClr val="000000"/>
              </a:solidFill>
              <a:effectLst/>
              <a:uFillTx/>
              <a:latin typeface="Arial"/>
            </a:endParaRPr>
          </a:p>
        </p:txBody>
      </p:sp>
      <p:sp>
        <p:nvSpPr>
          <p:cNvPr id="682" name="CasellaDiTesto 3"/>
          <p:cNvSpPr/>
          <p:nvPr/>
        </p:nvSpPr>
        <p:spPr>
          <a:xfrm>
            <a:off x="3702240" y="795600"/>
            <a:ext cx="8350920" cy="369000"/>
          </a:xfrm>
          <a:prstGeom prst="rect">
            <a:avLst/>
          </a:prstGeom>
          <a:solidFill>
            <a:schemeClr val="accent4">
              <a:lumMod val="40000"/>
              <a:lumOff val="60000"/>
            </a:schemeClr>
          </a:solidFill>
          <a:ln w="0">
            <a:noFill/>
          </a:ln>
        </p:spPr>
        <p:style>
          <a:lnRef idx="0"/>
          <a:fillRef idx="0"/>
          <a:effectRef idx="0"/>
          <a:fontRef idx="minor"/>
        </p:style>
        <p:txBody>
          <a:bodyPr lIns="90000" rIns="90000" tIns="45000" bIns="45000" anchor="t">
            <a:spAutoFit/>
          </a:bodyPr>
          <a:p>
            <a:pPr defTabSz="914400">
              <a:lnSpc>
                <a:spcPct val="100000"/>
              </a:lnSpc>
            </a:pPr>
            <a:r>
              <a:rPr lang="it-IT" sz="1800" b="0" u="none" strike="noStrike">
                <a:solidFill>
                  <a:srgbClr val="050e17"/>
                </a:solidFill>
                <a:effectLst/>
                <a:uFillTx/>
                <a:latin typeface="-apple-system"/>
              </a:rPr>
              <a:t>L’editor di codice VSCode</a:t>
            </a:r>
            <a:endParaRPr lang="it-IT" sz="1800" b="0" u="none" strike="noStrike">
              <a:solidFill>
                <a:srgbClr val="000000"/>
              </a:solidFill>
              <a:effectLst/>
              <a:uFillTx/>
              <a:latin typeface="Arial"/>
            </a:endParaRPr>
          </a:p>
        </p:txBody>
      </p:sp>
      <p:sp>
        <p:nvSpPr>
          <p:cNvPr id="683" name="CasellaDiTesto 7"/>
          <p:cNvSpPr/>
          <p:nvPr/>
        </p:nvSpPr>
        <p:spPr>
          <a:xfrm>
            <a:off x="281880" y="932040"/>
            <a:ext cx="3114000" cy="671400"/>
          </a:xfrm>
          <a:prstGeom prst="rect">
            <a:avLst/>
          </a:prstGeom>
          <a:solidFill>
            <a:schemeClr val="accent1">
              <a:lumMod val="40000"/>
              <a:lumOff val="60000"/>
            </a:schemeClr>
          </a:solidFill>
          <a:ln w="0">
            <a:noFill/>
          </a:ln>
        </p:spPr>
        <p:style>
          <a:lnRef idx="0"/>
          <a:fillRef idx="0"/>
          <a:effectRef idx="0"/>
          <a:fontRef idx="minor"/>
        </p:style>
        <p:txBody>
          <a:bodyPr lIns="90000" rIns="90000" tIns="45000" bIns="45000" anchor="t">
            <a:spAutoFit/>
          </a:bodyPr>
          <a:p>
            <a:pPr algn="just" defTabSz="914400">
              <a:lnSpc>
                <a:spcPct val="107000"/>
              </a:lnSpc>
              <a:spcAft>
                <a:spcPts val="799"/>
              </a:spcAft>
              <a:tabLst>
                <a:tab algn="l" pos="678240"/>
              </a:tabLst>
            </a:pPr>
            <a:r>
              <a:rPr lang="it-IT" sz="1800" b="1" u="none" strike="noStrike">
                <a:solidFill>
                  <a:srgbClr val="050e17"/>
                </a:solidFill>
                <a:effectLst/>
                <a:uFillTx/>
                <a:latin typeface="-apple-system"/>
              </a:rPr>
              <a:t>Dal codice JAVA al file class compilato</a:t>
            </a:r>
            <a:endParaRPr lang="it-IT" sz="1800" b="0" u="none" strike="noStrike">
              <a:solidFill>
                <a:srgbClr val="000000"/>
              </a:solidFill>
              <a:effectLst/>
              <a:uFillTx/>
              <a:latin typeface="Arial"/>
            </a:endParaRPr>
          </a:p>
        </p:txBody>
      </p:sp>
      <p:sp>
        <p:nvSpPr>
          <p:cNvPr id="684" name="CasellaDiTesto 10"/>
          <p:cNvSpPr/>
          <p:nvPr/>
        </p:nvSpPr>
        <p:spPr>
          <a:xfrm>
            <a:off x="3705480" y="381960"/>
            <a:ext cx="6094080" cy="36900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lang="it-IT" sz="1800" b="1" u="none" strike="noStrike">
                <a:solidFill>
                  <a:schemeClr val="dk1"/>
                </a:solidFill>
                <a:effectLst/>
                <a:uFillTx/>
                <a:latin typeface="Calibri"/>
              </a:rPr>
              <a:t>La compilazione ed esecuzione da VSCode</a:t>
            </a:r>
            <a:endParaRPr lang="it-IT" sz="1800" b="0" u="none" strike="noStrike">
              <a:solidFill>
                <a:srgbClr val="000000"/>
              </a:solidFill>
              <a:effectLst/>
              <a:uFillTx/>
              <a:latin typeface="Arial"/>
            </a:endParaRPr>
          </a:p>
        </p:txBody>
      </p:sp>
      <p:sp>
        <p:nvSpPr>
          <p:cNvPr id="685" name="CasellaDiTesto 4"/>
          <p:cNvSpPr/>
          <p:nvPr/>
        </p:nvSpPr>
        <p:spPr>
          <a:xfrm>
            <a:off x="3702240" y="1278000"/>
            <a:ext cx="6094080" cy="175392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lang="it-IT" sz="1800" b="0" u="none" strike="noStrike">
                <a:solidFill>
                  <a:srgbClr val="050e17"/>
                </a:solidFill>
                <a:effectLst/>
                <a:uFillTx/>
                <a:latin typeface="-apple-system"/>
              </a:rPr>
              <a:t>VSCode è un editor di codice sorgente open source che supporta la programmazione in Java; non è propriamente definibile un ambiente integrato, sebbene fornisca numerose funzionalità a supporto, tanto che si potrebbe intendere anche così.</a:t>
            </a:r>
            <a:endParaRPr lang="it-IT" sz="1800" b="0" u="none" strike="noStrike">
              <a:solidFill>
                <a:srgbClr val="000000"/>
              </a:solidFill>
              <a:effectLst/>
              <a:uFillTx/>
              <a:latin typeface="Arial"/>
            </a:endParaRPr>
          </a:p>
          <a:p>
            <a:pPr defTabSz="914400">
              <a:lnSpc>
                <a:spcPct val="100000"/>
              </a:lnSpc>
            </a:pPr>
            <a:r>
              <a:rPr lang="it-IT" sz="1800" b="0" u="none" strike="noStrike">
                <a:solidFill>
                  <a:srgbClr val="050e17"/>
                </a:solidFill>
                <a:effectLst/>
                <a:uFillTx/>
                <a:latin typeface="-apple-system"/>
              </a:rPr>
              <a:t>Vediamo come compilare ed eseguire con VSCode</a:t>
            </a:r>
            <a:endParaRPr lang="it-IT"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0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686" name="Picture 2" descr="Java Logo, symbol, meaning, history, PNG, brand"/>
          <p:cNvPicPr/>
          <p:nvPr/>
        </p:nvPicPr>
        <p:blipFill>
          <a:blip r:embed="rId1"/>
          <a:stretch/>
        </p:blipFill>
        <p:spPr>
          <a:xfrm>
            <a:off x="10632600" y="0"/>
            <a:ext cx="1420560" cy="795240"/>
          </a:xfrm>
          <a:prstGeom prst="rect">
            <a:avLst/>
          </a:prstGeom>
          <a:noFill/>
          <a:ln w="0">
            <a:noFill/>
          </a:ln>
        </p:spPr>
      </p:pic>
      <p:sp>
        <p:nvSpPr>
          <p:cNvPr id="687" name="CasellaDiTesto 2"/>
          <p:cNvSpPr/>
          <p:nvPr/>
        </p:nvSpPr>
        <p:spPr>
          <a:xfrm>
            <a:off x="281880" y="421920"/>
            <a:ext cx="3114000" cy="373320"/>
          </a:xfrm>
          <a:prstGeom prst="rect">
            <a:avLst/>
          </a:prstGeom>
          <a:solidFill>
            <a:schemeClr val="accent2">
              <a:lumMod val="40000"/>
              <a:lumOff val="60000"/>
            </a:schemeClr>
          </a:solidFill>
          <a:ln w="0">
            <a:noFill/>
          </a:ln>
        </p:spPr>
        <p:style>
          <a:lnRef idx="0"/>
          <a:fillRef idx="0"/>
          <a:effectRef idx="0"/>
          <a:fontRef idx="minor"/>
        </p:style>
        <p:txBody>
          <a:bodyPr lIns="90000" rIns="90000" tIns="45000" bIns="45000" anchor="t">
            <a:spAutoFit/>
          </a:bodyPr>
          <a:p>
            <a:pPr algn="just" defTabSz="914400">
              <a:lnSpc>
                <a:spcPct val="107000"/>
              </a:lnSpc>
              <a:spcAft>
                <a:spcPts val="799"/>
              </a:spcAft>
              <a:tabLst>
                <a:tab algn="l" pos="678240"/>
              </a:tabLst>
            </a:pPr>
            <a:r>
              <a:rPr lang="it-IT" sz="1800" b="1" u="none" strike="noStrike">
                <a:solidFill>
                  <a:srgbClr val="050e17"/>
                </a:solidFill>
                <a:effectLst/>
                <a:uFillTx/>
                <a:latin typeface="-apple-system"/>
              </a:rPr>
              <a:t>Eseguiamo il programma</a:t>
            </a:r>
            <a:endParaRPr lang="it-IT" sz="1800" b="0" u="none" strike="noStrike">
              <a:solidFill>
                <a:srgbClr val="000000"/>
              </a:solidFill>
              <a:effectLst/>
              <a:uFillTx/>
              <a:latin typeface="Arial"/>
            </a:endParaRPr>
          </a:p>
        </p:txBody>
      </p:sp>
      <p:sp>
        <p:nvSpPr>
          <p:cNvPr id="688" name="CasellaDiTesto 3"/>
          <p:cNvSpPr/>
          <p:nvPr/>
        </p:nvSpPr>
        <p:spPr>
          <a:xfrm>
            <a:off x="3702240" y="795600"/>
            <a:ext cx="8350920" cy="369000"/>
          </a:xfrm>
          <a:prstGeom prst="rect">
            <a:avLst/>
          </a:prstGeom>
          <a:solidFill>
            <a:schemeClr val="accent4">
              <a:lumMod val="40000"/>
              <a:lumOff val="60000"/>
            </a:schemeClr>
          </a:solidFill>
          <a:ln w="0">
            <a:noFill/>
          </a:ln>
        </p:spPr>
        <p:style>
          <a:lnRef idx="0"/>
          <a:fillRef idx="0"/>
          <a:effectRef idx="0"/>
          <a:fontRef idx="minor"/>
        </p:style>
        <p:txBody>
          <a:bodyPr lIns="90000" rIns="90000" tIns="45000" bIns="45000" anchor="t">
            <a:spAutoFit/>
          </a:bodyPr>
          <a:p>
            <a:pPr defTabSz="914400">
              <a:lnSpc>
                <a:spcPct val="100000"/>
              </a:lnSpc>
            </a:pPr>
            <a:r>
              <a:rPr lang="it-IT" sz="1800" b="0" u="none" strike="noStrike">
                <a:solidFill>
                  <a:srgbClr val="050e17"/>
                </a:solidFill>
                <a:effectLst/>
                <a:uFillTx/>
                <a:latin typeface="-apple-system"/>
              </a:rPr>
              <a:t>L’editor di codice VSCode</a:t>
            </a:r>
            <a:endParaRPr lang="it-IT" sz="1800" b="0" u="none" strike="noStrike">
              <a:solidFill>
                <a:srgbClr val="000000"/>
              </a:solidFill>
              <a:effectLst/>
              <a:uFillTx/>
              <a:latin typeface="Arial"/>
            </a:endParaRPr>
          </a:p>
        </p:txBody>
      </p:sp>
      <p:sp>
        <p:nvSpPr>
          <p:cNvPr id="689" name="CasellaDiTesto 7"/>
          <p:cNvSpPr/>
          <p:nvPr/>
        </p:nvSpPr>
        <p:spPr>
          <a:xfrm>
            <a:off x="281880" y="932040"/>
            <a:ext cx="3114000" cy="671400"/>
          </a:xfrm>
          <a:prstGeom prst="rect">
            <a:avLst/>
          </a:prstGeom>
          <a:solidFill>
            <a:schemeClr val="accent1">
              <a:lumMod val="40000"/>
              <a:lumOff val="60000"/>
            </a:schemeClr>
          </a:solidFill>
          <a:ln w="0">
            <a:noFill/>
          </a:ln>
        </p:spPr>
        <p:style>
          <a:lnRef idx="0"/>
          <a:fillRef idx="0"/>
          <a:effectRef idx="0"/>
          <a:fontRef idx="minor"/>
        </p:style>
        <p:txBody>
          <a:bodyPr lIns="90000" rIns="90000" tIns="45000" bIns="45000" anchor="t">
            <a:spAutoFit/>
          </a:bodyPr>
          <a:p>
            <a:pPr algn="just" defTabSz="914400">
              <a:lnSpc>
                <a:spcPct val="107000"/>
              </a:lnSpc>
              <a:spcAft>
                <a:spcPts val="799"/>
              </a:spcAft>
              <a:tabLst>
                <a:tab algn="l" pos="678240"/>
              </a:tabLst>
            </a:pPr>
            <a:r>
              <a:rPr lang="it-IT" sz="1800" b="1" u="none" strike="noStrike">
                <a:solidFill>
                  <a:srgbClr val="050e17"/>
                </a:solidFill>
                <a:effectLst/>
                <a:uFillTx/>
                <a:latin typeface="-apple-system"/>
              </a:rPr>
              <a:t>Dal codice JAVA al file class compilato</a:t>
            </a:r>
            <a:endParaRPr lang="it-IT" sz="1800" b="0" u="none" strike="noStrike">
              <a:solidFill>
                <a:srgbClr val="000000"/>
              </a:solidFill>
              <a:effectLst/>
              <a:uFillTx/>
              <a:latin typeface="Arial"/>
            </a:endParaRPr>
          </a:p>
        </p:txBody>
      </p:sp>
      <p:sp>
        <p:nvSpPr>
          <p:cNvPr id="690" name="CasellaDiTesto 10"/>
          <p:cNvSpPr/>
          <p:nvPr/>
        </p:nvSpPr>
        <p:spPr>
          <a:xfrm>
            <a:off x="3705480" y="381960"/>
            <a:ext cx="6094080" cy="36900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lang="it-IT" sz="1800" b="1" u="none" strike="noStrike">
                <a:solidFill>
                  <a:schemeClr val="dk1"/>
                </a:solidFill>
                <a:effectLst/>
                <a:uFillTx/>
                <a:latin typeface="Calibri"/>
              </a:rPr>
              <a:t>La compilazione ed esecuzione da VSCode</a:t>
            </a:r>
            <a:endParaRPr lang="it-IT" sz="1800" b="0" u="none" strike="noStrike">
              <a:solidFill>
                <a:srgbClr val="000000"/>
              </a:solidFill>
              <a:effectLst/>
              <a:uFillTx/>
              <a:latin typeface="Arial"/>
            </a:endParaRPr>
          </a:p>
        </p:txBody>
      </p:sp>
      <p:sp>
        <p:nvSpPr>
          <p:cNvPr id="691" name="CasellaDiTesto 4"/>
          <p:cNvSpPr/>
          <p:nvPr/>
        </p:nvSpPr>
        <p:spPr>
          <a:xfrm>
            <a:off x="3702240" y="1278000"/>
            <a:ext cx="6094080" cy="175392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lang="it-IT" sz="1800" b="0" u="none" strike="noStrike">
                <a:solidFill>
                  <a:srgbClr val="050e17"/>
                </a:solidFill>
                <a:effectLst/>
                <a:uFillTx/>
                <a:latin typeface="-apple-system"/>
              </a:rPr>
              <a:t>VSCode è un editor di codice sorgente open source che supporta la programmazione in Java; non è propriamente definibile un ambiente integrato, sebbene fornisca numerose funzionalità a supporto, tanto che si potrebbe intendere anche così.</a:t>
            </a:r>
            <a:endParaRPr lang="it-IT" sz="1800" b="0" u="none" strike="noStrike">
              <a:solidFill>
                <a:srgbClr val="000000"/>
              </a:solidFill>
              <a:effectLst/>
              <a:uFillTx/>
              <a:latin typeface="Arial"/>
            </a:endParaRPr>
          </a:p>
          <a:p>
            <a:pPr defTabSz="914400">
              <a:lnSpc>
                <a:spcPct val="100000"/>
              </a:lnSpc>
            </a:pPr>
            <a:r>
              <a:rPr lang="it-IT" sz="1800" b="0" u="none" strike="noStrike">
                <a:solidFill>
                  <a:srgbClr val="050e17"/>
                </a:solidFill>
                <a:effectLst/>
                <a:uFillTx/>
                <a:latin typeface="-apple-system"/>
              </a:rPr>
              <a:t>Vediamo come compilare ed eseguire con VSCode</a:t>
            </a:r>
            <a:endParaRPr lang="it-IT" sz="1800" b="0" u="none" strike="noStrike">
              <a:solidFill>
                <a:srgbClr val="000000"/>
              </a:solidFill>
              <a:effectLst/>
              <a:uFillTx/>
              <a:latin typeface="Arial"/>
            </a:endParaRPr>
          </a:p>
        </p:txBody>
      </p:sp>
      <p:sp>
        <p:nvSpPr>
          <p:cNvPr id="692" name="CasellaDiTesto 8"/>
          <p:cNvSpPr/>
          <p:nvPr/>
        </p:nvSpPr>
        <p:spPr>
          <a:xfrm>
            <a:off x="281880" y="3137760"/>
            <a:ext cx="11613600" cy="1199880"/>
          </a:xfrm>
          <a:prstGeom prst="rect">
            <a:avLst/>
          </a:prstGeom>
          <a:solidFill>
            <a:schemeClr val="accent4">
              <a:lumMod val="40000"/>
              <a:lumOff val="60000"/>
            </a:schemeClr>
          </a:solidFill>
          <a:ln w="0">
            <a:noFill/>
          </a:ln>
        </p:spPr>
        <p:style>
          <a:lnRef idx="0"/>
          <a:fillRef idx="0"/>
          <a:effectRef idx="0"/>
          <a:fontRef idx="minor"/>
        </p:style>
        <p:txBody>
          <a:bodyPr lIns="90000" rIns="90000" tIns="45000" bIns="45000" anchor="t">
            <a:spAutoFit/>
          </a:bodyPr>
          <a:p>
            <a:pPr defTabSz="914400">
              <a:lnSpc>
                <a:spcPct val="100000"/>
              </a:lnSpc>
            </a:pPr>
            <a:r>
              <a:rPr lang="it-IT" sz="1800" b="0" u="none" strike="noStrike">
                <a:solidFill>
                  <a:srgbClr val="050e17"/>
                </a:solidFill>
                <a:effectLst/>
                <a:uFillTx/>
                <a:latin typeface="-apple-system"/>
              </a:rPr>
              <a:t>Per compilare il programma, puoi usare il suo terminale come il terminale del tuo sistema operativo.</a:t>
            </a:r>
            <a:endParaRPr lang="it-IT" sz="1800" b="0" u="none" strike="noStrike">
              <a:solidFill>
                <a:srgbClr val="000000"/>
              </a:solidFill>
              <a:effectLst/>
              <a:uFillTx/>
              <a:latin typeface="Arial"/>
            </a:endParaRPr>
          </a:p>
          <a:p>
            <a:pPr defTabSz="914400">
              <a:lnSpc>
                <a:spcPct val="100000"/>
              </a:lnSpc>
            </a:pPr>
            <a:r>
              <a:rPr lang="it-IT" sz="1800" b="0" u="none" strike="noStrike">
                <a:solidFill>
                  <a:srgbClr val="050e17"/>
                </a:solidFill>
                <a:effectLst/>
                <a:uFillTx/>
                <a:latin typeface="-apple-system"/>
              </a:rPr>
              <a:t>Apri il terminale di VSCode utilizzando il comando "Terminal" -&gt; "New Terminal" dal menu principale. </a:t>
            </a:r>
            <a:endParaRPr lang="it-IT" sz="1800" b="0" u="none" strike="noStrike">
              <a:solidFill>
                <a:srgbClr val="000000"/>
              </a:solidFill>
              <a:effectLst/>
              <a:uFillTx/>
              <a:latin typeface="Arial"/>
            </a:endParaRPr>
          </a:p>
          <a:p>
            <a:pPr defTabSz="914400">
              <a:lnSpc>
                <a:spcPct val="100000"/>
              </a:lnSpc>
            </a:pPr>
            <a:r>
              <a:rPr lang="it-IT" sz="1800" b="0" u="none" strike="noStrike">
                <a:solidFill>
                  <a:srgbClr val="050e17"/>
                </a:solidFill>
                <a:effectLst/>
                <a:uFillTx/>
                <a:latin typeface="-apple-system"/>
              </a:rPr>
              <a:t>Assicurati di essere nella directory del progetto o naviga fino ad essa utilizzando il comando "cd" e compila il programma utilizzando il comando "javac". </a:t>
            </a:r>
            <a:endParaRPr lang="it-IT"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0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693" name="Picture 2" descr="Java Logo, symbol, meaning, history, PNG, brand"/>
          <p:cNvPicPr/>
          <p:nvPr/>
        </p:nvPicPr>
        <p:blipFill>
          <a:blip r:embed="rId1"/>
          <a:stretch/>
        </p:blipFill>
        <p:spPr>
          <a:xfrm>
            <a:off x="10632600" y="0"/>
            <a:ext cx="1420560" cy="795240"/>
          </a:xfrm>
          <a:prstGeom prst="rect">
            <a:avLst/>
          </a:prstGeom>
          <a:noFill/>
          <a:ln w="0">
            <a:noFill/>
          </a:ln>
        </p:spPr>
      </p:pic>
      <p:sp>
        <p:nvSpPr>
          <p:cNvPr id="694" name="CasellaDiTesto 2"/>
          <p:cNvSpPr/>
          <p:nvPr/>
        </p:nvSpPr>
        <p:spPr>
          <a:xfrm>
            <a:off x="281880" y="421920"/>
            <a:ext cx="3114000" cy="373320"/>
          </a:xfrm>
          <a:prstGeom prst="rect">
            <a:avLst/>
          </a:prstGeom>
          <a:solidFill>
            <a:schemeClr val="accent2">
              <a:lumMod val="40000"/>
              <a:lumOff val="60000"/>
            </a:schemeClr>
          </a:solidFill>
          <a:ln w="0">
            <a:noFill/>
          </a:ln>
        </p:spPr>
        <p:style>
          <a:lnRef idx="0"/>
          <a:fillRef idx="0"/>
          <a:effectRef idx="0"/>
          <a:fontRef idx="minor"/>
        </p:style>
        <p:txBody>
          <a:bodyPr lIns="90000" rIns="90000" tIns="45000" bIns="45000" anchor="t">
            <a:spAutoFit/>
          </a:bodyPr>
          <a:p>
            <a:pPr algn="just" defTabSz="914400">
              <a:lnSpc>
                <a:spcPct val="107000"/>
              </a:lnSpc>
              <a:spcAft>
                <a:spcPts val="799"/>
              </a:spcAft>
              <a:tabLst>
                <a:tab algn="l" pos="678240"/>
              </a:tabLst>
            </a:pPr>
            <a:r>
              <a:rPr lang="it-IT" sz="1800" b="1" u="none" strike="noStrike">
                <a:solidFill>
                  <a:srgbClr val="050e17"/>
                </a:solidFill>
                <a:effectLst/>
                <a:uFillTx/>
                <a:latin typeface="-apple-system"/>
              </a:rPr>
              <a:t>Eseguiamo il programma</a:t>
            </a:r>
            <a:endParaRPr lang="it-IT" sz="1800" b="0" u="none" strike="noStrike">
              <a:solidFill>
                <a:srgbClr val="000000"/>
              </a:solidFill>
              <a:effectLst/>
              <a:uFillTx/>
              <a:latin typeface="Arial"/>
            </a:endParaRPr>
          </a:p>
        </p:txBody>
      </p:sp>
      <p:sp>
        <p:nvSpPr>
          <p:cNvPr id="695" name="CasellaDiTesto 3"/>
          <p:cNvSpPr/>
          <p:nvPr/>
        </p:nvSpPr>
        <p:spPr>
          <a:xfrm>
            <a:off x="3702240" y="795600"/>
            <a:ext cx="8350920" cy="369000"/>
          </a:xfrm>
          <a:prstGeom prst="rect">
            <a:avLst/>
          </a:prstGeom>
          <a:solidFill>
            <a:schemeClr val="accent4">
              <a:lumMod val="40000"/>
              <a:lumOff val="60000"/>
            </a:schemeClr>
          </a:solidFill>
          <a:ln w="0">
            <a:noFill/>
          </a:ln>
        </p:spPr>
        <p:style>
          <a:lnRef idx="0"/>
          <a:fillRef idx="0"/>
          <a:effectRef idx="0"/>
          <a:fontRef idx="minor"/>
        </p:style>
        <p:txBody>
          <a:bodyPr lIns="90000" rIns="90000" tIns="45000" bIns="45000" anchor="t">
            <a:spAutoFit/>
          </a:bodyPr>
          <a:p>
            <a:pPr defTabSz="914400">
              <a:lnSpc>
                <a:spcPct val="100000"/>
              </a:lnSpc>
            </a:pPr>
            <a:r>
              <a:rPr lang="it-IT" sz="1800" b="0" u="none" strike="noStrike">
                <a:solidFill>
                  <a:srgbClr val="050e17"/>
                </a:solidFill>
                <a:effectLst/>
                <a:uFillTx/>
                <a:latin typeface="-apple-system"/>
              </a:rPr>
              <a:t>L’editor di codice VSCode</a:t>
            </a:r>
            <a:endParaRPr lang="it-IT" sz="1800" b="0" u="none" strike="noStrike">
              <a:solidFill>
                <a:srgbClr val="000000"/>
              </a:solidFill>
              <a:effectLst/>
              <a:uFillTx/>
              <a:latin typeface="Arial"/>
            </a:endParaRPr>
          </a:p>
        </p:txBody>
      </p:sp>
      <p:sp>
        <p:nvSpPr>
          <p:cNvPr id="696" name="CasellaDiTesto 7"/>
          <p:cNvSpPr/>
          <p:nvPr/>
        </p:nvSpPr>
        <p:spPr>
          <a:xfrm>
            <a:off x="281880" y="932040"/>
            <a:ext cx="3114000" cy="671400"/>
          </a:xfrm>
          <a:prstGeom prst="rect">
            <a:avLst/>
          </a:prstGeom>
          <a:solidFill>
            <a:schemeClr val="accent1">
              <a:lumMod val="40000"/>
              <a:lumOff val="60000"/>
            </a:schemeClr>
          </a:solidFill>
          <a:ln w="0">
            <a:noFill/>
          </a:ln>
        </p:spPr>
        <p:style>
          <a:lnRef idx="0"/>
          <a:fillRef idx="0"/>
          <a:effectRef idx="0"/>
          <a:fontRef idx="minor"/>
        </p:style>
        <p:txBody>
          <a:bodyPr lIns="90000" rIns="90000" tIns="45000" bIns="45000" anchor="t">
            <a:spAutoFit/>
          </a:bodyPr>
          <a:p>
            <a:pPr algn="just" defTabSz="914400">
              <a:lnSpc>
                <a:spcPct val="107000"/>
              </a:lnSpc>
              <a:spcAft>
                <a:spcPts val="799"/>
              </a:spcAft>
              <a:tabLst>
                <a:tab algn="l" pos="678240"/>
              </a:tabLst>
            </a:pPr>
            <a:r>
              <a:rPr lang="it-IT" sz="1800" b="1" u="none" strike="noStrike">
                <a:solidFill>
                  <a:srgbClr val="050e17"/>
                </a:solidFill>
                <a:effectLst/>
                <a:uFillTx/>
                <a:latin typeface="-apple-system"/>
              </a:rPr>
              <a:t>Dal codice JAVA al file class compilato</a:t>
            </a:r>
            <a:endParaRPr lang="it-IT" sz="1800" b="0" u="none" strike="noStrike">
              <a:solidFill>
                <a:srgbClr val="000000"/>
              </a:solidFill>
              <a:effectLst/>
              <a:uFillTx/>
              <a:latin typeface="Arial"/>
            </a:endParaRPr>
          </a:p>
        </p:txBody>
      </p:sp>
      <p:sp>
        <p:nvSpPr>
          <p:cNvPr id="697" name="CasellaDiTesto 10"/>
          <p:cNvSpPr/>
          <p:nvPr/>
        </p:nvSpPr>
        <p:spPr>
          <a:xfrm>
            <a:off x="3705480" y="381960"/>
            <a:ext cx="6094080" cy="36900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lang="it-IT" sz="1800" b="1" u="none" strike="noStrike">
                <a:solidFill>
                  <a:schemeClr val="dk1"/>
                </a:solidFill>
                <a:effectLst/>
                <a:uFillTx/>
                <a:latin typeface="Calibri"/>
              </a:rPr>
              <a:t>La compilazione ed esecuzione da VSCode</a:t>
            </a:r>
            <a:endParaRPr lang="it-IT" sz="1800" b="0" u="none" strike="noStrike">
              <a:solidFill>
                <a:srgbClr val="000000"/>
              </a:solidFill>
              <a:effectLst/>
              <a:uFillTx/>
              <a:latin typeface="Arial"/>
            </a:endParaRPr>
          </a:p>
        </p:txBody>
      </p:sp>
      <p:sp>
        <p:nvSpPr>
          <p:cNvPr id="698" name="CasellaDiTesto 4"/>
          <p:cNvSpPr/>
          <p:nvPr/>
        </p:nvSpPr>
        <p:spPr>
          <a:xfrm>
            <a:off x="3702240" y="1278000"/>
            <a:ext cx="6094080" cy="175392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lang="it-IT" sz="1800" b="0" u="none" strike="noStrike">
                <a:solidFill>
                  <a:srgbClr val="050e17"/>
                </a:solidFill>
                <a:effectLst/>
                <a:uFillTx/>
                <a:latin typeface="-apple-system"/>
              </a:rPr>
              <a:t>VSCode è un editor di codice sorgente open source che supporta la programmazione in Java; non è propriamente definibile un ambiente integrato, sebbene fornisca numerose funzionalità a supporto, tanto che si potrebbe intendere anche così.</a:t>
            </a:r>
            <a:endParaRPr lang="it-IT" sz="1800" b="0" u="none" strike="noStrike">
              <a:solidFill>
                <a:srgbClr val="000000"/>
              </a:solidFill>
              <a:effectLst/>
              <a:uFillTx/>
              <a:latin typeface="Arial"/>
            </a:endParaRPr>
          </a:p>
          <a:p>
            <a:pPr defTabSz="914400">
              <a:lnSpc>
                <a:spcPct val="100000"/>
              </a:lnSpc>
            </a:pPr>
            <a:r>
              <a:rPr lang="it-IT" sz="1800" b="0" u="none" strike="noStrike">
                <a:solidFill>
                  <a:srgbClr val="050e17"/>
                </a:solidFill>
                <a:effectLst/>
                <a:uFillTx/>
                <a:latin typeface="-apple-system"/>
              </a:rPr>
              <a:t>Vediamo come compilare ed eseguire con VSCode</a:t>
            </a:r>
            <a:endParaRPr lang="it-IT" sz="1800" b="0" u="none" strike="noStrike">
              <a:solidFill>
                <a:srgbClr val="000000"/>
              </a:solidFill>
              <a:effectLst/>
              <a:uFillTx/>
              <a:latin typeface="Arial"/>
            </a:endParaRPr>
          </a:p>
        </p:txBody>
      </p:sp>
      <p:sp>
        <p:nvSpPr>
          <p:cNvPr id="699" name="CasellaDiTesto 8"/>
          <p:cNvSpPr/>
          <p:nvPr/>
        </p:nvSpPr>
        <p:spPr>
          <a:xfrm>
            <a:off x="281880" y="3137760"/>
            <a:ext cx="11613600" cy="1199880"/>
          </a:xfrm>
          <a:prstGeom prst="rect">
            <a:avLst/>
          </a:prstGeom>
          <a:solidFill>
            <a:schemeClr val="accent4">
              <a:lumMod val="40000"/>
              <a:lumOff val="60000"/>
            </a:schemeClr>
          </a:solidFill>
          <a:ln w="0">
            <a:noFill/>
          </a:ln>
        </p:spPr>
        <p:style>
          <a:lnRef idx="0"/>
          <a:fillRef idx="0"/>
          <a:effectRef idx="0"/>
          <a:fontRef idx="minor"/>
        </p:style>
        <p:txBody>
          <a:bodyPr lIns="90000" rIns="90000" tIns="45000" bIns="45000" anchor="t">
            <a:spAutoFit/>
          </a:bodyPr>
          <a:p>
            <a:pPr defTabSz="914400">
              <a:lnSpc>
                <a:spcPct val="100000"/>
              </a:lnSpc>
            </a:pPr>
            <a:r>
              <a:rPr lang="it-IT" sz="1800" b="0" u="none" strike="noStrike">
                <a:solidFill>
                  <a:srgbClr val="050e17"/>
                </a:solidFill>
                <a:effectLst/>
                <a:uFillTx/>
                <a:latin typeface="-apple-system"/>
              </a:rPr>
              <a:t>Per compilare il programma, puoi usare il suo terminale come il terminale del tuo sistema operativo.</a:t>
            </a:r>
            <a:endParaRPr lang="it-IT" sz="1800" b="0" u="none" strike="noStrike">
              <a:solidFill>
                <a:srgbClr val="000000"/>
              </a:solidFill>
              <a:effectLst/>
              <a:uFillTx/>
              <a:latin typeface="Arial"/>
            </a:endParaRPr>
          </a:p>
          <a:p>
            <a:pPr defTabSz="914400">
              <a:lnSpc>
                <a:spcPct val="100000"/>
              </a:lnSpc>
            </a:pPr>
            <a:r>
              <a:rPr lang="it-IT" sz="1800" b="0" u="none" strike="noStrike">
                <a:solidFill>
                  <a:srgbClr val="050e17"/>
                </a:solidFill>
                <a:effectLst/>
                <a:uFillTx/>
                <a:latin typeface="-apple-system"/>
              </a:rPr>
              <a:t>Apri il terminale di VSCode utilizzando il comando "Terminal" -&gt; "New Terminal" dal menu principale. </a:t>
            </a:r>
            <a:endParaRPr lang="it-IT" sz="1800" b="0" u="none" strike="noStrike">
              <a:solidFill>
                <a:srgbClr val="000000"/>
              </a:solidFill>
              <a:effectLst/>
              <a:uFillTx/>
              <a:latin typeface="Arial"/>
            </a:endParaRPr>
          </a:p>
          <a:p>
            <a:pPr defTabSz="914400">
              <a:lnSpc>
                <a:spcPct val="100000"/>
              </a:lnSpc>
            </a:pPr>
            <a:r>
              <a:rPr lang="it-IT" sz="1800" b="0" u="none" strike="noStrike">
                <a:solidFill>
                  <a:srgbClr val="050e17"/>
                </a:solidFill>
                <a:effectLst/>
                <a:uFillTx/>
                <a:latin typeface="-apple-system"/>
              </a:rPr>
              <a:t>Assicurati di essere nella directory del progetto o naviga fino ad essa utilizzando il comando "cd" e compila il programma utilizzando il comando "javac". </a:t>
            </a:r>
            <a:endParaRPr lang="it-IT" sz="1800" b="0" u="none" strike="noStrike">
              <a:solidFill>
                <a:srgbClr val="000000"/>
              </a:solidFill>
              <a:effectLst/>
              <a:uFillTx/>
              <a:latin typeface="Arial"/>
            </a:endParaRPr>
          </a:p>
        </p:txBody>
      </p:sp>
      <p:sp>
        <p:nvSpPr>
          <p:cNvPr id="700" name="Rectangle 1"/>
          <p:cNvSpPr/>
          <p:nvPr/>
        </p:nvSpPr>
        <p:spPr>
          <a:xfrm>
            <a:off x="281880" y="4527000"/>
            <a:ext cx="4430520" cy="307440"/>
          </a:xfrm>
          <a:prstGeom prst="rect">
            <a:avLst/>
          </a:prstGeom>
          <a:solidFill>
            <a:srgbClr val="2b2b2b"/>
          </a:solidFill>
          <a:ln w="0">
            <a:noFill/>
          </a:ln>
        </p:spPr>
        <p:style>
          <a:lnRef idx="0"/>
          <a:fillRef idx="0"/>
          <a:effectRef idx="0"/>
          <a:fontRef idx="minor"/>
        </p:style>
        <p:txBody>
          <a:bodyPr numCol="1" spcCol="0" wrap="none" lIns="0" rIns="0" tIns="0" bIns="0" anchor="ctr">
            <a:spAutoFit/>
          </a:bodyPr>
          <a:p>
            <a:pPr defTabSz="914400">
              <a:lnSpc>
                <a:spcPct val="100000"/>
              </a:lnSpc>
              <a:tabLst>
                <a:tab algn="l" pos="0"/>
              </a:tabLst>
            </a:pPr>
            <a:r>
              <a:rPr lang="it-IT" sz="2000" b="0" u="none" strike="noStrike">
                <a:solidFill>
                  <a:srgbClr val="dcc6e0"/>
                </a:solidFill>
                <a:effectLst/>
                <a:uFillTx/>
                <a:latin typeface="Consolas"/>
              </a:rPr>
              <a:t>javac </a:t>
            </a:r>
            <a:r>
              <a:rPr lang="it-IT" sz="2000" b="0" u="none" strike="noStrike">
                <a:solidFill>
                  <a:srgbClr val="f8f8f2"/>
                </a:solidFill>
                <a:effectLst/>
                <a:uFillTx/>
                <a:latin typeface="Consolas"/>
              </a:rPr>
              <a:t>nomeClasseEseguibile.</a:t>
            </a:r>
            <a:r>
              <a:rPr lang="it-IT" sz="2000" b="0" u="none" strike="noStrike">
                <a:solidFill>
                  <a:srgbClr val="dcc6e0"/>
                </a:solidFill>
                <a:effectLst/>
                <a:uFillTx/>
                <a:latin typeface="Consolas"/>
              </a:rPr>
              <a:t>java</a:t>
            </a:r>
            <a:r>
              <a:rPr lang="it-IT" sz="2000" b="0" u="none" strike="noStrike">
                <a:solidFill>
                  <a:schemeClr val="dk1"/>
                </a:solidFill>
                <a:effectLst/>
                <a:uFillTx/>
                <a:latin typeface="Calibri"/>
              </a:rPr>
              <a:t> </a:t>
            </a:r>
            <a:endParaRPr lang="it-IT" sz="20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10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701" name="Picture 2" descr="Java Logo, symbol, meaning, history, PNG, brand"/>
          <p:cNvPicPr/>
          <p:nvPr/>
        </p:nvPicPr>
        <p:blipFill>
          <a:blip r:embed="rId1"/>
          <a:stretch/>
        </p:blipFill>
        <p:spPr>
          <a:xfrm>
            <a:off x="10632600" y="0"/>
            <a:ext cx="1420560" cy="795240"/>
          </a:xfrm>
          <a:prstGeom prst="rect">
            <a:avLst/>
          </a:prstGeom>
          <a:noFill/>
          <a:ln w="0">
            <a:noFill/>
          </a:ln>
        </p:spPr>
      </p:pic>
      <p:sp>
        <p:nvSpPr>
          <p:cNvPr id="702" name="CasellaDiTesto 2"/>
          <p:cNvSpPr/>
          <p:nvPr/>
        </p:nvSpPr>
        <p:spPr>
          <a:xfrm>
            <a:off x="281880" y="421920"/>
            <a:ext cx="3114000" cy="373320"/>
          </a:xfrm>
          <a:prstGeom prst="rect">
            <a:avLst/>
          </a:prstGeom>
          <a:solidFill>
            <a:schemeClr val="accent2">
              <a:lumMod val="40000"/>
              <a:lumOff val="60000"/>
            </a:schemeClr>
          </a:solidFill>
          <a:ln w="0">
            <a:noFill/>
          </a:ln>
        </p:spPr>
        <p:style>
          <a:lnRef idx="0"/>
          <a:fillRef idx="0"/>
          <a:effectRef idx="0"/>
          <a:fontRef idx="minor"/>
        </p:style>
        <p:txBody>
          <a:bodyPr lIns="90000" rIns="90000" tIns="45000" bIns="45000" anchor="t">
            <a:spAutoFit/>
          </a:bodyPr>
          <a:p>
            <a:pPr algn="just" defTabSz="914400">
              <a:lnSpc>
                <a:spcPct val="107000"/>
              </a:lnSpc>
              <a:spcAft>
                <a:spcPts val="799"/>
              </a:spcAft>
              <a:tabLst>
                <a:tab algn="l" pos="678240"/>
              </a:tabLst>
            </a:pPr>
            <a:r>
              <a:rPr lang="it-IT" sz="1800" b="1" u="none" strike="noStrike">
                <a:solidFill>
                  <a:srgbClr val="050e17"/>
                </a:solidFill>
                <a:effectLst/>
                <a:uFillTx/>
                <a:latin typeface="-apple-system"/>
              </a:rPr>
              <a:t>Eseguiamo il programma</a:t>
            </a:r>
            <a:endParaRPr lang="it-IT" sz="1800" b="0" u="none" strike="noStrike">
              <a:solidFill>
                <a:srgbClr val="000000"/>
              </a:solidFill>
              <a:effectLst/>
              <a:uFillTx/>
              <a:latin typeface="Arial"/>
            </a:endParaRPr>
          </a:p>
        </p:txBody>
      </p:sp>
      <p:sp>
        <p:nvSpPr>
          <p:cNvPr id="703" name="CasellaDiTesto 3"/>
          <p:cNvSpPr/>
          <p:nvPr/>
        </p:nvSpPr>
        <p:spPr>
          <a:xfrm>
            <a:off x="3702240" y="795600"/>
            <a:ext cx="8350920" cy="369000"/>
          </a:xfrm>
          <a:prstGeom prst="rect">
            <a:avLst/>
          </a:prstGeom>
          <a:solidFill>
            <a:schemeClr val="accent4">
              <a:lumMod val="40000"/>
              <a:lumOff val="60000"/>
            </a:schemeClr>
          </a:solidFill>
          <a:ln w="0">
            <a:noFill/>
          </a:ln>
        </p:spPr>
        <p:style>
          <a:lnRef idx="0"/>
          <a:fillRef idx="0"/>
          <a:effectRef idx="0"/>
          <a:fontRef idx="minor"/>
        </p:style>
        <p:txBody>
          <a:bodyPr lIns="90000" rIns="90000" tIns="45000" bIns="45000" anchor="t">
            <a:spAutoFit/>
          </a:bodyPr>
          <a:p>
            <a:pPr defTabSz="914400">
              <a:lnSpc>
                <a:spcPct val="100000"/>
              </a:lnSpc>
            </a:pPr>
            <a:r>
              <a:rPr lang="it-IT" sz="1800" b="0" u="none" strike="noStrike">
                <a:solidFill>
                  <a:srgbClr val="050e17"/>
                </a:solidFill>
                <a:effectLst/>
                <a:uFillTx/>
                <a:latin typeface="-apple-system"/>
              </a:rPr>
              <a:t>L’editor di codice VSCode</a:t>
            </a:r>
            <a:endParaRPr lang="it-IT" sz="1800" b="0" u="none" strike="noStrike">
              <a:solidFill>
                <a:srgbClr val="000000"/>
              </a:solidFill>
              <a:effectLst/>
              <a:uFillTx/>
              <a:latin typeface="Arial"/>
            </a:endParaRPr>
          </a:p>
        </p:txBody>
      </p:sp>
      <p:sp>
        <p:nvSpPr>
          <p:cNvPr id="704" name="CasellaDiTesto 7"/>
          <p:cNvSpPr/>
          <p:nvPr/>
        </p:nvSpPr>
        <p:spPr>
          <a:xfrm>
            <a:off x="281880" y="932040"/>
            <a:ext cx="3114000" cy="671400"/>
          </a:xfrm>
          <a:prstGeom prst="rect">
            <a:avLst/>
          </a:prstGeom>
          <a:solidFill>
            <a:schemeClr val="accent1">
              <a:lumMod val="40000"/>
              <a:lumOff val="60000"/>
            </a:schemeClr>
          </a:solidFill>
          <a:ln w="0">
            <a:noFill/>
          </a:ln>
        </p:spPr>
        <p:style>
          <a:lnRef idx="0"/>
          <a:fillRef idx="0"/>
          <a:effectRef idx="0"/>
          <a:fontRef idx="minor"/>
        </p:style>
        <p:txBody>
          <a:bodyPr lIns="90000" rIns="90000" tIns="45000" bIns="45000" anchor="t">
            <a:spAutoFit/>
          </a:bodyPr>
          <a:p>
            <a:pPr algn="just" defTabSz="914400">
              <a:lnSpc>
                <a:spcPct val="107000"/>
              </a:lnSpc>
              <a:spcAft>
                <a:spcPts val="799"/>
              </a:spcAft>
              <a:tabLst>
                <a:tab algn="l" pos="678240"/>
              </a:tabLst>
            </a:pPr>
            <a:r>
              <a:rPr lang="it-IT" sz="1800" b="1" u="none" strike="noStrike">
                <a:solidFill>
                  <a:srgbClr val="050e17"/>
                </a:solidFill>
                <a:effectLst/>
                <a:uFillTx/>
                <a:latin typeface="-apple-system"/>
              </a:rPr>
              <a:t>Dal codice JAVA al file class compilato</a:t>
            </a:r>
            <a:endParaRPr lang="it-IT" sz="1800" b="0" u="none" strike="noStrike">
              <a:solidFill>
                <a:srgbClr val="000000"/>
              </a:solidFill>
              <a:effectLst/>
              <a:uFillTx/>
              <a:latin typeface="Arial"/>
            </a:endParaRPr>
          </a:p>
        </p:txBody>
      </p:sp>
      <p:sp>
        <p:nvSpPr>
          <p:cNvPr id="705" name="CasellaDiTesto 10"/>
          <p:cNvSpPr/>
          <p:nvPr/>
        </p:nvSpPr>
        <p:spPr>
          <a:xfrm>
            <a:off x="3705480" y="381960"/>
            <a:ext cx="6094080" cy="36900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lang="it-IT" sz="1800" b="1" u="none" strike="noStrike">
                <a:solidFill>
                  <a:schemeClr val="dk1"/>
                </a:solidFill>
                <a:effectLst/>
                <a:uFillTx/>
                <a:latin typeface="Calibri"/>
              </a:rPr>
              <a:t>La compilazione ed esecuzione da VSCode</a:t>
            </a:r>
            <a:endParaRPr lang="it-IT" sz="1800" b="0" u="none" strike="noStrike">
              <a:solidFill>
                <a:srgbClr val="000000"/>
              </a:solidFill>
              <a:effectLst/>
              <a:uFillTx/>
              <a:latin typeface="Arial"/>
            </a:endParaRPr>
          </a:p>
        </p:txBody>
      </p:sp>
      <p:sp>
        <p:nvSpPr>
          <p:cNvPr id="706" name="CasellaDiTesto 4"/>
          <p:cNvSpPr/>
          <p:nvPr/>
        </p:nvSpPr>
        <p:spPr>
          <a:xfrm>
            <a:off x="3702240" y="1278000"/>
            <a:ext cx="6094080" cy="175392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lang="it-IT" sz="1800" b="0" u="none" strike="noStrike">
                <a:solidFill>
                  <a:srgbClr val="050e17"/>
                </a:solidFill>
                <a:effectLst/>
                <a:uFillTx/>
                <a:latin typeface="-apple-system"/>
              </a:rPr>
              <a:t>VSCode è un editor di codice sorgente open source che supporta la programmazione in Java; non è propriamente definibile un ambiente integrato, sebbene fornisca numerose funzionalità a supporto, tanto che si potrebbe intendere anche così.</a:t>
            </a:r>
            <a:endParaRPr lang="it-IT" sz="1800" b="0" u="none" strike="noStrike">
              <a:solidFill>
                <a:srgbClr val="000000"/>
              </a:solidFill>
              <a:effectLst/>
              <a:uFillTx/>
              <a:latin typeface="Arial"/>
            </a:endParaRPr>
          </a:p>
          <a:p>
            <a:pPr defTabSz="914400">
              <a:lnSpc>
                <a:spcPct val="100000"/>
              </a:lnSpc>
            </a:pPr>
            <a:r>
              <a:rPr lang="it-IT" sz="1800" b="0" u="none" strike="noStrike">
                <a:solidFill>
                  <a:srgbClr val="050e17"/>
                </a:solidFill>
                <a:effectLst/>
                <a:uFillTx/>
                <a:latin typeface="-apple-system"/>
              </a:rPr>
              <a:t>Vediamo come compilare ed eseguire con VSCode</a:t>
            </a:r>
            <a:endParaRPr lang="it-IT" sz="1800" b="0" u="none" strike="noStrike">
              <a:solidFill>
                <a:srgbClr val="000000"/>
              </a:solidFill>
              <a:effectLst/>
              <a:uFillTx/>
              <a:latin typeface="Arial"/>
            </a:endParaRPr>
          </a:p>
        </p:txBody>
      </p:sp>
      <p:sp>
        <p:nvSpPr>
          <p:cNvPr id="707" name="CasellaDiTesto 8"/>
          <p:cNvSpPr/>
          <p:nvPr/>
        </p:nvSpPr>
        <p:spPr>
          <a:xfrm>
            <a:off x="281880" y="3137760"/>
            <a:ext cx="11613600" cy="1199880"/>
          </a:xfrm>
          <a:prstGeom prst="rect">
            <a:avLst/>
          </a:prstGeom>
          <a:solidFill>
            <a:schemeClr val="accent4">
              <a:lumMod val="40000"/>
              <a:lumOff val="60000"/>
            </a:schemeClr>
          </a:solidFill>
          <a:ln w="0">
            <a:noFill/>
          </a:ln>
        </p:spPr>
        <p:style>
          <a:lnRef idx="0"/>
          <a:fillRef idx="0"/>
          <a:effectRef idx="0"/>
          <a:fontRef idx="minor"/>
        </p:style>
        <p:txBody>
          <a:bodyPr lIns="90000" rIns="90000" tIns="45000" bIns="45000" anchor="t">
            <a:spAutoFit/>
          </a:bodyPr>
          <a:p>
            <a:pPr defTabSz="914400">
              <a:lnSpc>
                <a:spcPct val="100000"/>
              </a:lnSpc>
            </a:pPr>
            <a:r>
              <a:rPr lang="it-IT" sz="1800" b="0" u="none" strike="noStrike">
                <a:solidFill>
                  <a:srgbClr val="050e17"/>
                </a:solidFill>
                <a:effectLst/>
                <a:uFillTx/>
                <a:latin typeface="-apple-system"/>
              </a:rPr>
              <a:t>Per compilare il programma, puoi usare il suo terminale come il terminale del tuo sistema operativo.</a:t>
            </a:r>
            <a:endParaRPr lang="it-IT" sz="1800" b="0" u="none" strike="noStrike">
              <a:solidFill>
                <a:srgbClr val="000000"/>
              </a:solidFill>
              <a:effectLst/>
              <a:uFillTx/>
              <a:latin typeface="Arial"/>
            </a:endParaRPr>
          </a:p>
          <a:p>
            <a:pPr defTabSz="914400">
              <a:lnSpc>
                <a:spcPct val="100000"/>
              </a:lnSpc>
            </a:pPr>
            <a:r>
              <a:rPr lang="it-IT" sz="1800" b="0" u="none" strike="noStrike">
                <a:solidFill>
                  <a:srgbClr val="050e17"/>
                </a:solidFill>
                <a:effectLst/>
                <a:uFillTx/>
                <a:latin typeface="-apple-system"/>
              </a:rPr>
              <a:t>Apri il terminale di VSCode utilizzando il comando "Terminal" -&gt; "New Terminal" dal menu principale. </a:t>
            </a:r>
            <a:endParaRPr lang="it-IT" sz="1800" b="0" u="none" strike="noStrike">
              <a:solidFill>
                <a:srgbClr val="000000"/>
              </a:solidFill>
              <a:effectLst/>
              <a:uFillTx/>
              <a:latin typeface="Arial"/>
            </a:endParaRPr>
          </a:p>
          <a:p>
            <a:pPr defTabSz="914400">
              <a:lnSpc>
                <a:spcPct val="100000"/>
              </a:lnSpc>
            </a:pPr>
            <a:r>
              <a:rPr lang="it-IT" sz="1800" b="0" u="none" strike="noStrike">
                <a:solidFill>
                  <a:srgbClr val="050e17"/>
                </a:solidFill>
                <a:effectLst/>
                <a:uFillTx/>
                <a:latin typeface="-apple-system"/>
              </a:rPr>
              <a:t>Assicurati di essere nella directory del progetto o naviga fino ad essa utilizzando il comando "cd" e compila il programma utilizzando il comando "javac". </a:t>
            </a:r>
            <a:endParaRPr lang="it-IT" sz="1800" b="0" u="none" strike="noStrike">
              <a:solidFill>
                <a:srgbClr val="000000"/>
              </a:solidFill>
              <a:effectLst/>
              <a:uFillTx/>
              <a:latin typeface="Arial"/>
            </a:endParaRPr>
          </a:p>
        </p:txBody>
      </p:sp>
      <p:sp>
        <p:nvSpPr>
          <p:cNvPr id="708" name="Rectangle 1"/>
          <p:cNvSpPr/>
          <p:nvPr/>
        </p:nvSpPr>
        <p:spPr>
          <a:xfrm>
            <a:off x="281880" y="4527000"/>
            <a:ext cx="4430520" cy="307440"/>
          </a:xfrm>
          <a:prstGeom prst="rect">
            <a:avLst/>
          </a:prstGeom>
          <a:solidFill>
            <a:srgbClr val="2b2b2b"/>
          </a:solidFill>
          <a:ln w="0">
            <a:noFill/>
          </a:ln>
        </p:spPr>
        <p:style>
          <a:lnRef idx="0"/>
          <a:fillRef idx="0"/>
          <a:effectRef idx="0"/>
          <a:fontRef idx="minor"/>
        </p:style>
        <p:txBody>
          <a:bodyPr numCol="1" spcCol="0" wrap="none" lIns="0" rIns="0" tIns="0" bIns="0" anchor="ctr">
            <a:spAutoFit/>
          </a:bodyPr>
          <a:p>
            <a:pPr defTabSz="914400">
              <a:lnSpc>
                <a:spcPct val="100000"/>
              </a:lnSpc>
              <a:tabLst>
                <a:tab algn="l" pos="0"/>
              </a:tabLst>
            </a:pPr>
            <a:r>
              <a:rPr lang="it-IT" sz="2000" b="0" u="none" strike="noStrike">
                <a:solidFill>
                  <a:srgbClr val="dcc6e0"/>
                </a:solidFill>
                <a:effectLst/>
                <a:uFillTx/>
                <a:latin typeface="Consolas"/>
              </a:rPr>
              <a:t>javac </a:t>
            </a:r>
            <a:r>
              <a:rPr lang="it-IT" sz="2000" b="0" u="none" strike="noStrike">
                <a:solidFill>
                  <a:srgbClr val="f8f8f2"/>
                </a:solidFill>
                <a:effectLst/>
                <a:uFillTx/>
                <a:latin typeface="Consolas"/>
              </a:rPr>
              <a:t>nomeClasseEseguibile.</a:t>
            </a:r>
            <a:r>
              <a:rPr lang="it-IT" sz="2000" b="0" u="none" strike="noStrike">
                <a:solidFill>
                  <a:srgbClr val="dcc6e0"/>
                </a:solidFill>
                <a:effectLst/>
                <a:uFillTx/>
                <a:latin typeface="Consolas"/>
              </a:rPr>
              <a:t>java</a:t>
            </a:r>
            <a:r>
              <a:rPr lang="it-IT" sz="2000" b="0" u="none" strike="noStrike">
                <a:solidFill>
                  <a:schemeClr val="dk1"/>
                </a:solidFill>
                <a:effectLst/>
                <a:uFillTx/>
                <a:latin typeface="Calibri"/>
              </a:rPr>
              <a:t> </a:t>
            </a:r>
            <a:endParaRPr lang="it-IT" sz="2000" b="0" u="none" strike="noStrike">
              <a:solidFill>
                <a:srgbClr val="ffffff"/>
              </a:solidFill>
              <a:effectLst/>
              <a:uFillTx/>
              <a:latin typeface="Arial"/>
            </a:endParaRPr>
          </a:p>
        </p:txBody>
      </p:sp>
      <p:sp>
        <p:nvSpPr>
          <p:cNvPr id="709" name="CasellaDiTesto 6"/>
          <p:cNvSpPr/>
          <p:nvPr/>
        </p:nvSpPr>
        <p:spPr>
          <a:xfrm>
            <a:off x="281880" y="4933440"/>
            <a:ext cx="11613600" cy="36900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lang="it-IT" sz="1800" b="0" u="none" strike="noStrike">
                <a:solidFill>
                  <a:srgbClr val="050e17"/>
                </a:solidFill>
                <a:effectLst/>
                <a:uFillTx/>
                <a:latin typeface="-apple-system"/>
              </a:rPr>
              <a:t>Ad esempio, se il file Java si chiama "HelloWorld.java", puoi compilare il programma utilizzando il seguente comando</a:t>
            </a:r>
            <a:endParaRPr lang="it-IT"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0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710" name="Picture 2" descr="Java Logo, symbol, meaning, history, PNG, brand"/>
          <p:cNvPicPr/>
          <p:nvPr/>
        </p:nvPicPr>
        <p:blipFill>
          <a:blip r:embed="rId1"/>
          <a:stretch/>
        </p:blipFill>
        <p:spPr>
          <a:xfrm>
            <a:off x="10632600" y="0"/>
            <a:ext cx="1420560" cy="795240"/>
          </a:xfrm>
          <a:prstGeom prst="rect">
            <a:avLst/>
          </a:prstGeom>
          <a:noFill/>
          <a:ln w="0">
            <a:noFill/>
          </a:ln>
        </p:spPr>
      </p:pic>
      <p:sp>
        <p:nvSpPr>
          <p:cNvPr id="711" name="CasellaDiTesto 2"/>
          <p:cNvSpPr/>
          <p:nvPr/>
        </p:nvSpPr>
        <p:spPr>
          <a:xfrm>
            <a:off x="281880" y="421920"/>
            <a:ext cx="3114000" cy="373320"/>
          </a:xfrm>
          <a:prstGeom prst="rect">
            <a:avLst/>
          </a:prstGeom>
          <a:solidFill>
            <a:schemeClr val="accent2">
              <a:lumMod val="40000"/>
              <a:lumOff val="60000"/>
            </a:schemeClr>
          </a:solidFill>
          <a:ln w="0">
            <a:noFill/>
          </a:ln>
        </p:spPr>
        <p:style>
          <a:lnRef idx="0"/>
          <a:fillRef idx="0"/>
          <a:effectRef idx="0"/>
          <a:fontRef idx="minor"/>
        </p:style>
        <p:txBody>
          <a:bodyPr lIns="90000" rIns="90000" tIns="45000" bIns="45000" anchor="t">
            <a:spAutoFit/>
          </a:bodyPr>
          <a:p>
            <a:pPr algn="just" defTabSz="914400">
              <a:lnSpc>
                <a:spcPct val="107000"/>
              </a:lnSpc>
              <a:spcAft>
                <a:spcPts val="799"/>
              </a:spcAft>
              <a:tabLst>
                <a:tab algn="l" pos="678240"/>
              </a:tabLst>
            </a:pPr>
            <a:r>
              <a:rPr lang="it-IT" sz="1800" b="1" u="none" strike="noStrike">
                <a:solidFill>
                  <a:srgbClr val="050e17"/>
                </a:solidFill>
                <a:effectLst/>
                <a:uFillTx/>
                <a:latin typeface="-apple-system"/>
              </a:rPr>
              <a:t>Eseguiamo il programma</a:t>
            </a:r>
            <a:endParaRPr lang="it-IT" sz="1800" b="0" u="none" strike="noStrike">
              <a:solidFill>
                <a:srgbClr val="000000"/>
              </a:solidFill>
              <a:effectLst/>
              <a:uFillTx/>
              <a:latin typeface="Arial"/>
            </a:endParaRPr>
          </a:p>
        </p:txBody>
      </p:sp>
      <p:sp>
        <p:nvSpPr>
          <p:cNvPr id="712" name="CasellaDiTesto 3"/>
          <p:cNvSpPr/>
          <p:nvPr/>
        </p:nvSpPr>
        <p:spPr>
          <a:xfrm>
            <a:off x="3702240" y="795600"/>
            <a:ext cx="8350920" cy="369000"/>
          </a:xfrm>
          <a:prstGeom prst="rect">
            <a:avLst/>
          </a:prstGeom>
          <a:solidFill>
            <a:schemeClr val="accent4">
              <a:lumMod val="40000"/>
              <a:lumOff val="60000"/>
            </a:schemeClr>
          </a:solidFill>
          <a:ln w="0">
            <a:noFill/>
          </a:ln>
        </p:spPr>
        <p:style>
          <a:lnRef idx="0"/>
          <a:fillRef idx="0"/>
          <a:effectRef idx="0"/>
          <a:fontRef idx="minor"/>
        </p:style>
        <p:txBody>
          <a:bodyPr lIns="90000" rIns="90000" tIns="45000" bIns="45000" anchor="t">
            <a:spAutoFit/>
          </a:bodyPr>
          <a:p>
            <a:pPr defTabSz="914400">
              <a:lnSpc>
                <a:spcPct val="100000"/>
              </a:lnSpc>
            </a:pPr>
            <a:r>
              <a:rPr lang="it-IT" sz="1800" b="0" u="none" strike="noStrike">
                <a:solidFill>
                  <a:srgbClr val="050e17"/>
                </a:solidFill>
                <a:effectLst/>
                <a:uFillTx/>
                <a:latin typeface="-apple-system"/>
              </a:rPr>
              <a:t>L’editor di codice VSCode</a:t>
            </a:r>
            <a:endParaRPr lang="it-IT" sz="1800" b="0" u="none" strike="noStrike">
              <a:solidFill>
                <a:srgbClr val="000000"/>
              </a:solidFill>
              <a:effectLst/>
              <a:uFillTx/>
              <a:latin typeface="Arial"/>
            </a:endParaRPr>
          </a:p>
        </p:txBody>
      </p:sp>
      <p:sp>
        <p:nvSpPr>
          <p:cNvPr id="713" name="CasellaDiTesto 7"/>
          <p:cNvSpPr/>
          <p:nvPr/>
        </p:nvSpPr>
        <p:spPr>
          <a:xfrm>
            <a:off x="281880" y="932040"/>
            <a:ext cx="3114000" cy="671400"/>
          </a:xfrm>
          <a:prstGeom prst="rect">
            <a:avLst/>
          </a:prstGeom>
          <a:solidFill>
            <a:schemeClr val="accent1">
              <a:lumMod val="40000"/>
              <a:lumOff val="60000"/>
            </a:schemeClr>
          </a:solidFill>
          <a:ln w="0">
            <a:noFill/>
          </a:ln>
        </p:spPr>
        <p:style>
          <a:lnRef idx="0"/>
          <a:fillRef idx="0"/>
          <a:effectRef idx="0"/>
          <a:fontRef idx="minor"/>
        </p:style>
        <p:txBody>
          <a:bodyPr lIns="90000" rIns="90000" tIns="45000" bIns="45000" anchor="t">
            <a:spAutoFit/>
          </a:bodyPr>
          <a:p>
            <a:pPr algn="just" defTabSz="914400">
              <a:lnSpc>
                <a:spcPct val="107000"/>
              </a:lnSpc>
              <a:spcAft>
                <a:spcPts val="799"/>
              </a:spcAft>
              <a:tabLst>
                <a:tab algn="l" pos="678240"/>
              </a:tabLst>
            </a:pPr>
            <a:r>
              <a:rPr lang="it-IT" sz="1800" b="1" u="none" strike="noStrike">
                <a:solidFill>
                  <a:srgbClr val="050e17"/>
                </a:solidFill>
                <a:effectLst/>
                <a:uFillTx/>
                <a:latin typeface="-apple-system"/>
              </a:rPr>
              <a:t>Dal codice JAVA al file class compilato</a:t>
            </a:r>
            <a:endParaRPr lang="it-IT" sz="1800" b="0" u="none" strike="noStrike">
              <a:solidFill>
                <a:srgbClr val="000000"/>
              </a:solidFill>
              <a:effectLst/>
              <a:uFillTx/>
              <a:latin typeface="Arial"/>
            </a:endParaRPr>
          </a:p>
        </p:txBody>
      </p:sp>
      <p:sp>
        <p:nvSpPr>
          <p:cNvPr id="714" name="CasellaDiTesto 10"/>
          <p:cNvSpPr/>
          <p:nvPr/>
        </p:nvSpPr>
        <p:spPr>
          <a:xfrm>
            <a:off x="3705480" y="381960"/>
            <a:ext cx="6094080" cy="36900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lang="it-IT" sz="1800" b="1" u="none" strike="noStrike">
                <a:solidFill>
                  <a:schemeClr val="dk1"/>
                </a:solidFill>
                <a:effectLst/>
                <a:uFillTx/>
                <a:latin typeface="Calibri"/>
              </a:rPr>
              <a:t>La compilazione ed esecuzione da VSCode</a:t>
            </a:r>
            <a:endParaRPr lang="it-IT" sz="1800" b="0" u="none" strike="noStrike">
              <a:solidFill>
                <a:srgbClr val="000000"/>
              </a:solidFill>
              <a:effectLst/>
              <a:uFillTx/>
              <a:latin typeface="Arial"/>
            </a:endParaRPr>
          </a:p>
        </p:txBody>
      </p:sp>
      <p:sp>
        <p:nvSpPr>
          <p:cNvPr id="715" name="CasellaDiTesto 4"/>
          <p:cNvSpPr/>
          <p:nvPr/>
        </p:nvSpPr>
        <p:spPr>
          <a:xfrm>
            <a:off x="3702240" y="1278000"/>
            <a:ext cx="6094080" cy="175392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lang="it-IT" sz="1800" b="0" u="none" strike="noStrike">
                <a:solidFill>
                  <a:srgbClr val="050e17"/>
                </a:solidFill>
                <a:effectLst/>
                <a:uFillTx/>
                <a:latin typeface="-apple-system"/>
              </a:rPr>
              <a:t>VSCode è un editor di codice sorgente open source che supporta la programmazione in Java; non è propriamente definibile un ambiente integrato, sebbene fornisca numerose funzionalità a supporto, tanto che si potrebbe intendere anche così.</a:t>
            </a:r>
            <a:endParaRPr lang="it-IT" sz="1800" b="0" u="none" strike="noStrike">
              <a:solidFill>
                <a:srgbClr val="000000"/>
              </a:solidFill>
              <a:effectLst/>
              <a:uFillTx/>
              <a:latin typeface="Arial"/>
            </a:endParaRPr>
          </a:p>
          <a:p>
            <a:pPr defTabSz="914400">
              <a:lnSpc>
                <a:spcPct val="100000"/>
              </a:lnSpc>
            </a:pPr>
            <a:r>
              <a:rPr lang="it-IT" sz="1800" b="0" u="none" strike="noStrike">
                <a:solidFill>
                  <a:srgbClr val="050e17"/>
                </a:solidFill>
                <a:effectLst/>
                <a:uFillTx/>
                <a:latin typeface="-apple-system"/>
              </a:rPr>
              <a:t>Vediamo come compilare ed eseguire con VSCode</a:t>
            </a:r>
            <a:endParaRPr lang="it-IT" sz="1800" b="0" u="none" strike="noStrike">
              <a:solidFill>
                <a:srgbClr val="000000"/>
              </a:solidFill>
              <a:effectLst/>
              <a:uFillTx/>
              <a:latin typeface="Arial"/>
            </a:endParaRPr>
          </a:p>
        </p:txBody>
      </p:sp>
      <p:sp>
        <p:nvSpPr>
          <p:cNvPr id="716" name="CasellaDiTesto 8"/>
          <p:cNvSpPr/>
          <p:nvPr/>
        </p:nvSpPr>
        <p:spPr>
          <a:xfrm>
            <a:off x="281880" y="3137760"/>
            <a:ext cx="11613600" cy="1199880"/>
          </a:xfrm>
          <a:prstGeom prst="rect">
            <a:avLst/>
          </a:prstGeom>
          <a:solidFill>
            <a:schemeClr val="accent4">
              <a:lumMod val="40000"/>
              <a:lumOff val="60000"/>
            </a:schemeClr>
          </a:solidFill>
          <a:ln w="0">
            <a:noFill/>
          </a:ln>
        </p:spPr>
        <p:style>
          <a:lnRef idx="0"/>
          <a:fillRef idx="0"/>
          <a:effectRef idx="0"/>
          <a:fontRef idx="minor"/>
        </p:style>
        <p:txBody>
          <a:bodyPr lIns="90000" rIns="90000" tIns="45000" bIns="45000" anchor="t">
            <a:spAutoFit/>
          </a:bodyPr>
          <a:p>
            <a:pPr defTabSz="914400">
              <a:lnSpc>
                <a:spcPct val="100000"/>
              </a:lnSpc>
            </a:pPr>
            <a:r>
              <a:rPr lang="it-IT" sz="1800" b="0" u="none" strike="noStrike">
                <a:solidFill>
                  <a:srgbClr val="050e17"/>
                </a:solidFill>
                <a:effectLst/>
                <a:uFillTx/>
                <a:latin typeface="-apple-system"/>
              </a:rPr>
              <a:t>Per compilare il programma, puoi usare il suo terminale come il terminale del tuo sistema operativo.</a:t>
            </a:r>
            <a:endParaRPr lang="it-IT" sz="1800" b="0" u="none" strike="noStrike">
              <a:solidFill>
                <a:srgbClr val="000000"/>
              </a:solidFill>
              <a:effectLst/>
              <a:uFillTx/>
              <a:latin typeface="Arial"/>
            </a:endParaRPr>
          </a:p>
          <a:p>
            <a:pPr defTabSz="914400">
              <a:lnSpc>
                <a:spcPct val="100000"/>
              </a:lnSpc>
            </a:pPr>
            <a:r>
              <a:rPr lang="it-IT" sz="1800" b="0" u="none" strike="noStrike">
                <a:solidFill>
                  <a:srgbClr val="050e17"/>
                </a:solidFill>
                <a:effectLst/>
                <a:uFillTx/>
                <a:latin typeface="-apple-system"/>
              </a:rPr>
              <a:t>Apri il terminale di VSCode utilizzando il comando "Terminal" -&gt; "New Terminal" dal menu principale. </a:t>
            </a:r>
            <a:endParaRPr lang="it-IT" sz="1800" b="0" u="none" strike="noStrike">
              <a:solidFill>
                <a:srgbClr val="000000"/>
              </a:solidFill>
              <a:effectLst/>
              <a:uFillTx/>
              <a:latin typeface="Arial"/>
            </a:endParaRPr>
          </a:p>
          <a:p>
            <a:pPr defTabSz="914400">
              <a:lnSpc>
                <a:spcPct val="100000"/>
              </a:lnSpc>
            </a:pPr>
            <a:r>
              <a:rPr lang="it-IT" sz="1800" b="0" u="none" strike="noStrike">
                <a:solidFill>
                  <a:srgbClr val="050e17"/>
                </a:solidFill>
                <a:effectLst/>
                <a:uFillTx/>
                <a:latin typeface="-apple-system"/>
              </a:rPr>
              <a:t>Assicurati di essere nella directory del progetto o naviga fino ad essa utilizzando il comando "cd" e compila il programma utilizzando il comando "javac". </a:t>
            </a:r>
            <a:endParaRPr lang="it-IT" sz="1800" b="0" u="none" strike="noStrike">
              <a:solidFill>
                <a:srgbClr val="000000"/>
              </a:solidFill>
              <a:effectLst/>
              <a:uFillTx/>
              <a:latin typeface="Arial"/>
            </a:endParaRPr>
          </a:p>
        </p:txBody>
      </p:sp>
      <p:sp>
        <p:nvSpPr>
          <p:cNvPr id="717" name="Rectangle 1"/>
          <p:cNvSpPr/>
          <p:nvPr/>
        </p:nvSpPr>
        <p:spPr>
          <a:xfrm>
            <a:off x="281880" y="4527000"/>
            <a:ext cx="4430520" cy="307440"/>
          </a:xfrm>
          <a:prstGeom prst="rect">
            <a:avLst/>
          </a:prstGeom>
          <a:solidFill>
            <a:srgbClr val="2b2b2b"/>
          </a:solidFill>
          <a:ln w="0">
            <a:noFill/>
          </a:ln>
        </p:spPr>
        <p:style>
          <a:lnRef idx="0"/>
          <a:fillRef idx="0"/>
          <a:effectRef idx="0"/>
          <a:fontRef idx="minor"/>
        </p:style>
        <p:txBody>
          <a:bodyPr numCol="1" spcCol="0" wrap="none" lIns="0" rIns="0" tIns="0" bIns="0" anchor="ctr">
            <a:spAutoFit/>
          </a:bodyPr>
          <a:p>
            <a:pPr defTabSz="914400">
              <a:lnSpc>
                <a:spcPct val="100000"/>
              </a:lnSpc>
              <a:tabLst>
                <a:tab algn="l" pos="0"/>
              </a:tabLst>
            </a:pPr>
            <a:r>
              <a:rPr lang="it-IT" sz="2000" b="0" u="none" strike="noStrike">
                <a:solidFill>
                  <a:srgbClr val="dcc6e0"/>
                </a:solidFill>
                <a:effectLst/>
                <a:uFillTx/>
                <a:latin typeface="Consolas"/>
              </a:rPr>
              <a:t>javac </a:t>
            </a:r>
            <a:r>
              <a:rPr lang="it-IT" sz="2000" b="0" u="none" strike="noStrike">
                <a:solidFill>
                  <a:srgbClr val="f8f8f2"/>
                </a:solidFill>
                <a:effectLst/>
                <a:uFillTx/>
                <a:latin typeface="Consolas"/>
              </a:rPr>
              <a:t>nomeClasseEseguibile.</a:t>
            </a:r>
            <a:r>
              <a:rPr lang="it-IT" sz="2000" b="0" u="none" strike="noStrike">
                <a:solidFill>
                  <a:srgbClr val="dcc6e0"/>
                </a:solidFill>
                <a:effectLst/>
                <a:uFillTx/>
                <a:latin typeface="Consolas"/>
              </a:rPr>
              <a:t>java</a:t>
            </a:r>
            <a:r>
              <a:rPr lang="it-IT" sz="2000" b="0" u="none" strike="noStrike">
                <a:solidFill>
                  <a:schemeClr val="dk1"/>
                </a:solidFill>
                <a:effectLst/>
                <a:uFillTx/>
                <a:latin typeface="Calibri"/>
              </a:rPr>
              <a:t> </a:t>
            </a:r>
            <a:endParaRPr lang="it-IT" sz="2000" b="0" u="none" strike="noStrike">
              <a:solidFill>
                <a:srgbClr val="ffffff"/>
              </a:solidFill>
              <a:effectLst/>
              <a:uFillTx/>
              <a:latin typeface="Arial"/>
            </a:endParaRPr>
          </a:p>
        </p:txBody>
      </p:sp>
      <p:sp>
        <p:nvSpPr>
          <p:cNvPr id="718" name="CasellaDiTesto 6"/>
          <p:cNvSpPr/>
          <p:nvPr/>
        </p:nvSpPr>
        <p:spPr>
          <a:xfrm>
            <a:off x="281880" y="4933440"/>
            <a:ext cx="11613600" cy="36900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lang="it-IT" sz="1800" b="0" u="none" strike="noStrike">
                <a:solidFill>
                  <a:srgbClr val="050e17"/>
                </a:solidFill>
                <a:effectLst/>
                <a:uFillTx/>
                <a:latin typeface="-apple-system"/>
              </a:rPr>
              <a:t>Ad esempio, se il file Java si chiama "HelloWorld.java", puoi compilare il programma utilizzando il seguente comando</a:t>
            </a:r>
            <a:endParaRPr lang="it-IT" sz="1800" b="0" u="none" strike="noStrike">
              <a:solidFill>
                <a:srgbClr val="000000"/>
              </a:solidFill>
              <a:effectLst/>
              <a:uFillTx/>
              <a:latin typeface="Arial"/>
            </a:endParaRPr>
          </a:p>
        </p:txBody>
      </p:sp>
      <p:sp>
        <p:nvSpPr>
          <p:cNvPr id="719" name="Rectangle 1"/>
          <p:cNvSpPr/>
          <p:nvPr/>
        </p:nvSpPr>
        <p:spPr>
          <a:xfrm>
            <a:off x="281880" y="5430240"/>
            <a:ext cx="4430520" cy="307440"/>
          </a:xfrm>
          <a:prstGeom prst="rect">
            <a:avLst/>
          </a:prstGeom>
          <a:solidFill>
            <a:srgbClr val="2b2b2b"/>
          </a:solidFill>
          <a:ln w="0">
            <a:noFill/>
          </a:ln>
        </p:spPr>
        <p:style>
          <a:lnRef idx="0"/>
          <a:fillRef idx="0"/>
          <a:effectRef idx="0"/>
          <a:fontRef idx="minor"/>
        </p:style>
        <p:txBody>
          <a:bodyPr numCol="1" spcCol="0" lIns="0" rIns="0" tIns="0" bIns="0" anchor="ctr">
            <a:spAutoFit/>
          </a:bodyPr>
          <a:p>
            <a:pPr defTabSz="914400">
              <a:lnSpc>
                <a:spcPct val="100000"/>
              </a:lnSpc>
              <a:tabLst>
                <a:tab algn="l" pos="0"/>
              </a:tabLst>
            </a:pPr>
            <a:r>
              <a:rPr lang="it-IT" sz="2000" b="0" u="none" strike="noStrike">
                <a:solidFill>
                  <a:srgbClr val="dcc6e0"/>
                </a:solidFill>
                <a:effectLst/>
                <a:uFillTx/>
                <a:latin typeface="Consolas"/>
              </a:rPr>
              <a:t>javac </a:t>
            </a:r>
            <a:r>
              <a:rPr lang="it-IT" sz="2000" b="0" u="none" strike="noStrike">
                <a:solidFill>
                  <a:srgbClr val="f8f8f2"/>
                </a:solidFill>
                <a:effectLst/>
                <a:uFillTx/>
                <a:latin typeface="Consolas"/>
              </a:rPr>
              <a:t>HelloWorld.</a:t>
            </a:r>
            <a:r>
              <a:rPr lang="it-IT" sz="2000" b="0" u="none" strike="noStrike">
                <a:solidFill>
                  <a:srgbClr val="dcc6e0"/>
                </a:solidFill>
                <a:effectLst/>
                <a:uFillTx/>
                <a:latin typeface="Consolas"/>
              </a:rPr>
              <a:t>java</a:t>
            </a:r>
            <a:r>
              <a:rPr lang="it-IT" sz="2000" b="0" u="none" strike="noStrike">
                <a:solidFill>
                  <a:schemeClr val="dk1"/>
                </a:solidFill>
                <a:effectLst/>
                <a:uFillTx/>
                <a:latin typeface="Calibri"/>
              </a:rPr>
              <a:t> </a:t>
            </a:r>
            <a:endParaRPr lang="it-IT" sz="20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10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720" name="Picture 2" descr="Java Logo, symbol, meaning, history, PNG, brand"/>
          <p:cNvPicPr/>
          <p:nvPr/>
        </p:nvPicPr>
        <p:blipFill>
          <a:blip r:embed="rId1"/>
          <a:stretch/>
        </p:blipFill>
        <p:spPr>
          <a:xfrm>
            <a:off x="10632600" y="0"/>
            <a:ext cx="1420560" cy="795240"/>
          </a:xfrm>
          <a:prstGeom prst="rect">
            <a:avLst/>
          </a:prstGeom>
          <a:noFill/>
          <a:ln w="0">
            <a:noFill/>
          </a:ln>
        </p:spPr>
      </p:pic>
      <p:sp>
        <p:nvSpPr>
          <p:cNvPr id="721" name="CasellaDiTesto 2"/>
          <p:cNvSpPr/>
          <p:nvPr/>
        </p:nvSpPr>
        <p:spPr>
          <a:xfrm>
            <a:off x="281880" y="421920"/>
            <a:ext cx="3114000" cy="373320"/>
          </a:xfrm>
          <a:prstGeom prst="rect">
            <a:avLst/>
          </a:prstGeom>
          <a:solidFill>
            <a:schemeClr val="accent2">
              <a:lumMod val="40000"/>
              <a:lumOff val="60000"/>
            </a:schemeClr>
          </a:solidFill>
          <a:ln w="0">
            <a:noFill/>
          </a:ln>
        </p:spPr>
        <p:style>
          <a:lnRef idx="0"/>
          <a:fillRef idx="0"/>
          <a:effectRef idx="0"/>
          <a:fontRef idx="minor"/>
        </p:style>
        <p:txBody>
          <a:bodyPr lIns="90000" rIns="90000" tIns="45000" bIns="45000" anchor="t">
            <a:spAutoFit/>
          </a:bodyPr>
          <a:p>
            <a:pPr algn="just" defTabSz="914400">
              <a:lnSpc>
                <a:spcPct val="107000"/>
              </a:lnSpc>
              <a:spcAft>
                <a:spcPts val="799"/>
              </a:spcAft>
              <a:tabLst>
                <a:tab algn="l" pos="678240"/>
              </a:tabLst>
            </a:pPr>
            <a:r>
              <a:rPr lang="it-IT" sz="1800" b="1" u="none" strike="noStrike">
                <a:solidFill>
                  <a:srgbClr val="050e17"/>
                </a:solidFill>
                <a:effectLst/>
                <a:uFillTx/>
                <a:latin typeface="-apple-system"/>
              </a:rPr>
              <a:t>Eseguiamo il programma</a:t>
            </a:r>
            <a:endParaRPr lang="it-IT" sz="1800" b="0" u="none" strike="noStrike">
              <a:solidFill>
                <a:srgbClr val="000000"/>
              </a:solidFill>
              <a:effectLst/>
              <a:uFillTx/>
              <a:latin typeface="Arial"/>
            </a:endParaRPr>
          </a:p>
        </p:txBody>
      </p:sp>
      <p:sp>
        <p:nvSpPr>
          <p:cNvPr id="722" name="CasellaDiTesto 3"/>
          <p:cNvSpPr/>
          <p:nvPr/>
        </p:nvSpPr>
        <p:spPr>
          <a:xfrm>
            <a:off x="3702240" y="795600"/>
            <a:ext cx="8350920" cy="369000"/>
          </a:xfrm>
          <a:prstGeom prst="rect">
            <a:avLst/>
          </a:prstGeom>
          <a:solidFill>
            <a:schemeClr val="accent4">
              <a:lumMod val="40000"/>
              <a:lumOff val="60000"/>
            </a:schemeClr>
          </a:solidFill>
          <a:ln w="0">
            <a:noFill/>
          </a:ln>
        </p:spPr>
        <p:style>
          <a:lnRef idx="0"/>
          <a:fillRef idx="0"/>
          <a:effectRef idx="0"/>
          <a:fontRef idx="minor"/>
        </p:style>
        <p:txBody>
          <a:bodyPr lIns="90000" rIns="90000" tIns="45000" bIns="45000" anchor="t">
            <a:spAutoFit/>
          </a:bodyPr>
          <a:p>
            <a:pPr defTabSz="914400">
              <a:lnSpc>
                <a:spcPct val="100000"/>
              </a:lnSpc>
            </a:pPr>
            <a:r>
              <a:rPr lang="it-IT" sz="1800" b="0" u="none" strike="noStrike">
                <a:solidFill>
                  <a:srgbClr val="050e17"/>
                </a:solidFill>
                <a:effectLst/>
                <a:uFillTx/>
                <a:latin typeface="-apple-system"/>
              </a:rPr>
              <a:t>L’editor di codice VSCode</a:t>
            </a:r>
            <a:endParaRPr lang="it-IT" sz="1800" b="0" u="none" strike="noStrike">
              <a:solidFill>
                <a:srgbClr val="000000"/>
              </a:solidFill>
              <a:effectLst/>
              <a:uFillTx/>
              <a:latin typeface="Arial"/>
            </a:endParaRPr>
          </a:p>
        </p:txBody>
      </p:sp>
      <p:sp>
        <p:nvSpPr>
          <p:cNvPr id="723" name="CasellaDiTesto 7"/>
          <p:cNvSpPr/>
          <p:nvPr/>
        </p:nvSpPr>
        <p:spPr>
          <a:xfrm>
            <a:off x="281880" y="932040"/>
            <a:ext cx="3114000" cy="671400"/>
          </a:xfrm>
          <a:prstGeom prst="rect">
            <a:avLst/>
          </a:prstGeom>
          <a:solidFill>
            <a:schemeClr val="accent1">
              <a:lumMod val="40000"/>
              <a:lumOff val="60000"/>
            </a:schemeClr>
          </a:solidFill>
          <a:ln w="0">
            <a:noFill/>
          </a:ln>
        </p:spPr>
        <p:style>
          <a:lnRef idx="0"/>
          <a:fillRef idx="0"/>
          <a:effectRef idx="0"/>
          <a:fontRef idx="minor"/>
        </p:style>
        <p:txBody>
          <a:bodyPr lIns="90000" rIns="90000" tIns="45000" bIns="45000" anchor="t">
            <a:spAutoFit/>
          </a:bodyPr>
          <a:p>
            <a:pPr algn="just" defTabSz="914400">
              <a:lnSpc>
                <a:spcPct val="107000"/>
              </a:lnSpc>
              <a:spcAft>
                <a:spcPts val="799"/>
              </a:spcAft>
              <a:tabLst>
                <a:tab algn="l" pos="678240"/>
              </a:tabLst>
            </a:pPr>
            <a:r>
              <a:rPr lang="it-IT" sz="1800" b="1" u="none" strike="noStrike">
                <a:solidFill>
                  <a:srgbClr val="050e17"/>
                </a:solidFill>
                <a:effectLst/>
                <a:uFillTx/>
                <a:latin typeface="-apple-system"/>
              </a:rPr>
              <a:t>Dal codice JAVA al file class compilato</a:t>
            </a:r>
            <a:endParaRPr lang="it-IT" sz="1800" b="0" u="none" strike="noStrike">
              <a:solidFill>
                <a:srgbClr val="000000"/>
              </a:solidFill>
              <a:effectLst/>
              <a:uFillTx/>
              <a:latin typeface="Arial"/>
            </a:endParaRPr>
          </a:p>
        </p:txBody>
      </p:sp>
      <p:sp>
        <p:nvSpPr>
          <p:cNvPr id="724" name="CasellaDiTesto 10"/>
          <p:cNvSpPr/>
          <p:nvPr/>
        </p:nvSpPr>
        <p:spPr>
          <a:xfrm>
            <a:off x="3705480" y="381960"/>
            <a:ext cx="6094080" cy="36900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lang="it-IT" sz="1800" b="1" u="none" strike="noStrike">
                <a:solidFill>
                  <a:schemeClr val="dk1"/>
                </a:solidFill>
                <a:effectLst/>
                <a:uFillTx/>
                <a:latin typeface="Calibri"/>
              </a:rPr>
              <a:t>La compilazione ed esecuzione da VSCode</a:t>
            </a:r>
            <a:endParaRPr lang="it-IT" sz="1800" b="0" u="none" strike="noStrike">
              <a:solidFill>
                <a:srgbClr val="000000"/>
              </a:solidFill>
              <a:effectLst/>
              <a:uFillTx/>
              <a:latin typeface="Arial"/>
            </a:endParaRPr>
          </a:p>
        </p:txBody>
      </p:sp>
      <p:sp>
        <p:nvSpPr>
          <p:cNvPr id="725" name="CasellaDiTesto 4"/>
          <p:cNvSpPr/>
          <p:nvPr/>
        </p:nvSpPr>
        <p:spPr>
          <a:xfrm>
            <a:off x="3702240" y="1278000"/>
            <a:ext cx="6094080" cy="147708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lang="it-IT" sz="1800" b="1" u="sng" strike="noStrike">
                <a:solidFill>
                  <a:srgbClr val="050e17"/>
                </a:solidFill>
                <a:effectLst/>
                <a:uFillTx/>
                <a:latin typeface="-apple-system"/>
              </a:rPr>
              <a:t>Esecuzione in modalità debug</a:t>
            </a:r>
            <a:endParaRPr lang="it-IT" sz="1800" b="0" u="none" strike="noStrike">
              <a:solidFill>
                <a:srgbClr val="000000"/>
              </a:solidFill>
              <a:effectLst/>
              <a:uFillTx/>
              <a:latin typeface="Arial"/>
            </a:endParaRPr>
          </a:p>
          <a:p>
            <a:pPr defTabSz="914400">
              <a:lnSpc>
                <a:spcPct val="100000"/>
              </a:lnSpc>
            </a:pPr>
            <a:r>
              <a:rPr lang="it-IT" sz="1800" b="0" u="none" strike="noStrike">
                <a:solidFill>
                  <a:srgbClr val="050e17"/>
                </a:solidFill>
                <a:effectLst/>
                <a:uFillTx/>
                <a:latin typeface="-apple-system"/>
              </a:rPr>
              <a:t>Per eseguire il programma in modalità debug, utilizza l'estensione "Java Debug Extension Pack" dal marketplace e segui le istruzioni per impostare un punto di interruzione nel codice del programma e avviare il debug</a:t>
            </a:r>
            <a:endParaRPr lang="it-IT"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0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726" name="Picture 2" descr="Java Logo, symbol, meaning, history, PNG, brand"/>
          <p:cNvPicPr/>
          <p:nvPr/>
        </p:nvPicPr>
        <p:blipFill>
          <a:blip r:embed="rId1"/>
          <a:stretch/>
        </p:blipFill>
        <p:spPr>
          <a:xfrm>
            <a:off x="10632600" y="0"/>
            <a:ext cx="1420560" cy="795240"/>
          </a:xfrm>
          <a:prstGeom prst="rect">
            <a:avLst/>
          </a:prstGeom>
          <a:noFill/>
          <a:ln w="0">
            <a:noFill/>
          </a:ln>
        </p:spPr>
      </p:pic>
      <p:sp>
        <p:nvSpPr>
          <p:cNvPr id="727" name="CasellaDiTesto 2"/>
          <p:cNvSpPr/>
          <p:nvPr/>
        </p:nvSpPr>
        <p:spPr>
          <a:xfrm>
            <a:off x="281880" y="421920"/>
            <a:ext cx="3114000" cy="373320"/>
          </a:xfrm>
          <a:prstGeom prst="rect">
            <a:avLst/>
          </a:prstGeom>
          <a:solidFill>
            <a:schemeClr val="accent2">
              <a:lumMod val="40000"/>
              <a:lumOff val="60000"/>
            </a:schemeClr>
          </a:solidFill>
          <a:ln w="0">
            <a:noFill/>
          </a:ln>
        </p:spPr>
        <p:style>
          <a:lnRef idx="0"/>
          <a:fillRef idx="0"/>
          <a:effectRef idx="0"/>
          <a:fontRef idx="minor"/>
        </p:style>
        <p:txBody>
          <a:bodyPr lIns="90000" rIns="90000" tIns="45000" bIns="45000" anchor="t">
            <a:spAutoFit/>
          </a:bodyPr>
          <a:p>
            <a:pPr algn="just" defTabSz="914400">
              <a:lnSpc>
                <a:spcPct val="107000"/>
              </a:lnSpc>
              <a:spcAft>
                <a:spcPts val="799"/>
              </a:spcAft>
              <a:tabLst>
                <a:tab algn="l" pos="678240"/>
              </a:tabLst>
            </a:pPr>
            <a:r>
              <a:rPr lang="it-IT" sz="1800" b="1" u="none" strike="noStrike">
                <a:solidFill>
                  <a:srgbClr val="050e17"/>
                </a:solidFill>
                <a:effectLst/>
                <a:uFillTx/>
                <a:latin typeface="-apple-system"/>
              </a:rPr>
              <a:t>Eseguiamo il programma</a:t>
            </a:r>
            <a:endParaRPr lang="it-IT" sz="1800" b="0" u="none" strike="noStrike">
              <a:solidFill>
                <a:srgbClr val="000000"/>
              </a:solidFill>
              <a:effectLst/>
              <a:uFillTx/>
              <a:latin typeface="Arial"/>
            </a:endParaRPr>
          </a:p>
        </p:txBody>
      </p:sp>
      <p:sp>
        <p:nvSpPr>
          <p:cNvPr id="728" name="CasellaDiTesto 3"/>
          <p:cNvSpPr/>
          <p:nvPr/>
        </p:nvSpPr>
        <p:spPr>
          <a:xfrm>
            <a:off x="3702240" y="795600"/>
            <a:ext cx="8350920" cy="369000"/>
          </a:xfrm>
          <a:prstGeom prst="rect">
            <a:avLst/>
          </a:prstGeom>
          <a:solidFill>
            <a:schemeClr val="accent4">
              <a:lumMod val="40000"/>
              <a:lumOff val="60000"/>
            </a:schemeClr>
          </a:solidFill>
          <a:ln w="0">
            <a:noFill/>
          </a:ln>
        </p:spPr>
        <p:style>
          <a:lnRef idx="0"/>
          <a:fillRef idx="0"/>
          <a:effectRef idx="0"/>
          <a:fontRef idx="minor"/>
        </p:style>
        <p:txBody>
          <a:bodyPr lIns="90000" rIns="90000" tIns="45000" bIns="45000" anchor="t">
            <a:spAutoFit/>
          </a:bodyPr>
          <a:p>
            <a:pPr defTabSz="914400">
              <a:lnSpc>
                <a:spcPct val="100000"/>
              </a:lnSpc>
            </a:pPr>
            <a:r>
              <a:rPr lang="it-IT" sz="1800" b="0" u="none" strike="noStrike">
                <a:solidFill>
                  <a:srgbClr val="050e17"/>
                </a:solidFill>
                <a:effectLst/>
                <a:uFillTx/>
                <a:latin typeface="-apple-system"/>
              </a:rPr>
              <a:t>L’editor di codice VSCode</a:t>
            </a:r>
            <a:endParaRPr lang="it-IT" sz="1800" b="0" u="none" strike="noStrike">
              <a:solidFill>
                <a:srgbClr val="000000"/>
              </a:solidFill>
              <a:effectLst/>
              <a:uFillTx/>
              <a:latin typeface="Arial"/>
            </a:endParaRPr>
          </a:p>
        </p:txBody>
      </p:sp>
      <p:sp>
        <p:nvSpPr>
          <p:cNvPr id="729" name="CasellaDiTesto 7"/>
          <p:cNvSpPr/>
          <p:nvPr/>
        </p:nvSpPr>
        <p:spPr>
          <a:xfrm>
            <a:off x="281880" y="932040"/>
            <a:ext cx="3114000" cy="671400"/>
          </a:xfrm>
          <a:prstGeom prst="rect">
            <a:avLst/>
          </a:prstGeom>
          <a:solidFill>
            <a:schemeClr val="accent1">
              <a:lumMod val="40000"/>
              <a:lumOff val="60000"/>
            </a:schemeClr>
          </a:solidFill>
          <a:ln w="0">
            <a:noFill/>
          </a:ln>
        </p:spPr>
        <p:style>
          <a:lnRef idx="0"/>
          <a:fillRef idx="0"/>
          <a:effectRef idx="0"/>
          <a:fontRef idx="minor"/>
        </p:style>
        <p:txBody>
          <a:bodyPr lIns="90000" rIns="90000" tIns="45000" bIns="45000" anchor="t">
            <a:spAutoFit/>
          </a:bodyPr>
          <a:p>
            <a:pPr algn="just" defTabSz="914400">
              <a:lnSpc>
                <a:spcPct val="107000"/>
              </a:lnSpc>
              <a:spcAft>
                <a:spcPts val="799"/>
              </a:spcAft>
              <a:tabLst>
                <a:tab algn="l" pos="678240"/>
              </a:tabLst>
            </a:pPr>
            <a:r>
              <a:rPr lang="it-IT" sz="1800" b="1" u="none" strike="noStrike">
                <a:solidFill>
                  <a:srgbClr val="050e17"/>
                </a:solidFill>
                <a:effectLst/>
                <a:uFillTx/>
                <a:latin typeface="-apple-system"/>
              </a:rPr>
              <a:t>Dal codice JAVA al file class compilato</a:t>
            </a:r>
            <a:endParaRPr lang="it-IT" sz="1800" b="0" u="none" strike="noStrike">
              <a:solidFill>
                <a:srgbClr val="000000"/>
              </a:solidFill>
              <a:effectLst/>
              <a:uFillTx/>
              <a:latin typeface="Arial"/>
            </a:endParaRPr>
          </a:p>
        </p:txBody>
      </p:sp>
      <p:sp>
        <p:nvSpPr>
          <p:cNvPr id="730" name="CasellaDiTesto 10"/>
          <p:cNvSpPr/>
          <p:nvPr/>
        </p:nvSpPr>
        <p:spPr>
          <a:xfrm>
            <a:off x="3705480" y="381960"/>
            <a:ext cx="6094080" cy="36900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lang="it-IT" sz="1800" b="1" u="none" strike="noStrike">
                <a:solidFill>
                  <a:schemeClr val="dk1"/>
                </a:solidFill>
                <a:effectLst/>
                <a:uFillTx/>
                <a:latin typeface="Calibri"/>
              </a:rPr>
              <a:t>La compilazione ed esecuzione da VSCode</a:t>
            </a:r>
            <a:endParaRPr lang="it-IT" sz="1800" b="0" u="none" strike="noStrike">
              <a:solidFill>
                <a:srgbClr val="000000"/>
              </a:solidFill>
              <a:effectLst/>
              <a:uFillTx/>
              <a:latin typeface="Arial"/>
            </a:endParaRPr>
          </a:p>
        </p:txBody>
      </p:sp>
      <p:sp>
        <p:nvSpPr>
          <p:cNvPr id="731" name="CasellaDiTesto 4"/>
          <p:cNvSpPr/>
          <p:nvPr/>
        </p:nvSpPr>
        <p:spPr>
          <a:xfrm>
            <a:off x="3702240" y="1546920"/>
            <a:ext cx="6094080" cy="483156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lang="it-IT" sz="2800" b="0" u="none" strike="noStrike">
                <a:solidFill>
                  <a:srgbClr val="050e17"/>
                </a:solidFill>
                <a:effectLst/>
                <a:uFillTx/>
                <a:latin typeface="-apple-system"/>
              </a:rPr>
              <a:t>In sintesi, per compilare ed eseguire un programma Java in VSCode, è sufficiente creare un nuovo file Java, scrivere il codice del programma, compilare il programma utilizzando il comando "javac" da terminale, ed eseguire il programma utilizzando il comando "java". Inoltre, puoi utilizzare l'estensione "Java Debug Extension Pack" per eseguire il programma in modalità debug.</a:t>
            </a:r>
            <a:endParaRPr lang="it-IT" sz="2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0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732" name="Picture 2" descr="Java Logo, symbol, meaning, history, PNG, brand"/>
          <p:cNvPicPr/>
          <p:nvPr/>
        </p:nvPicPr>
        <p:blipFill>
          <a:blip r:embed="rId1"/>
          <a:stretch/>
        </p:blipFill>
        <p:spPr>
          <a:xfrm>
            <a:off x="10632600" y="0"/>
            <a:ext cx="1420560" cy="795240"/>
          </a:xfrm>
          <a:prstGeom prst="rect">
            <a:avLst/>
          </a:prstGeom>
          <a:noFill/>
          <a:ln w="0">
            <a:noFill/>
          </a:ln>
        </p:spPr>
      </p:pic>
      <p:sp>
        <p:nvSpPr>
          <p:cNvPr id="733" name="CasellaDiTesto 2"/>
          <p:cNvSpPr/>
          <p:nvPr/>
        </p:nvSpPr>
        <p:spPr>
          <a:xfrm>
            <a:off x="281880" y="421920"/>
            <a:ext cx="3114000" cy="373320"/>
          </a:xfrm>
          <a:prstGeom prst="rect">
            <a:avLst/>
          </a:prstGeom>
          <a:solidFill>
            <a:schemeClr val="accent2">
              <a:lumMod val="40000"/>
              <a:lumOff val="60000"/>
            </a:schemeClr>
          </a:solidFill>
          <a:ln w="0">
            <a:noFill/>
          </a:ln>
        </p:spPr>
        <p:style>
          <a:lnRef idx="0"/>
          <a:fillRef idx="0"/>
          <a:effectRef idx="0"/>
          <a:fontRef idx="minor"/>
        </p:style>
        <p:txBody>
          <a:bodyPr lIns="90000" rIns="90000" tIns="45000" bIns="45000" anchor="t">
            <a:spAutoFit/>
          </a:bodyPr>
          <a:p>
            <a:pPr algn="just" defTabSz="914400">
              <a:lnSpc>
                <a:spcPct val="107000"/>
              </a:lnSpc>
              <a:spcAft>
                <a:spcPts val="799"/>
              </a:spcAft>
              <a:tabLst>
                <a:tab algn="l" pos="678240"/>
              </a:tabLst>
            </a:pPr>
            <a:r>
              <a:rPr lang="it-IT" sz="1800" b="1" u="none" strike="noStrike">
                <a:solidFill>
                  <a:srgbClr val="050e17"/>
                </a:solidFill>
                <a:effectLst/>
                <a:uFillTx/>
                <a:latin typeface="-apple-system"/>
              </a:rPr>
              <a:t>Struttura di una applicazione</a:t>
            </a:r>
            <a:endParaRPr lang="it-IT" sz="1800" b="0" u="none" strike="noStrike">
              <a:solidFill>
                <a:srgbClr val="000000"/>
              </a:solidFill>
              <a:effectLst/>
              <a:uFillTx/>
              <a:latin typeface="Arial"/>
            </a:endParaRPr>
          </a:p>
        </p:txBody>
      </p:sp>
      <p:sp>
        <p:nvSpPr>
          <p:cNvPr id="734" name="CasellaDiTesto 3"/>
          <p:cNvSpPr/>
          <p:nvPr/>
        </p:nvSpPr>
        <p:spPr>
          <a:xfrm>
            <a:off x="3702240" y="795600"/>
            <a:ext cx="8350920" cy="101520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endParaRPr lang="it-IT" sz="3000" b="0" u="none" strike="noStrike">
              <a:solidFill>
                <a:srgbClr val="000000"/>
              </a:solidFill>
              <a:effectLst/>
              <a:uFillTx/>
              <a:latin typeface="Arial"/>
            </a:endParaRPr>
          </a:p>
          <a:p>
            <a:pPr defTabSz="914400">
              <a:lnSpc>
                <a:spcPct val="100000"/>
              </a:lnSpc>
            </a:pPr>
            <a:r>
              <a:rPr lang="it-IT" sz="3000" b="0" u="none" strike="noStrike">
                <a:solidFill>
                  <a:schemeClr val="dk1"/>
                </a:solidFill>
                <a:effectLst/>
                <a:uFillTx/>
                <a:latin typeface="Calibri"/>
              </a:rPr>
              <a:t>System.out.println è un metodo di OUTPUT.</a:t>
            </a:r>
            <a:endParaRPr lang="it-IT" sz="3000" b="0" u="none" strike="noStrike">
              <a:solidFill>
                <a:srgbClr val="000000"/>
              </a:solidFill>
              <a:effectLst/>
              <a:uFillTx/>
              <a:latin typeface="Arial"/>
            </a:endParaRPr>
          </a:p>
        </p:txBody>
      </p:sp>
      <p:sp>
        <p:nvSpPr>
          <p:cNvPr id="735" name="CasellaDiTesto 1"/>
          <p:cNvSpPr/>
          <p:nvPr/>
        </p:nvSpPr>
        <p:spPr>
          <a:xfrm>
            <a:off x="3702240" y="795600"/>
            <a:ext cx="8350920" cy="369000"/>
          </a:xfrm>
          <a:prstGeom prst="rect">
            <a:avLst/>
          </a:prstGeom>
          <a:solidFill>
            <a:schemeClr val="accent1">
              <a:lumMod val="20000"/>
              <a:lumOff val="80000"/>
            </a:schemeClr>
          </a:solidFill>
          <a:ln w="0">
            <a:noFill/>
          </a:ln>
        </p:spPr>
        <p:style>
          <a:lnRef idx="0"/>
          <a:fillRef idx="0"/>
          <a:effectRef idx="0"/>
          <a:fontRef idx="minor"/>
        </p:style>
        <p:txBody>
          <a:bodyPr lIns="90000" rIns="90000" tIns="45000" bIns="45000" anchor="t">
            <a:spAutoFit/>
          </a:bodyPr>
          <a:p>
            <a:pPr defTabSz="914400">
              <a:lnSpc>
                <a:spcPct val="100000"/>
              </a:lnSpc>
            </a:pPr>
            <a:r>
              <a:rPr lang="it-IT" sz="1800" b="0" u="none" strike="noStrike">
                <a:solidFill>
                  <a:schemeClr val="dk1"/>
                </a:solidFill>
                <a:effectLst/>
                <a:uFillTx/>
                <a:latin typeface="Calibri"/>
              </a:rPr>
              <a:t>System.out.println è un metodo di OUTPUT.</a:t>
            </a:r>
            <a:endParaRPr lang="it-IT"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0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736" name="Picture 2" descr="Java Logo, symbol, meaning, history, PNG, brand"/>
          <p:cNvPicPr/>
          <p:nvPr/>
        </p:nvPicPr>
        <p:blipFill>
          <a:blip r:embed="rId1"/>
          <a:stretch/>
        </p:blipFill>
        <p:spPr>
          <a:xfrm>
            <a:off x="10632600" y="0"/>
            <a:ext cx="1420560" cy="795240"/>
          </a:xfrm>
          <a:prstGeom prst="rect">
            <a:avLst/>
          </a:prstGeom>
          <a:noFill/>
          <a:ln w="0">
            <a:noFill/>
          </a:ln>
        </p:spPr>
      </p:pic>
      <p:sp>
        <p:nvSpPr>
          <p:cNvPr id="737" name="CasellaDiTesto 2"/>
          <p:cNvSpPr/>
          <p:nvPr/>
        </p:nvSpPr>
        <p:spPr>
          <a:xfrm>
            <a:off x="281880" y="421920"/>
            <a:ext cx="3114000" cy="373320"/>
          </a:xfrm>
          <a:prstGeom prst="rect">
            <a:avLst/>
          </a:prstGeom>
          <a:solidFill>
            <a:schemeClr val="accent2">
              <a:lumMod val="40000"/>
              <a:lumOff val="60000"/>
            </a:schemeClr>
          </a:solidFill>
          <a:ln w="0">
            <a:noFill/>
          </a:ln>
        </p:spPr>
        <p:style>
          <a:lnRef idx="0"/>
          <a:fillRef idx="0"/>
          <a:effectRef idx="0"/>
          <a:fontRef idx="minor"/>
        </p:style>
        <p:txBody>
          <a:bodyPr lIns="90000" rIns="90000" tIns="45000" bIns="45000" anchor="t">
            <a:spAutoFit/>
          </a:bodyPr>
          <a:p>
            <a:pPr algn="just" defTabSz="914400">
              <a:lnSpc>
                <a:spcPct val="107000"/>
              </a:lnSpc>
              <a:spcAft>
                <a:spcPts val="799"/>
              </a:spcAft>
              <a:tabLst>
                <a:tab algn="l" pos="678240"/>
              </a:tabLst>
            </a:pPr>
            <a:r>
              <a:rPr lang="it-IT" sz="1800" b="1" u="none" strike="noStrike">
                <a:solidFill>
                  <a:srgbClr val="050e17"/>
                </a:solidFill>
                <a:effectLst/>
                <a:uFillTx/>
                <a:latin typeface="-apple-system"/>
              </a:rPr>
              <a:t>Struttura di una applicazione</a:t>
            </a:r>
            <a:endParaRPr lang="it-IT" sz="1800" b="0" u="none" strike="noStrike">
              <a:solidFill>
                <a:srgbClr val="000000"/>
              </a:solidFill>
              <a:effectLst/>
              <a:uFillTx/>
              <a:latin typeface="Arial"/>
            </a:endParaRPr>
          </a:p>
        </p:txBody>
      </p:sp>
      <p:sp>
        <p:nvSpPr>
          <p:cNvPr id="738" name="CasellaDiTesto 3"/>
          <p:cNvSpPr/>
          <p:nvPr/>
        </p:nvSpPr>
        <p:spPr>
          <a:xfrm>
            <a:off x="3702240" y="795600"/>
            <a:ext cx="8350920" cy="332352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endParaRPr lang="it-IT" sz="3000" b="0" u="none" strike="noStrike">
              <a:solidFill>
                <a:srgbClr val="000000"/>
              </a:solidFill>
              <a:effectLst/>
              <a:uFillTx/>
              <a:latin typeface="Arial"/>
            </a:endParaRPr>
          </a:p>
          <a:p>
            <a:pPr defTabSz="914400">
              <a:lnSpc>
                <a:spcPct val="100000"/>
              </a:lnSpc>
            </a:pPr>
            <a:r>
              <a:rPr lang="it-IT" sz="3000" b="0" u="none" strike="noStrike">
                <a:solidFill>
                  <a:schemeClr val="dk1"/>
                </a:solidFill>
                <a:effectLst/>
                <a:uFillTx/>
                <a:latin typeface="Calibri"/>
              </a:rPr>
              <a:t>System.out.println è un metodo di OUTPUT.</a:t>
            </a:r>
            <a:endParaRPr lang="it-IT" sz="3000" b="0" u="none" strike="noStrike">
              <a:solidFill>
                <a:srgbClr val="000000"/>
              </a:solidFill>
              <a:effectLst/>
              <a:uFillTx/>
              <a:latin typeface="Arial"/>
            </a:endParaRPr>
          </a:p>
          <a:p>
            <a:pPr defTabSz="914400">
              <a:lnSpc>
                <a:spcPct val="100000"/>
              </a:lnSpc>
            </a:pPr>
            <a:endParaRPr lang="it-IT" sz="3000" b="0" u="none" strike="noStrike">
              <a:solidFill>
                <a:srgbClr val="000000"/>
              </a:solidFill>
              <a:effectLst/>
              <a:uFillTx/>
              <a:latin typeface="Arial"/>
            </a:endParaRPr>
          </a:p>
          <a:p>
            <a:pPr defTabSz="914400">
              <a:lnSpc>
                <a:spcPct val="100000"/>
              </a:lnSpc>
            </a:pPr>
            <a:r>
              <a:rPr lang="it-IT" sz="3000" b="0" u="none" strike="noStrike">
                <a:solidFill>
                  <a:schemeClr val="dk1"/>
                </a:solidFill>
                <a:effectLst/>
                <a:uFillTx/>
                <a:latin typeface="Calibri"/>
              </a:rPr>
              <a:t>Come avremo modo di vedere, esistono metodi di input e di output, che sostanzialmente consentono rispettivamente al programma </a:t>
            </a:r>
            <a:endParaRPr lang="it-IT" sz="3000" b="0" u="none" strike="noStrike">
              <a:solidFill>
                <a:srgbClr val="000000"/>
              </a:solidFill>
              <a:effectLst/>
              <a:uFillTx/>
              <a:latin typeface="Arial"/>
            </a:endParaRPr>
          </a:p>
          <a:p>
            <a:pPr defTabSz="914400">
              <a:lnSpc>
                <a:spcPct val="100000"/>
              </a:lnSpc>
            </a:pPr>
            <a:r>
              <a:rPr lang="it-IT" sz="3000" b="0" u="none" strike="noStrike">
                <a:solidFill>
                  <a:schemeClr val="dk1"/>
                </a:solidFill>
                <a:effectLst/>
                <a:uFillTx/>
                <a:latin typeface="Calibri"/>
              </a:rPr>
              <a:t>di:</a:t>
            </a:r>
            <a:endParaRPr lang="it-IT" sz="3000" b="0" u="none" strike="noStrike">
              <a:solidFill>
                <a:srgbClr val="000000"/>
              </a:solidFill>
              <a:effectLst/>
              <a:uFillTx/>
              <a:latin typeface="Arial"/>
            </a:endParaRPr>
          </a:p>
        </p:txBody>
      </p:sp>
      <p:sp>
        <p:nvSpPr>
          <p:cNvPr id="739" name="CasellaDiTesto 1"/>
          <p:cNvSpPr/>
          <p:nvPr/>
        </p:nvSpPr>
        <p:spPr>
          <a:xfrm>
            <a:off x="3702240" y="795600"/>
            <a:ext cx="8350920" cy="369000"/>
          </a:xfrm>
          <a:prstGeom prst="rect">
            <a:avLst/>
          </a:prstGeom>
          <a:solidFill>
            <a:schemeClr val="accent1">
              <a:lumMod val="20000"/>
              <a:lumOff val="80000"/>
            </a:schemeClr>
          </a:solidFill>
          <a:ln w="0">
            <a:noFill/>
          </a:ln>
        </p:spPr>
        <p:style>
          <a:lnRef idx="0"/>
          <a:fillRef idx="0"/>
          <a:effectRef idx="0"/>
          <a:fontRef idx="minor"/>
        </p:style>
        <p:txBody>
          <a:bodyPr lIns="90000" rIns="90000" tIns="45000" bIns="45000" anchor="t">
            <a:spAutoFit/>
          </a:bodyPr>
          <a:p>
            <a:pPr defTabSz="914400">
              <a:lnSpc>
                <a:spcPct val="100000"/>
              </a:lnSpc>
            </a:pPr>
            <a:r>
              <a:rPr lang="it-IT" sz="1800" b="0" u="none" strike="noStrike">
                <a:solidFill>
                  <a:schemeClr val="dk1"/>
                </a:solidFill>
                <a:effectLst/>
                <a:uFillTx/>
                <a:latin typeface="Calibri"/>
              </a:rPr>
              <a:t>System.out.println è un metodo di OUTPUT.</a:t>
            </a:r>
            <a:endParaRPr lang="it-IT"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0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740" name="Picture 2" descr="Java Logo, symbol, meaning, history, PNG, brand"/>
          <p:cNvPicPr/>
          <p:nvPr/>
        </p:nvPicPr>
        <p:blipFill>
          <a:blip r:embed="rId1"/>
          <a:stretch/>
        </p:blipFill>
        <p:spPr>
          <a:xfrm>
            <a:off x="10632600" y="0"/>
            <a:ext cx="1420560" cy="795240"/>
          </a:xfrm>
          <a:prstGeom prst="rect">
            <a:avLst/>
          </a:prstGeom>
          <a:noFill/>
          <a:ln w="0">
            <a:noFill/>
          </a:ln>
        </p:spPr>
      </p:pic>
      <p:sp>
        <p:nvSpPr>
          <p:cNvPr id="741" name="CasellaDiTesto 2"/>
          <p:cNvSpPr/>
          <p:nvPr/>
        </p:nvSpPr>
        <p:spPr>
          <a:xfrm>
            <a:off x="281880" y="421920"/>
            <a:ext cx="3114000" cy="373320"/>
          </a:xfrm>
          <a:prstGeom prst="rect">
            <a:avLst/>
          </a:prstGeom>
          <a:solidFill>
            <a:schemeClr val="accent2">
              <a:lumMod val="40000"/>
              <a:lumOff val="60000"/>
            </a:schemeClr>
          </a:solidFill>
          <a:ln w="0">
            <a:noFill/>
          </a:ln>
        </p:spPr>
        <p:style>
          <a:lnRef idx="0"/>
          <a:fillRef idx="0"/>
          <a:effectRef idx="0"/>
          <a:fontRef idx="minor"/>
        </p:style>
        <p:txBody>
          <a:bodyPr lIns="90000" rIns="90000" tIns="45000" bIns="45000" anchor="t">
            <a:spAutoFit/>
          </a:bodyPr>
          <a:p>
            <a:pPr algn="just" defTabSz="914400">
              <a:lnSpc>
                <a:spcPct val="107000"/>
              </a:lnSpc>
              <a:spcAft>
                <a:spcPts val="799"/>
              </a:spcAft>
              <a:tabLst>
                <a:tab algn="l" pos="678240"/>
              </a:tabLst>
            </a:pPr>
            <a:r>
              <a:rPr lang="it-IT" sz="1800" b="1" u="none" strike="noStrike">
                <a:solidFill>
                  <a:srgbClr val="050e17"/>
                </a:solidFill>
                <a:effectLst/>
                <a:uFillTx/>
                <a:latin typeface="-apple-system"/>
              </a:rPr>
              <a:t>Struttura di una applicazione</a:t>
            </a:r>
            <a:endParaRPr lang="it-IT" sz="1800" b="0" u="none" strike="noStrike">
              <a:solidFill>
                <a:srgbClr val="000000"/>
              </a:solidFill>
              <a:effectLst/>
              <a:uFillTx/>
              <a:latin typeface="Arial"/>
            </a:endParaRPr>
          </a:p>
        </p:txBody>
      </p:sp>
      <p:sp>
        <p:nvSpPr>
          <p:cNvPr id="742" name="CasellaDiTesto 3"/>
          <p:cNvSpPr/>
          <p:nvPr/>
        </p:nvSpPr>
        <p:spPr>
          <a:xfrm>
            <a:off x="3702240" y="795600"/>
            <a:ext cx="8350920" cy="424692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endParaRPr lang="it-IT" sz="3000" b="0" u="none" strike="noStrike">
              <a:solidFill>
                <a:srgbClr val="000000"/>
              </a:solidFill>
              <a:effectLst/>
              <a:uFillTx/>
              <a:latin typeface="Arial"/>
            </a:endParaRPr>
          </a:p>
          <a:p>
            <a:pPr defTabSz="914400">
              <a:lnSpc>
                <a:spcPct val="100000"/>
              </a:lnSpc>
            </a:pPr>
            <a:r>
              <a:rPr lang="it-IT" sz="3000" b="0" u="none" strike="noStrike">
                <a:solidFill>
                  <a:schemeClr val="dk1"/>
                </a:solidFill>
                <a:effectLst/>
                <a:uFillTx/>
                <a:latin typeface="Calibri"/>
              </a:rPr>
              <a:t>System.out.println è un metodo di OUTPUT.</a:t>
            </a:r>
            <a:endParaRPr lang="it-IT" sz="3000" b="0" u="none" strike="noStrike">
              <a:solidFill>
                <a:srgbClr val="000000"/>
              </a:solidFill>
              <a:effectLst/>
              <a:uFillTx/>
              <a:latin typeface="Arial"/>
            </a:endParaRPr>
          </a:p>
          <a:p>
            <a:pPr defTabSz="914400">
              <a:lnSpc>
                <a:spcPct val="100000"/>
              </a:lnSpc>
            </a:pPr>
            <a:endParaRPr lang="it-IT" sz="3000" b="0" u="none" strike="noStrike">
              <a:solidFill>
                <a:srgbClr val="000000"/>
              </a:solidFill>
              <a:effectLst/>
              <a:uFillTx/>
              <a:latin typeface="Arial"/>
            </a:endParaRPr>
          </a:p>
          <a:p>
            <a:pPr defTabSz="914400">
              <a:lnSpc>
                <a:spcPct val="100000"/>
              </a:lnSpc>
            </a:pPr>
            <a:r>
              <a:rPr lang="it-IT" sz="3000" b="0" u="none" strike="noStrike">
                <a:solidFill>
                  <a:schemeClr val="dk1"/>
                </a:solidFill>
                <a:effectLst/>
                <a:uFillTx/>
                <a:latin typeface="Calibri"/>
              </a:rPr>
              <a:t>Come avremo modo di vedere, esistono metodi di input e di output, che sostanzialmente consentono rispettivamente al programma </a:t>
            </a:r>
            <a:endParaRPr lang="it-IT" sz="3000" b="0" u="none" strike="noStrike">
              <a:solidFill>
                <a:srgbClr val="000000"/>
              </a:solidFill>
              <a:effectLst/>
              <a:uFillTx/>
              <a:latin typeface="Arial"/>
            </a:endParaRPr>
          </a:p>
          <a:p>
            <a:pPr defTabSz="914400">
              <a:lnSpc>
                <a:spcPct val="100000"/>
              </a:lnSpc>
            </a:pPr>
            <a:r>
              <a:rPr lang="it-IT" sz="3000" b="0" u="none" strike="noStrike">
                <a:solidFill>
                  <a:schemeClr val="dk1"/>
                </a:solidFill>
                <a:effectLst/>
                <a:uFillTx/>
                <a:latin typeface="Calibri"/>
              </a:rPr>
              <a:t>di:</a:t>
            </a:r>
            <a:endParaRPr lang="it-IT" sz="3000" b="0" u="none" strike="noStrike">
              <a:solidFill>
                <a:srgbClr val="000000"/>
              </a:solidFill>
              <a:effectLst/>
              <a:uFillTx/>
              <a:latin typeface="Arial"/>
            </a:endParaRPr>
          </a:p>
          <a:p>
            <a:pPr marL="285840" indent="-285840" defTabSz="914400">
              <a:lnSpc>
                <a:spcPct val="100000"/>
              </a:lnSpc>
              <a:buClr>
                <a:srgbClr val="000000"/>
              </a:buClr>
              <a:buFont typeface="OpenSymbol"/>
              <a:buChar char="-"/>
            </a:pPr>
            <a:r>
              <a:rPr lang="it-IT" sz="3000" b="0" u="none" strike="noStrike">
                <a:solidFill>
                  <a:schemeClr val="dk1"/>
                </a:solidFill>
                <a:effectLst/>
                <a:uFillTx/>
                <a:latin typeface="Calibri"/>
              </a:rPr>
              <a:t>Acquisire dati</a:t>
            </a:r>
            <a:endParaRPr lang="it-IT" sz="3000" b="0" u="none" strike="noStrike">
              <a:solidFill>
                <a:srgbClr val="000000"/>
              </a:solidFill>
              <a:effectLst/>
              <a:uFillTx/>
              <a:latin typeface="Arial"/>
            </a:endParaRPr>
          </a:p>
          <a:p>
            <a:pPr defTabSz="914400">
              <a:lnSpc>
                <a:spcPct val="100000"/>
              </a:lnSpc>
            </a:pPr>
            <a:r>
              <a:rPr lang="it-IT" sz="3000" b="0" u="none" strike="noStrike">
                <a:solidFill>
                  <a:schemeClr val="dk1"/>
                </a:solidFill>
                <a:effectLst/>
                <a:uFillTx/>
                <a:latin typeface="Calibri"/>
              </a:rPr>
              <a:t>o</a:t>
            </a:r>
            <a:endParaRPr lang="it-IT" sz="3000" b="0" u="none" strike="noStrike">
              <a:solidFill>
                <a:srgbClr val="000000"/>
              </a:solidFill>
              <a:effectLst/>
              <a:uFillTx/>
              <a:latin typeface="Arial"/>
            </a:endParaRPr>
          </a:p>
        </p:txBody>
      </p:sp>
      <p:sp>
        <p:nvSpPr>
          <p:cNvPr id="743" name="CasellaDiTesto 1"/>
          <p:cNvSpPr/>
          <p:nvPr/>
        </p:nvSpPr>
        <p:spPr>
          <a:xfrm>
            <a:off x="3702240" y="795600"/>
            <a:ext cx="8350920" cy="369000"/>
          </a:xfrm>
          <a:prstGeom prst="rect">
            <a:avLst/>
          </a:prstGeom>
          <a:solidFill>
            <a:schemeClr val="accent1">
              <a:lumMod val="20000"/>
              <a:lumOff val="80000"/>
            </a:schemeClr>
          </a:solidFill>
          <a:ln w="0">
            <a:noFill/>
          </a:ln>
        </p:spPr>
        <p:style>
          <a:lnRef idx="0"/>
          <a:fillRef idx="0"/>
          <a:effectRef idx="0"/>
          <a:fontRef idx="minor"/>
        </p:style>
        <p:txBody>
          <a:bodyPr lIns="90000" rIns="90000" tIns="45000" bIns="45000" anchor="t">
            <a:spAutoFit/>
          </a:bodyPr>
          <a:p>
            <a:pPr defTabSz="914400">
              <a:lnSpc>
                <a:spcPct val="100000"/>
              </a:lnSpc>
            </a:pPr>
            <a:r>
              <a:rPr lang="it-IT" sz="1800" b="0" u="none" strike="noStrike">
                <a:solidFill>
                  <a:schemeClr val="dk1"/>
                </a:solidFill>
                <a:effectLst/>
                <a:uFillTx/>
                <a:latin typeface="Calibri"/>
              </a:rPr>
              <a:t>System.out.println è un metodo di OUTPUT.</a:t>
            </a:r>
            <a:endParaRPr lang="it-IT"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744" name="Picture 2" descr="Java Logo, symbol, meaning, history, PNG, brand"/>
          <p:cNvPicPr/>
          <p:nvPr/>
        </p:nvPicPr>
        <p:blipFill>
          <a:blip r:embed="rId1"/>
          <a:stretch/>
        </p:blipFill>
        <p:spPr>
          <a:xfrm>
            <a:off x="10632600" y="0"/>
            <a:ext cx="1420560" cy="795240"/>
          </a:xfrm>
          <a:prstGeom prst="rect">
            <a:avLst/>
          </a:prstGeom>
          <a:noFill/>
          <a:ln w="0">
            <a:noFill/>
          </a:ln>
        </p:spPr>
      </p:pic>
      <p:sp>
        <p:nvSpPr>
          <p:cNvPr id="745" name="CasellaDiTesto 2"/>
          <p:cNvSpPr/>
          <p:nvPr/>
        </p:nvSpPr>
        <p:spPr>
          <a:xfrm>
            <a:off x="281880" y="421920"/>
            <a:ext cx="3114000" cy="373320"/>
          </a:xfrm>
          <a:prstGeom prst="rect">
            <a:avLst/>
          </a:prstGeom>
          <a:solidFill>
            <a:schemeClr val="accent2">
              <a:lumMod val="40000"/>
              <a:lumOff val="60000"/>
            </a:schemeClr>
          </a:solidFill>
          <a:ln w="0">
            <a:noFill/>
          </a:ln>
        </p:spPr>
        <p:style>
          <a:lnRef idx="0"/>
          <a:fillRef idx="0"/>
          <a:effectRef idx="0"/>
          <a:fontRef idx="minor"/>
        </p:style>
        <p:txBody>
          <a:bodyPr lIns="90000" rIns="90000" tIns="45000" bIns="45000" anchor="t">
            <a:spAutoFit/>
          </a:bodyPr>
          <a:p>
            <a:pPr algn="just" defTabSz="914400">
              <a:lnSpc>
                <a:spcPct val="107000"/>
              </a:lnSpc>
              <a:spcAft>
                <a:spcPts val="799"/>
              </a:spcAft>
              <a:tabLst>
                <a:tab algn="l" pos="678240"/>
              </a:tabLst>
            </a:pPr>
            <a:r>
              <a:rPr lang="it-IT" sz="1800" b="1" u="none" strike="noStrike">
                <a:solidFill>
                  <a:srgbClr val="050e17"/>
                </a:solidFill>
                <a:effectLst/>
                <a:uFillTx/>
                <a:latin typeface="-apple-system"/>
              </a:rPr>
              <a:t>Struttura di una applicazione</a:t>
            </a:r>
            <a:endParaRPr lang="it-IT" sz="1800" b="0" u="none" strike="noStrike">
              <a:solidFill>
                <a:srgbClr val="000000"/>
              </a:solidFill>
              <a:effectLst/>
              <a:uFillTx/>
              <a:latin typeface="Arial"/>
            </a:endParaRPr>
          </a:p>
        </p:txBody>
      </p:sp>
      <p:sp>
        <p:nvSpPr>
          <p:cNvPr id="746" name="CasellaDiTesto 3"/>
          <p:cNvSpPr/>
          <p:nvPr/>
        </p:nvSpPr>
        <p:spPr>
          <a:xfrm>
            <a:off x="3702240" y="795600"/>
            <a:ext cx="8350920" cy="517032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endParaRPr lang="it-IT" sz="3000" b="0" u="none" strike="noStrike">
              <a:solidFill>
                <a:srgbClr val="000000"/>
              </a:solidFill>
              <a:effectLst/>
              <a:uFillTx/>
              <a:latin typeface="Arial"/>
            </a:endParaRPr>
          </a:p>
          <a:p>
            <a:pPr defTabSz="914400">
              <a:lnSpc>
                <a:spcPct val="100000"/>
              </a:lnSpc>
            </a:pPr>
            <a:r>
              <a:rPr lang="it-IT" sz="3000" b="0" u="none" strike="noStrike">
                <a:solidFill>
                  <a:schemeClr val="dk1"/>
                </a:solidFill>
                <a:effectLst/>
                <a:uFillTx/>
                <a:latin typeface="Calibri"/>
              </a:rPr>
              <a:t>System.out.println è un metodo di OUTPUT.</a:t>
            </a:r>
            <a:endParaRPr lang="it-IT" sz="3000" b="0" u="none" strike="noStrike">
              <a:solidFill>
                <a:srgbClr val="000000"/>
              </a:solidFill>
              <a:effectLst/>
              <a:uFillTx/>
              <a:latin typeface="Arial"/>
            </a:endParaRPr>
          </a:p>
          <a:p>
            <a:pPr defTabSz="914400">
              <a:lnSpc>
                <a:spcPct val="100000"/>
              </a:lnSpc>
            </a:pPr>
            <a:endParaRPr lang="it-IT" sz="3000" b="0" u="none" strike="noStrike">
              <a:solidFill>
                <a:srgbClr val="000000"/>
              </a:solidFill>
              <a:effectLst/>
              <a:uFillTx/>
              <a:latin typeface="Arial"/>
            </a:endParaRPr>
          </a:p>
          <a:p>
            <a:pPr defTabSz="914400">
              <a:lnSpc>
                <a:spcPct val="100000"/>
              </a:lnSpc>
            </a:pPr>
            <a:r>
              <a:rPr lang="it-IT" sz="3000" b="0" u="none" strike="noStrike">
                <a:solidFill>
                  <a:schemeClr val="dk1"/>
                </a:solidFill>
                <a:effectLst/>
                <a:uFillTx/>
                <a:latin typeface="Calibri"/>
              </a:rPr>
              <a:t>Come avremo modo di vedere, esistono metodi di input e di output, che sostanzialmente consentono rispettivamente al programma </a:t>
            </a:r>
            <a:endParaRPr lang="it-IT" sz="3000" b="0" u="none" strike="noStrike">
              <a:solidFill>
                <a:srgbClr val="000000"/>
              </a:solidFill>
              <a:effectLst/>
              <a:uFillTx/>
              <a:latin typeface="Arial"/>
            </a:endParaRPr>
          </a:p>
          <a:p>
            <a:pPr defTabSz="914400">
              <a:lnSpc>
                <a:spcPct val="100000"/>
              </a:lnSpc>
            </a:pPr>
            <a:r>
              <a:rPr lang="it-IT" sz="3000" b="0" u="none" strike="noStrike">
                <a:solidFill>
                  <a:schemeClr val="dk1"/>
                </a:solidFill>
                <a:effectLst/>
                <a:uFillTx/>
                <a:latin typeface="Calibri"/>
              </a:rPr>
              <a:t>di:</a:t>
            </a:r>
            <a:endParaRPr lang="it-IT" sz="3000" b="0" u="none" strike="noStrike">
              <a:solidFill>
                <a:srgbClr val="000000"/>
              </a:solidFill>
              <a:effectLst/>
              <a:uFillTx/>
              <a:latin typeface="Arial"/>
            </a:endParaRPr>
          </a:p>
          <a:p>
            <a:pPr marL="285840" indent="-285840" defTabSz="914400">
              <a:lnSpc>
                <a:spcPct val="100000"/>
              </a:lnSpc>
              <a:buClr>
                <a:srgbClr val="000000"/>
              </a:buClr>
              <a:buFont typeface="OpenSymbol"/>
              <a:buChar char="-"/>
            </a:pPr>
            <a:r>
              <a:rPr lang="it-IT" sz="3000" b="0" u="none" strike="noStrike">
                <a:solidFill>
                  <a:schemeClr val="dk1"/>
                </a:solidFill>
                <a:effectLst/>
                <a:uFillTx/>
                <a:latin typeface="Calibri"/>
              </a:rPr>
              <a:t>Acquisire dati</a:t>
            </a:r>
            <a:endParaRPr lang="it-IT" sz="3000" b="0" u="none" strike="noStrike">
              <a:solidFill>
                <a:srgbClr val="000000"/>
              </a:solidFill>
              <a:effectLst/>
              <a:uFillTx/>
              <a:latin typeface="Arial"/>
            </a:endParaRPr>
          </a:p>
          <a:p>
            <a:pPr defTabSz="914400">
              <a:lnSpc>
                <a:spcPct val="100000"/>
              </a:lnSpc>
            </a:pPr>
            <a:r>
              <a:rPr lang="it-IT" sz="3000" b="0" u="none" strike="noStrike">
                <a:solidFill>
                  <a:schemeClr val="dk1"/>
                </a:solidFill>
                <a:effectLst/>
                <a:uFillTx/>
                <a:latin typeface="Calibri"/>
              </a:rPr>
              <a:t>o</a:t>
            </a:r>
            <a:endParaRPr lang="it-IT" sz="3000" b="0" u="none" strike="noStrike">
              <a:solidFill>
                <a:srgbClr val="000000"/>
              </a:solidFill>
              <a:effectLst/>
              <a:uFillTx/>
              <a:latin typeface="Arial"/>
            </a:endParaRPr>
          </a:p>
          <a:p>
            <a:pPr marL="285840" indent="-285840" defTabSz="914400">
              <a:lnSpc>
                <a:spcPct val="100000"/>
              </a:lnSpc>
              <a:buClr>
                <a:srgbClr val="000000"/>
              </a:buClr>
              <a:buFont typeface="OpenSymbol"/>
              <a:buChar char="-"/>
            </a:pPr>
            <a:r>
              <a:rPr lang="it-IT" sz="3000" b="0" u="none" strike="noStrike">
                <a:solidFill>
                  <a:schemeClr val="dk1"/>
                </a:solidFill>
                <a:effectLst/>
                <a:uFillTx/>
                <a:latin typeface="Calibri"/>
              </a:rPr>
              <a:t>Fornire dati (scrivere sul video, stampare su carta, ecc)</a:t>
            </a:r>
            <a:endParaRPr lang="it-IT" sz="3000" b="0" u="none" strike="noStrike">
              <a:solidFill>
                <a:srgbClr val="000000"/>
              </a:solidFill>
              <a:effectLst/>
              <a:uFillTx/>
              <a:latin typeface="Arial"/>
            </a:endParaRPr>
          </a:p>
        </p:txBody>
      </p:sp>
      <p:sp>
        <p:nvSpPr>
          <p:cNvPr id="747" name="CasellaDiTesto 1"/>
          <p:cNvSpPr/>
          <p:nvPr/>
        </p:nvSpPr>
        <p:spPr>
          <a:xfrm>
            <a:off x="3702240" y="795600"/>
            <a:ext cx="8350920" cy="369000"/>
          </a:xfrm>
          <a:prstGeom prst="rect">
            <a:avLst/>
          </a:prstGeom>
          <a:solidFill>
            <a:schemeClr val="accent1">
              <a:lumMod val="20000"/>
              <a:lumOff val="80000"/>
            </a:schemeClr>
          </a:solidFill>
          <a:ln w="0">
            <a:noFill/>
          </a:ln>
        </p:spPr>
        <p:style>
          <a:lnRef idx="0"/>
          <a:fillRef idx="0"/>
          <a:effectRef idx="0"/>
          <a:fontRef idx="minor"/>
        </p:style>
        <p:txBody>
          <a:bodyPr lIns="90000" rIns="90000" tIns="45000" bIns="45000" anchor="t">
            <a:spAutoFit/>
          </a:bodyPr>
          <a:p>
            <a:pPr defTabSz="914400">
              <a:lnSpc>
                <a:spcPct val="100000"/>
              </a:lnSpc>
            </a:pPr>
            <a:r>
              <a:rPr lang="it-IT" sz="1800" b="0" u="none" strike="noStrike">
                <a:solidFill>
                  <a:schemeClr val="dk1"/>
                </a:solidFill>
                <a:effectLst/>
                <a:uFillTx/>
                <a:latin typeface="Calibri"/>
              </a:rPr>
              <a:t>System.out.println è un metodo di OUTPUT.</a:t>
            </a:r>
            <a:endParaRPr lang="it-IT"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748" name="Picture 2" descr="Java Logo, symbol, meaning, history, PNG, brand"/>
          <p:cNvPicPr/>
          <p:nvPr/>
        </p:nvPicPr>
        <p:blipFill>
          <a:blip r:embed="rId1"/>
          <a:stretch/>
        </p:blipFill>
        <p:spPr>
          <a:xfrm>
            <a:off x="10632600" y="0"/>
            <a:ext cx="1420560" cy="795240"/>
          </a:xfrm>
          <a:prstGeom prst="rect">
            <a:avLst/>
          </a:prstGeom>
          <a:noFill/>
          <a:ln w="0">
            <a:noFill/>
          </a:ln>
        </p:spPr>
      </p:pic>
      <p:sp>
        <p:nvSpPr>
          <p:cNvPr id="749" name="CasellaDiTesto 2"/>
          <p:cNvSpPr/>
          <p:nvPr/>
        </p:nvSpPr>
        <p:spPr>
          <a:xfrm>
            <a:off x="281880" y="421920"/>
            <a:ext cx="3114000" cy="373320"/>
          </a:xfrm>
          <a:prstGeom prst="rect">
            <a:avLst/>
          </a:prstGeom>
          <a:solidFill>
            <a:schemeClr val="accent2">
              <a:lumMod val="40000"/>
              <a:lumOff val="60000"/>
            </a:schemeClr>
          </a:solidFill>
          <a:ln w="0">
            <a:noFill/>
          </a:ln>
        </p:spPr>
        <p:style>
          <a:lnRef idx="0"/>
          <a:fillRef idx="0"/>
          <a:effectRef idx="0"/>
          <a:fontRef idx="minor"/>
        </p:style>
        <p:txBody>
          <a:bodyPr lIns="90000" rIns="90000" tIns="45000" bIns="45000" anchor="t">
            <a:spAutoFit/>
          </a:bodyPr>
          <a:p>
            <a:pPr algn="just" defTabSz="914400">
              <a:lnSpc>
                <a:spcPct val="107000"/>
              </a:lnSpc>
              <a:spcAft>
                <a:spcPts val="799"/>
              </a:spcAft>
              <a:tabLst>
                <a:tab algn="l" pos="678240"/>
              </a:tabLst>
            </a:pPr>
            <a:r>
              <a:rPr lang="it-IT" sz="1800" b="1" u="none" strike="noStrike">
                <a:solidFill>
                  <a:srgbClr val="050e17"/>
                </a:solidFill>
                <a:effectLst/>
                <a:uFillTx/>
                <a:latin typeface="-apple-system"/>
              </a:rPr>
              <a:t>Struttura di una applicazione</a:t>
            </a:r>
            <a:endParaRPr lang="it-IT" sz="1800" b="0" u="none" strike="noStrike">
              <a:solidFill>
                <a:srgbClr val="000000"/>
              </a:solidFill>
              <a:effectLst/>
              <a:uFillTx/>
              <a:latin typeface="Arial"/>
            </a:endParaRPr>
          </a:p>
        </p:txBody>
      </p:sp>
      <p:sp>
        <p:nvSpPr>
          <p:cNvPr id="750" name="CasellaDiTesto 3"/>
          <p:cNvSpPr/>
          <p:nvPr/>
        </p:nvSpPr>
        <p:spPr>
          <a:xfrm>
            <a:off x="3702240" y="795600"/>
            <a:ext cx="8350920" cy="64584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lang="it-IT" sz="1800" b="0" u="none" strike="noStrike">
                <a:solidFill>
                  <a:schemeClr val="dk1"/>
                </a:solidFill>
                <a:effectLst/>
                <a:uFillTx/>
                <a:latin typeface="Calibri"/>
              </a:rPr>
              <a:t>System.out.println è un metodo di OUTPUT.</a:t>
            </a:r>
            <a:endParaRPr lang="it-IT" sz="1800" b="0" u="none" strike="noStrike">
              <a:solidFill>
                <a:srgbClr val="000000"/>
              </a:solidFill>
              <a:effectLst/>
              <a:uFillTx/>
              <a:latin typeface="Arial"/>
            </a:endParaRPr>
          </a:p>
          <a:p>
            <a:pPr defTabSz="914400">
              <a:lnSpc>
                <a:spcPct val="100000"/>
              </a:lnSpc>
            </a:pPr>
            <a:endParaRPr lang="it-IT" sz="1800" b="0" u="none" strike="noStrike">
              <a:solidFill>
                <a:srgbClr val="000000"/>
              </a:solidFill>
              <a:effectLst/>
              <a:uFillTx/>
              <a:latin typeface="Arial"/>
            </a:endParaRPr>
          </a:p>
        </p:txBody>
      </p:sp>
      <p:sp>
        <p:nvSpPr>
          <p:cNvPr id="751" name="CasellaDiTesto 1"/>
          <p:cNvSpPr/>
          <p:nvPr/>
        </p:nvSpPr>
        <p:spPr>
          <a:xfrm>
            <a:off x="3702240" y="795600"/>
            <a:ext cx="8350920" cy="369000"/>
          </a:xfrm>
          <a:prstGeom prst="rect">
            <a:avLst/>
          </a:prstGeom>
          <a:solidFill>
            <a:schemeClr val="accent1">
              <a:lumMod val="20000"/>
              <a:lumOff val="80000"/>
            </a:schemeClr>
          </a:solidFill>
          <a:ln w="0">
            <a:noFill/>
          </a:ln>
        </p:spPr>
        <p:style>
          <a:lnRef idx="0"/>
          <a:fillRef idx="0"/>
          <a:effectRef idx="0"/>
          <a:fontRef idx="minor"/>
        </p:style>
        <p:txBody>
          <a:bodyPr lIns="90000" rIns="90000" tIns="45000" bIns="45000" anchor="t">
            <a:spAutoFit/>
          </a:bodyPr>
          <a:p>
            <a:pPr defTabSz="914400">
              <a:lnSpc>
                <a:spcPct val="100000"/>
              </a:lnSpc>
            </a:pPr>
            <a:r>
              <a:rPr lang="it-IT" sz="1800" b="0" u="none" strike="noStrike">
                <a:solidFill>
                  <a:schemeClr val="dk1"/>
                </a:solidFill>
                <a:effectLst/>
                <a:uFillTx/>
                <a:latin typeface="Calibri"/>
              </a:rPr>
              <a:t>Scrivere metodi nostri</a:t>
            </a:r>
            <a:endParaRPr lang="it-IT" sz="1800" b="0" u="none" strike="noStrike">
              <a:solidFill>
                <a:srgbClr val="000000"/>
              </a:solidFill>
              <a:effectLst/>
              <a:uFillTx/>
              <a:latin typeface="Arial"/>
            </a:endParaRPr>
          </a:p>
        </p:txBody>
      </p:sp>
      <p:sp>
        <p:nvSpPr>
          <p:cNvPr id="752" name="CasellaDiTesto 5"/>
          <p:cNvSpPr/>
          <p:nvPr/>
        </p:nvSpPr>
        <p:spPr>
          <a:xfrm>
            <a:off x="3048840" y="2228760"/>
            <a:ext cx="6094080" cy="240012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lang="it-IT" sz="3000" b="0" u="none" strike="noStrike">
                <a:solidFill>
                  <a:schemeClr val="dk1"/>
                </a:solidFill>
                <a:effectLst/>
                <a:uFillTx/>
                <a:latin typeface="Calibri"/>
              </a:rPr>
              <a:t>Come vedremo è possibile usare metodi già esistenti di classi presenti nel kit di JAVA, metodi di classi di terze parti, ma anche scrivere classi nostre</a:t>
            </a:r>
            <a:endParaRPr lang="it-IT" sz="3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753" name="Picture 2" descr="Java Logo, symbol, meaning, history, PNG, brand"/>
          <p:cNvPicPr/>
          <p:nvPr/>
        </p:nvPicPr>
        <p:blipFill>
          <a:blip r:embed="rId1"/>
          <a:stretch/>
        </p:blipFill>
        <p:spPr>
          <a:xfrm>
            <a:off x="10632600" y="0"/>
            <a:ext cx="1420560" cy="795240"/>
          </a:xfrm>
          <a:prstGeom prst="rect">
            <a:avLst/>
          </a:prstGeom>
          <a:noFill/>
          <a:ln w="0">
            <a:noFill/>
          </a:ln>
        </p:spPr>
      </p:pic>
      <p:sp>
        <p:nvSpPr>
          <p:cNvPr id="754" name="CasellaDiTesto 2"/>
          <p:cNvSpPr/>
          <p:nvPr/>
        </p:nvSpPr>
        <p:spPr>
          <a:xfrm>
            <a:off x="281880" y="421920"/>
            <a:ext cx="6097680" cy="373320"/>
          </a:xfrm>
          <a:prstGeom prst="rect">
            <a:avLst/>
          </a:prstGeom>
          <a:noFill/>
          <a:ln w="0">
            <a:noFill/>
          </a:ln>
        </p:spPr>
        <p:style>
          <a:lnRef idx="0"/>
          <a:fillRef idx="0"/>
          <a:effectRef idx="0"/>
          <a:fontRef idx="minor"/>
        </p:style>
        <p:txBody>
          <a:bodyPr lIns="90000" rIns="90000" tIns="45000" bIns="45000" anchor="t">
            <a:spAutoFit/>
          </a:bodyPr>
          <a:p>
            <a:pPr algn="just" defTabSz="914400">
              <a:lnSpc>
                <a:spcPct val="107000"/>
              </a:lnSpc>
              <a:spcAft>
                <a:spcPts val="799"/>
              </a:spcAft>
              <a:tabLst>
                <a:tab algn="l" pos="678240"/>
              </a:tabLst>
            </a:pPr>
            <a:r>
              <a:rPr lang="it-IT" sz="1800" b="1" u="none" strike="noStrike">
                <a:solidFill>
                  <a:srgbClr val="050e17"/>
                </a:solidFill>
                <a:effectLst/>
                <a:uFillTx/>
                <a:latin typeface="-apple-system"/>
              </a:rPr>
              <a:t>Le librerie standard di Java</a:t>
            </a:r>
            <a:endParaRPr lang="it-IT" sz="1800" b="0" u="none" strike="noStrike">
              <a:solidFill>
                <a:srgbClr val="000000"/>
              </a:solidFill>
              <a:effectLst/>
              <a:uFillTx/>
              <a:latin typeface="Arial"/>
            </a:endParaRPr>
          </a:p>
        </p:txBody>
      </p:sp>
      <p:sp>
        <p:nvSpPr>
          <p:cNvPr id="755" name="CasellaDiTesto 6"/>
          <p:cNvSpPr/>
          <p:nvPr/>
        </p:nvSpPr>
        <p:spPr>
          <a:xfrm>
            <a:off x="3048840" y="1031400"/>
            <a:ext cx="6097680" cy="240012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lang="it-IT" sz="3000" b="0" u="none" strike="noStrike">
                <a:solidFill>
                  <a:schemeClr val="dk1"/>
                </a:solidFill>
                <a:effectLst/>
                <a:uFillTx/>
                <a:latin typeface="Calibri"/>
              </a:rPr>
              <a:t>Le librerie standard di Java sono un insieme di classi e metodi predefiniti che sono disponibili nella piattaforma Java e che possono essere utilizzati per sviluppare applicazioni Java.</a:t>
            </a:r>
            <a:endParaRPr lang="it-IT" sz="3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756" name="Picture 2" descr="Java Logo, symbol, meaning, history, PNG, brand"/>
          <p:cNvPicPr/>
          <p:nvPr/>
        </p:nvPicPr>
        <p:blipFill>
          <a:blip r:embed="rId1"/>
          <a:stretch/>
        </p:blipFill>
        <p:spPr>
          <a:xfrm>
            <a:off x="10632600" y="0"/>
            <a:ext cx="1420560" cy="795240"/>
          </a:xfrm>
          <a:prstGeom prst="rect">
            <a:avLst/>
          </a:prstGeom>
          <a:noFill/>
          <a:ln w="0">
            <a:noFill/>
          </a:ln>
        </p:spPr>
      </p:pic>
      <p:sp>
        <p:nvSpPr>
          <p:cNvPr id="757" name="CasellaDiTesto 2"/>
          <p:cNvSpPr/>
          <p:nvPr/>
        </p:nvSpPr>
        <p:spPr>
          <a:xfrm>
            <a:off x="281880" y="421920"/>
            <a:ext cx="6097680" cy="373320"/>
          </a:xfrm>
          <a:prstGeom prst="rect">
            <a:avLst/>
          </a:prstGeom>
          <a:noFill/>
          <a:ln w="0">
            <a:noFill/>
          </a:ln>
        </p:spPr>
        <p:style>
          <a:lnRef idx="0"/>
          <a:fillRef idx="0"/>
          <a:effectRef idx="0"/>
          <a:fontRef idx="minor"/>
        </p:style>
        <p:txBody>
          <a:bodyPr lIns="90000" rIns="90000" tIns="45000" bIns="45000" anchor="t">
            <a:spAutoFit/>
          </a:bodyPr>
          <a:p>
            <a:pPr algn="just" defTabSz="914400">
              <a:lnSpc>
                <a:spcPct val="107000"/>
              </a:lnSpc>
              <a:spcAft>
                <a:spcPts val="799"/>
              </a:spcAft>
              <a:tabLst>
                <a:tab algn="l" pos="678240"/>
              </a:tabLst>
            </a:pPr>
            <a:r>
              <a:rPr lang="it-IT" sz="1800" b="1" u="none" strike="noStrike">
                <a:solidFill>
                  <a:srgbClr val="050e17"/>
                </a:solidFill>
                <a:effectLst/>
                <a:uFillTx/>
                <a:latin typeface="-apple-system"/>
              </a:rPr>
              <a:t>Le librerie standard di Java</a:t>
            </a:r>
            <a:endParaRPr lang="it-IT" sz="1800" b="0" u="none" strike="noStrike">
              <a:solidFill>
                <a:srgbClr val="000000"/>
              </a:solidFill>
              <a:effectLst/>
              <a:uFillTx/>
              <a:latin typeface="Arial"/>
            </a:endParaRPr>
          </a:p>
        </p:txBody>
      </p:sp>
      <p:sp>
        <p:nvSpPr>
          <p:cNvPr id="758" name="CasellaDiTesto 6"/>
          <p:cNvSpPr/>
          <p:nvPr/>
        </p:nvSpPr>
        <p:spPr>
          <a:xfrm>
            <a:off x="3048840" y="1031400"/>
            <a:ext cx="6097680" cy="332352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lang="it-IT" sz="3000" b="0" u="none" strike="noStrike">
                <a:solidFill>
                  <a:schemeClr val="dk1"/>
                </a:solidFill>
                <a:effectLst/>
                <a:uFillTx/>
                <a:latin typeface="Calibri"/>
              </a:rPr>
              <a:t>Le librerie standard di Java sono organizzate in pacchetti (i package di cui abbiamo accennato), come ad esempio java.util, java.io e java.lang, e ciascun pacchetto contiene classi e metodi che sono utilizzati per scopi specifici.</a:t>
            </a:r>
            <a:endParaRPr lang="it-IT" sz="3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759" name="Picture 2" descr="Java Logo, symbol, meaning, history, PNG, brand"/>
          <p:cNvPicPr/>
          <p:nvPr/>
        </p:nvPicPr>
        <p:blipFill>
          <a:blip r:embed="rId1"/>
          <a:stretch/>
        </p:blipFill>
        <p:spPr>
          <a:xfrm>
            <a:off x="10632600" y="0"/>
            <a:ext cx="1420560" cy="795240"/>
          </a:xfrm>
          <a:prstGeom prst="rect">
            <a:avLst/>
          </a:prstGeom>
          <a:noFill/>
          <a:ln w="0">
            <a:noFill/>
          </a:ln>
        </p:spPr>
      </p:pic>
      <p:sp>
        <p:nvSpPr>
          <p:cNvPr id="760" name="CasellaDiTesto 2"/>
          <p:cNvSpPr/>
          <p:nvPr/>
        </p:nvSpPr>
        <p:spPr>
          <a:xfrm>
            <a:off x="281880" y="421920"/>
            <a:ext cx="6097680" cy="373320"/>
          </a:xfrm>
          <a:prstGeom prst="rect">
            <a:avLst/>
          </a:prstGeom>
          <a:noFill/>
          <a:ln w="0">
            <a:noFill/>
          </a:ln>
        </p:spPr>
        <p:style>
          <a:lnRef idx="0"/>
          <a:fillRef idx="0"/>
          <a:effectRef idx="0"/>
          <a:fontRef idx="minor"/>
        </p:style>
        <p:txBody>
          <a:bodyPr lIns="90000" rIns="90000" tIns="45000" bIns="45000" anchor="t">
            <a:spAutoFit/>
          </a:bodyPr>
          <a:p>
            <a:pPr algn="just" defTabSz="914400">
              <a:lnSpc>
                <a:spcPct val="107000"/>
              </a:lnSpc>
              <a:spcAft>
                <a:spcPts val="799"/>
              </a:spcAft>
              <a:tabLst>
                <a:tab algn="l" pos="678240"/>
              </a:tabLst>
            </a:pPr>
            <a:r>
              <a:rPr lang="it-IT" sz="1800" b="1" u="none" strike="noStrike">
                <a:solidFill>
                  <a:srgbClr val="050e17"/>
                </a:solidFill>
                <a:effectLst/>
                <a:uFillTx/>
                <a:latin typeface="-apple-system"/>
              </a:rPr>
              <a:t>Le librerie standard di Java</a:t>
            </a:r>
            <a:endParaRPr lang="it-IT" sz="1800" b="0" u="none" strike="noStrike">
              <a:solidFill>
                <a:srgbClr val="000000"/>
              </a:solidFill>
              <a:effectLst/>
              <a:uFillTx/>
              <a:latin typeface="Arial"/>
            </a:endParaRPr>
          </a:p>
        </p:txBody>
      </p:sp>
      <p:sp>
        <p:nvSpPr>
          <p:cNvPr id="761" name="CasellaDiTesto 6"/>
          <p:cNvSpPr/>
          <p:nvPr/>
        </p:nvSpPr>
        <p:spPr>
          <a:xfrm>
            <a:off x="3048840" y="1031400"/>
            <a:ext cx="6097680" cy="424692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lang="it-IT" sz="3000" b="0" u="none" strike="noStrike">
                <a:solidFill>
                  <a:schemeClr val="dk1"/>
                </a:solidFill>
                <a:effectLst/>
                <a:uFillTx/>
                <a:latin typeface="Calibri"/>
              </a:rPr>
              <a:t>Ad esempio, il pacchetto java.util contiene molte classi utili, come la classe ArrayList che può essere utilizzata per creare e manipolare elenchi dinamici di oggetti, la classe Calendar che può essere utilizzata per gestire la data e l'ora, e la classe Random che può essere utilizzata per generare numeri casuali.</a:t>
            </a:r>
            <a:endParaRPr lang="it-IT" sz="3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762" name="Picture 2" descr="Java Logo, symbol, meaning, history, PNG, brand"/>
          <p:cNvPicPr/>
          <p:nvPr/>
        </p:nvPicPr>
        <p:blipFill>
          <a:blip r:embed="rId1"/>
          <a:stretch/>
        </p:blipFill>
        <p:spPr>
          <a:xfrm>
            <a:off x="10632600" y="0"/>
            <a:ext cx="1420560" cy="795240"/>
          </a:xfrm>
          <a:prstGeom prst="rect">
            <a:avLst/>
          </a:prstGeom>
          <a:noFill/>
          <a:ln w="0">
            <a:noFill/>
          </a:ln>
        </p:spPr>
      </p:pic>
      <p:sp>
        <p:nvSpPr>
          <p:cNvPr id="763" name="CasellaDiTesto 2"/>
          <p:cNvSpPr/>
          <p:nvPr/>
        </p:nvSpPr>
        <p:spPr>
          <a:xfrm>
            <a:off x="281880" y="421920"/>
            <a:ext cx="6097680" cy="373320"/>
          </a:xfrm>
          <a:prstGeom prst="rect">
            <a:avLst/>
          </a:prstGeom>
          <a:noFill/>
          <a:ln w="0">
            <a:noFill/>
          </a:ln>
        </p:spPr>
        <p:style>
          <a:lnRef idx="0"/>
          <a:fillRef idx="0"/>
          <a:effectRef idx="0"/>
          <a:fontRef idx="minor"/>
        </p:style>
        <p:txBody>
          <a:bodyPr lIns="90000" rIns="90000" tIns="45000" bIns="45000" anchor="t">
            <a:spAutoFit/>
          </a:bodyPr>
          <a:p>
            <a:pPr algn="just" defTabSz="914400">
              <a:lnSpc>
                <a:spcPct val="107000"/>
              </a:lnSpc>
              <a:spcAft>
                <a:spcPts val="799"/>
              </a:spcAft>
              <a:tabLst>
                <a:tab algn="l" pos="678240"/>
              </a:tabLst>
            </a:pPr>
            <a:r>
              <a:rPr lang="it-IT" sz="1800" b="1" u="none" strike="noStrike">
                <a:solidFill>
                  <a:srgbClr val="050e17"/>
                </a:solidFill>
                <a:effectLst/>
                <a:uFillTx/>
                <a:latin typeface="-apple-system"/>
              </a:rPr>
              <a:t>Le librerie standard di Java</a:t>
            </a:r>
            <a:endParaRPr lang="it-IT" sz="1800" b="0" u="none" strike="noStrike">
              <a:solidFill>
                <a:srgbClr val="000000"/>
              </a:solidFill>
              <a:effectLst/>
              <a:uFillTx/>
              <a:latin typeface="Arial"/>
            </a:endParaRPr>
          </a:p>
        </p:txBody>
      </p:sp>
      <p:sp>
        <p:nvSpPr>
          <p:cNvPr id="764" name="CasellaDiTesto 6"/>
          <p:cNvSpPr/>
          <p:nvPr/>
        </p:nvSpPr>
        <p:spPr>
          <a:xfrm>
            <a:off x="3048840" y="1031400"/>
            <a:ext cx="6097680" cy="316980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lang="it-IT" sz="4000" b="0" u="none" strike="noStrike">
                <a:solidFill>
                  <a:schemeClr val="dk1"/>
                </a:solidFill>
                <a:effectLst/>
                <a:uFillTx/>
                <a:latin typeface="Calibri"/>
              </a:rPr>
              <a:t>Il pacchetto java.io contiene classi utilizzate per la lettura e la scrittura di file, come ad esempio la classe FileReader e la classe FileWriter.</a:t>
            </a:r>
            <a:endParaRPr lang="it-IT" sz="4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765" name="Picture 2" descr="Java Logo, symbol, meaning, history, PNG, brand"/>
          <p:cNvPicPr/>
          <p:nvPr/>
        </p:nvPicPr>
        <p:blipFill>
          <a:blip r:embed="rId1"/>
          <a:stretch/>
        </p:blipFill>
        <p:spPr>
          <a:xfrm>
            <a:off x="10632600" y="0"/>
            <a:ext cx="1420560" cy="795240"/>
          </a:xfrm>
          <a:prstGeom prst="rect">
            <a:avLst/>
          </a:prstGeom>
          <a:noFill/>
          <a:ln w="0">
            <a:noFill/>
          </a:ln>
        </p:spPr>
      </p:pic>
      <p:sp>
        <p:nvSpPr>
          <p:cNvPr id="766" name="CasellaDiTesto 2"/>
          <p:cNvSpPr/>
          <p:nvPr/>
        </p:nvSpPr>
        <p:spPr>
          <a:xfrm>
            <a:off x="281880" y="421920"/>
            <a:ext cx="6097680" cy="373320"/>
          </a:xfrm>
          <a:prstGeom prst="rect">
            <a:avLst/>
          </a:prstGeom>
          <a:noFill/>
          <a:ln w="0">
            <a:noFill/>
          </a:ln>
        </p:spPr>
        <p:style>
          <a:lnRef idx="0"/>
          <a:fillRef idx="0"/>
          <a:effectRef idx="0"/>
          <a:fontRef idx="minor"/>
        </p:style>
        <p:txBody>
          <a:bodyPr lIns="90000" rIns="90000" tIns="45000" bIns="45000" anchor="t">
            <a:spAutoFit/>
          </a:bodyPr>
          <a:p>
            <a:pPr algn="just" defTabSz="914400">
              <a:lnSpc>
                <a:spcPct val="107000"/>
              </a:lnSpc>
              <a:spcAft>
                <a:spcPts val="799"/>
              </a:spcAft>
              <a:tabLst>
                <a:tab algn="l" pos="678240"/>
              </a:tabLst>
            </a:pPr>
            <a:r>
              <a:rPr lang="it-IT" sz="1800" b="1" u="none" strike="noStrike">
                <a:solidFill>
                  <a:srgbClr val="050e17"/>
                </a:solidFill>
                <a:effectLst/>
                <a:uFillTx/>
                <a:latin typeface="-apple-system"/>
              </a:rPr>
              <a:t>Le librerie standard di Java</a:t>
            </a:r>
            <a:endParaRPr lang="it-IT" sz="1800" b="0" u="none" strike="noStrike">
              <a:solidFill>
                <a:srgbClr val="000000"/>
              </a:solidFill>
              <a:effectLst/>
              <a:uFillTx/>
              <a:latin typeface="Arial"/>
            </a:endParaRPr>
          </a:p>
        </p:txBody>
      </p:sp>
      <p:sp>
        <p:nvSpPr>
          <p:cNvPr id="767" name="CasellaDiTesto 6"/>
          <p:cNvSpPr/>
          <p:nvPr/>
        </p:nvSpPr>
        <p:spPr>
          <a:xfrm>
            <a:off x="3048840" y="1031400"/>
            <a:ext cx="6097680" cy="240012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lang="it-IT" sz="3000" b="0" u="none" strike="noStrike">
                <a:solidFill>
                  <a:schemeClr val="dk1"/>
                </a:solidFill>
                <a:effectLst/>
                <a:uFillTx/>
                <a:latin typeface="Calibri"/>
              </a:rPr>
              <a:t>Infine, il pacchetto java.lang contiene classi fondamentali utilizzate dal sistema Java, come ad esempio la classe Object, la classe String e la classe Throwable.</a:t>
            </a:r>
            <a:endParaRPr lang="it-IT" sz="3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768" name="Picture 2" descr="Java Logo, symbol, meaning, history, PNG, brand"/>
          <p:cNvPicPr/>
          <p:nvPr/>
        </p:nvPicPr>
        <p:blipFill>
          <a:blip r:embed="rId1"/>
          <a:stretch/>
        </p:blipFill>
        <p:spPr>
          <a:xfrm>
            <a:off x="10632600" y="0"/>
            <a:ext cx="1420560" cy="795240"/>
          </a:xfrm>
          <a:prstGeom prst="rect">
            <a:avLst/>
          </a:prstGeom>
          <a:noFill/>
          <a:ln w="0">
            <a:noFill/>
          </a:ln>
        </p:spPr>
      </p:pic>
      <p:sp>
        <p:nvSpPr>
          <p:cNvPr id="769" name="CasellaDiTesto 2"/>
          <p:cNvSpPr/>
          <p:nvPr/>
        </p:nvSpPr>
        <p:spPr>
          <a:xfrm>
            <a:off x="281880" y="421920"/>
            <a:ext cx="6097680" cy="373320"/>
          </a:xfrm>
          <a:prstGeom prst="rect">
            <a:avLst/>
          </a:prstGeom>
          <a:noFill/>
          <a:ln w="0">
            <a:noFill/>
          </a:ln>
        </p:spPr>
        <p:style>
          <a:lnRef idx="0"/>
          <a:fillRef idx="0"/>
          <a:effectRef idx="0"/>
          <a:fontRef idx="minor"/>
        </p:style>
        <p:txBody>
          <a:bodyPr lIns="90000" rIns="90000" tIns="45000" bIns="45000" anchor="t">
            <a:spAutoFit/>
          </a:bodyPr>
          <a:p>
            <a:pPr algn="just" defTabSz="914400">
              <a:lnSpc>
                <a:spcPct val="107000"/>
              </a:lnSpc>
              <a:spcAft>
                <a:spcPts val="799"/>
              </a:spcAft>
              <a:tabLst>
                <a:tab algn="l" pos="678240"/>
              </a:tabLst>
            </a:pPr>
            <a:r>
              <a:rPr lang="it-IT" sz="1800" b="1" u="none" strike="noStrike">
                <a:solidFill>
                  <a:srgbClr val="050e17"/>
                </a:solidFill>
                <a:effectLst/>
                <a:uFillTx/>
                <a:latin typeface="-apple-system"/>
              </a:rPr>
              <a:t>Le librerie standard di Java</a:t>
            </a:r>
            <a:endParaRPr lang="it-IT" sz="1800" b="0" u="none" strike="noStrike">
              <a:solidFill>
                <a:srgbClr val="000000"/>
              </a:solidFill>
              <a:effectLst/>
              <a:uFillTx/>
              <a:latin typeface="Arial"/>
            </a:endParaRPr>
          </a:p>
        </p:txBody>
      </p:sp>
      <p:sp>
        <p:nvSpPr>
          <p:cNvPr id="770" name="CasellaDiTesto 6"/>
          <p:cNvSpPr/>
          <p:nvPr/>
        </p:nvSpPr>
        <p:spPr>
          <a:xfrm>
            <a:off x="3048840" y="1031400"/>
            <a:ext cx="6097680" cy="240012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lang="it-IT" sz="3000" b="0" u="none" strike="noStrike">
                <a:solidFill>
                  <a:schemeClr val="dk1"/>
                </a:solidFill>
                <a:effectLst/>
                <a:uFillTx/>
                <a:latin typeface="Calibri"/>
              </a:rPr>
              <a:t>In sintesi, le librerie standard di Java offrono una vasta gamma di classi e metodi predefiniti che possono essere utilizzati per semplificare lo sviluppo di applicazioni Java.</a:t>
            </a:r>
            <a:endParaRPr lang="it-IT" sz="3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Tema di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2.xml><?xml version="1.0" encoding="utf-8"?>
<a:theme xmlns:a="http://schemas.openxmlformats.org/drawingml/2006/main" xmlns:r="http://schemas.openxmlformats.org/officeDocument/2006/relationships" name="Tema di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0</TotalTime>
  <Application>LibreOffice/25.8.4.1$Windows_X86_64 LibreOffice_project/6ab4ab096601e7cd763971a4dad5a6c7322a1a59</Application>
  <AppVersion>15.0000</AppVersion>
  <Words>0</Words>
  <Paragraphs>0</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2023-08-23T12:51:20Z</dcterms:created>
  <dc:creator/>
  <dc:description/>
  <dc:language>it-IT</dc:language>
  <cp:lastModifiedBy>Vincenzo Piccolo</cp:lastModifiedBy>
  <dcterms:modified xsi:type="dcterms:W3CDTF">2026-03-24T15:09:43Z</dcterms:modified>
  <cp:revision>10</cp:revision>
  <dc:subject/>
  <dc:title>Presentazione standard di PowerPoint</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PresentationFormat">
    <vt:lpwstr>Widescreen</vt:lpwstr>
  </property>
  <property fmtid="{D5CDD505-2E9C-101B-9397-08002B2CF9AE}" pid="3" name="Slides">
    <vt:i4>117</vt:i4>
  </property>
</Properties>
</file>