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2B2B5E-69E2-05F2-32B5-2AC321881B8D}" v="66" dt="2025-02-24T07:51:18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73091"/>
            <a:ext cx="8229600" cy="1143000"/>
          </a:xfrm>
        </p:spPr>
        <p:txBody>
          <a:bodyPr/>
          <a:lstStyle/>
          <a:p>
            <a:r>
              <a:t>Introduzione a JUnit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Cos'è JUnit?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JUnit è un framework per il testing unitario in Java.</a:t>
            </a:r>
          </a:p>
          <a:p>
            <a:r>
              <a:t>Permette di automatizzare il test del codice.</a:t>
            </a:r>
          </a:p>
          <a:p>
            <a:r>
              <a:t>Facilita il Test-Driven Development (TDD).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Perché usare JUnit?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 bug rapidamente.</a:t>
            </a:r>
          </a:p>
          <a:p>
            <a:r>
              <a:t>Garantisce la correttezza del codice.</a:t>
            </a:r>
          </a:p>
          <a:p>
            <a:r>
              <a:t>Aiuta a mantenere il codice pulito e modulare.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Installazione di 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64526"/>
            <a:ext cx="8229600" cy="226767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endParaRPr lang="it-IT" dirty="0">
              <a:ea typeface="Calibri"/>
              <a:cs typeface="Calibri"/>
            </a:endParaRPr>
          </a:p>
          <a:p>
            <a:endParaRPr/>
          </a:p>
          <a:p>
            <a:r>
              <a:rPr dirty="0"/>
              <a:t>Con Gradle:</a:t>
            </a:r>
            <a:endParaRPr dirty="0">
              <a:ea typeface="Calibri"/>
              <a:cs typeface="Calibri"/>
            </a:endParaRPr>
          </a:p>
          <a:p>
            <a:r>
              <a:rPr dirty="0"/>
              <a:t>dependencies {</a:t>
            </a:r>
            <a:endParaRPr dirty="0">
              <a:ea typeface="Calibri"/>
              <a:cs typeface="Calibri"/>
            </a:endParaRPr>
          </a:p>
          <a:p>
            <a:r>
              <a:rPr dirty="0"/>
              <a:t>    </a:t>
            </a:r>
            <a:r>
              <a:rPr dirty="0" err="1"/>
              <a:t>testImplementation</a:t>
            </a:r>
            <a:r>
              <a:rPr dirty="0"/>
              <a:t> 'org.junit.jupiter:junit-jupiter:5.7.1'</a:t>
            </a:r>
            <a:endParaRPr dirty="0">
              <a:ea typeface="Calibri"/>
              <a:cs typeface="Calibri"/>
            </a:endParaRPr>
          </a:p>
          <a:p>
            <a:r>
              <a:rPr dirty="0"/>
              <a:t>}</a:t>
            </a:r>
            <a:endParaRPr dirty="0">
              <a:ea typeface="Calibri"/>
              <a:cs typeface="Calibri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A120930-C707-C231-5770-E493D9EE5F6F}"/>
              </a:ext>
            </a:extLst>
          </p:cNvPr>
          <p:cNvSpPr txBox="1"/>
          <p:nvPr/>
        </p:nvSpPr>
        <p:spPr>
          <a:xfrm>
            <a:off x="457199" y="1523999"/>
            <a:ext cx="8091055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rtl="0">
              <a:buFont typeface=""/>
              <a:buChar char="•"/>
            </a:pPr>
            <a:r>
              <a:rPr lang="en-US" sz="2200" baseline="0">
                <a:latin typeface="Calibri"/>
                <a:ea typeface="Arial"/>
                <a:cs typeface="Arial"/>
              </a:rPr>
              <a:t>Con Maven:</a:t>
            </a:r>
            <a:r>
              <a:rPr lang="en-US" sz="2200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200" baseline="0">
                <a:latin typeface="Calibri"/>
                <a:ea typeface="Arial"/>
                <a:cs typeface="Arial"/>
              </a:rPr>
              <a:t>&lt;dependency&gt;</a:t>
            </a:r>
            <a:r>
              <a:rPr lang="en-US" sz="2200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200" baseline="0">
                <a:latin typeface="Calibri"/>
                <a:ea typeface="Arial"/>
                <a:cs typeface="Arial"/>
              </a:rPr>
              <a:t>&lt;groupId&gt;org.junit.jupiter&lt;/groupId&gt;</a:t>
            </a:r>
            <a:r>
              <a:rPr lang="en-US" sz="2200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200" baseline="0">
                <a:latin typeface="Calibri"/>
                <a:ea typeface="Arial"/>
                <a:cs typeface="Arial"/>
              </a:rPr>
              <a:t>&lt;artifactId&gt;junit-jupiter-api&lt;/artifactId&gt;</a:t>
            </a:r>
            <a:r>
              <a:rPr lang="en-US" sz="2200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200" baseline="0">
                <a:latin typeface="Calibri"/>
                <a:ea typeface="Arial"/>
                <a:cs typeface="Arial"/>
              </a:rPr>
              <a:t>&lt;version&gt;5.7.1&lt;/version&gt;</a:t>
            </a:r>
            <a:r>
              <a:rPr lang="en-US" sz="2200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200" baseline="0">
                <a:latin typeface="Calibri"/>
                <a:ea typeface="Arial"/>
                <a:cs typeface="Arial"/>
              </a:rPr>
              <a:t>&lt;scope&gt;test&lt;/scope&gt;</a:t>
            </a:r>
            <a:r>
              <a:rPr lang="en-US" sz="2200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200" baseline="0">
                <a:latin typeface="Calibri"/>
                <a:ea typeface="Arial"/>
                <a:cs typeface="Arial"/>
              </a:rPr>
              <a:t>&lt;/dependency&gt;</a:t>
            </a:r>
            <a:endParaRPr 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Primo Test con 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165744"/>
          </a:xfrm>
        </p:spPr>
        <p:txBody>
          <a:bodyPr>
            <a:normAutofit fontScale="70000" lnSpcReduction="20000"/>
          </a:bodyPr>
          <a:lstStyle/>
          <a:p>
            <a:r>
              <a:t>```java</a:t>
            </a:r>
          </a:p>
          <a:p>
            <a:r>
              <a:t>import org.junit.jupiter.api.Test;</a:t>
            </a:r>
          </a:p>
          <a:p>
            <a:r>
              <a:t>import static org.junit.jupiter.api.Assertions.*;</a:t>
            </a:r>
          </a:p>
          <a:p>
            <a:endParaRPr/>
          </a:p>
          <a:p>
            <a:r>
              <a:t>class MyTest {</a:t>
            </a:r>
          </a:p>
          <a:p>
            <a:r>
              <a:t>    @Test</a:t>
            </a:r>
          </a:p>
          <a:p>
            <a:r>
              <a:t>    void additionTest() {</a:t>
            </a:r>
          </a:p>
          <a:p>
            <a:r>
              <a:t>        assertEquals(4, 2 + 2);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Struttura di un Test 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@Test: Indica un </a:t>
            </a:r>
            <a:r>
              <a:rPr err="1"/>
              <a:t>metodo</a:t>
            </a:r>
            <a:r>
              <a:rPr dirty="0"/>
              <a:t> di test.</a:t>
            </a:r>
          </a:p>
          <a:p>
            <a:r>
              <a:rPr u="sng" err="1">
                <a:solidFill>
                  <a:srgbClr val="00B0F0"/>
                </a:solidFill>
              </a:rPr>
              <a:t>assertEquals</a:t>
            </a:r>
            <a:r>
              <a:rPr u="sng" dirty="0">
                <a:solidFill>
                  <a:srgbClr val="00B0F0"/>
                </a:solidFill>
              </a:rPr>
              <a:t>(expected, actual)</a:t>
            </a:r>
            <a:r>
              <a:rPr dirty="0"/>
              <a:t>: </a:t>
            </a:r>
            <a:r>
              <a:rPr err="1"/>
              <a:t>Confronta</a:t>
            </a:r>
            <a:r>
              <a:rPr dirty="0"/>
              <a:t> </a:t>
            </a:r>
            <a:r>
              <a:rPr err="1"/>
              <a:t>valori</a:t>
            </a:r>
            <a:r>
              <a:rPr dirty="0"/>
              <a:t> </a:t>
            </a:r>
            <a:r>
              <a:rPr err="1"/>
              <a:t>attesi</a:t>
            </a:r>
            <a:r>
              <a:rPr dirty="0"/>
              <a:t> e </a:t>
            </a:r>
            <a:r>
              <a:rPr err="1"/>
              <a:t>reali</a:t>
            </a:r>
            <a:r>
              <a:rPr dirty="0"/>
              <a:t>.</a:t>
            </a:r>
          </a:p>
          <a:p>
            <a:r>
              <a:rPr u="sng" err="1">
                <a:solidFill>
                  <a:srgbClr val="00B0F0"/>
                </a:solidFill>
              </a:rPr>
              <a:t>assertTrue</a:t>
            </a:r>
            <a:r>
              <a:rPr u="sng" dirty="0">
                <a:solidFill>
                  <a:srgbClr val="00B0F0"/>
                </a:solidFill>
              </a:rPr>
              <a:t>/False(condition)</a:t>
            </a:r>
            <a:r>
              <a:rPr dirty="0"/>
              <a:t>: </a:t>
            </a:r>
            <a:r>
              <a:rPr err="1"/>
              <a:t>Verifica</a:t>
            </a:r>
            <a:r>
              <a:rPr dirty="0"/>
              <a:t> </a:t>
            </a:r>
            <a:r>
              <a:rPr err="1"/>
              <a:t>condizioni</a:t>
            </a:r>
            <a:r>
              <a:rPr dirty="0"/>
              <a:t> </a:t>
            </a:r>
            <a:r>
              <a:rPr err="1"/>
              <a:t>booleane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con Before e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6236"/>
            <a:ext cx="8229600" cy="4387418"/>
          </a:xfrm>
        </p:spPr>
        <p:txBody>
          <a:bodyPr>
            <a:normAutofit fontScale="55000" lnSpcReduction="20000"/>
          </a:bodyPr>
          <a:lstStyle/>
          <a:p>
            <a:r>
              <a:t>```java</a:t>
            </a:r>
          </a:p>
          <a:p>
            <a:r>
              <a:t>import org.junit.jupiter.api.*;</a:t>
            </a:r>
          </a:p>
          <a:p>
            <a:endParaRPr/>
          </a:p>
          <a:p>
            <a:r>
              <a:t>class LifecycleTest {</a:t>
            </a:r>
          </a:p>
          <a:p>
            <a:r>
              <a:t>    @BeforeEach</a:t>
            </a:r>
          </a:p>
          <a:p>
            <a:r>
              <a:t>    void setup() {</a:t>
            </a:r>
          </a:p>
          <a:p>
            <a:r>
              <a:t>        System.out.println("Setup eseguito prima di ogni test");</a:t>
            </a:r>
          </a:p>
          <a:p>
            <a:r>
              <a:t>    }</a:t>
            </a:r>
          </a:p>
          <a:p>
            <a:endParaRPr/>
          </a:p>
          <a:p>
            <a:r>
              <a:t>    @Test</a:t>
            </a:r>
          </a:p>
          <a:p>
            <a:r>
              <a:t>    void sampleTest() {</a:t>
            </a:r>
          </a:p>
          <a:p>
            <a:r>
              <a:t>        assertTrue(true);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di Eccezioni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6236"/>
            <a:ext cx="8229600" cy="4733781"/>
          </a:xfrm>
        </p:spPr>
        <p:txBody>
          <a:bodyPr>
            <a:normAutofit fontScale="70000" lnSpcReduction="20000"/>
          </a:bodyPr>
          <a:lstStyle/>
          <a:p>
            <a:r>
              <a:t>```java</a:t>
            </a:r>
          </a:p>
          <a:p>
            <a:r>
              <a:t>import org.junit.jupiter.api.Test;</a:t>
            </a:r>
          </a:p>
          <a:p>
            <a:r>
              <a:t>import static org.junit.jupiter.api.Assertions.*;</a:t>
            </a:r>
          </a:p>
          <a:p>
            <a:endParaRPr/>
          </a:p>
          <a:p>
            <a:r>
              <a:t>class ExceptionTest {</a:t>
            </a:r>
          </a:p>
          <a:p>
            <a:r>
              <a:t>    @Test</a:t>
            </a:r>
          </a:p>
          <a:p>
            <a:r>
              <a:t>    void exceptionTesting() {</a:t>
            </a:r>
          </a:p>
          <a:p>
            <a:r>
              <a:t>        assertThrows(ArithmeticException.class, () -&gt; {</a:t>
            </a:r>
          </a:p>
          <a:p>
            <a:r>
              <a:t>            int result = 10 / 0;</a:t>
            </a:r>
          </a:p>
          <a:p>
            <a:r>
              <a:t>        });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Parametrizzati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2727"/>
          </a:xfrm>
        </p:spPr>
        <p:txBody>
          <a:bodyPr>
            <a:normAutofit fontScale="70000" lnSpcReduction="20000"/>
          </a:bodyPr>
          <a:lstStyle/>
          <a:p>
            <a:r>
              <a:t>```java</a:t>
            </a:r>
          </a:p>
          <a:p>
            <a:r>
              <a:t>import org.junit.jupiter.params.ParameterizedTest;</a:t>
            </a:r>
          </a:p>
          <a:p>
            <a:r>
              <a:t>import org.junit.jupiter.params.provider.ValueSource;</a:t>
            </a:r>
          </a:p>
          <a:p>
            <a:endParaRPr/>
          </a:p>
          <a:p>
            <a:r>
              <a:t>class ParamTest {</a:t>
            </a:r>
          </a:p>
          <a:p>
            <a:r>
              <a:t>    @ParameterizedTest</a:t>
            </a:r>
          </a:p>
          <a:p>
            <a:r>
              <a:t>    @ValueSource(ints = {2, 4, 6})</a:t>
            </a:r>
          </a:p>
          <a:p>
            <a:r>
              <a:t>    void evenNumbersTest(int number) {</a:t>
            </a:r>
          </a:p>
          <a:p>
            <a:r>
              <a:t>        assertTrue(number % 2 == 0);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JUnit è essenziale per il testing in Java.</a:t>
            </a:r>
          </a:p>
          <a:p>
            <a:r>
              <a:t>Automatizzare i test migliora la qualità del codice.</a:t>
            </a:r>
          </a:p>
          <a:p>
            <a:r>
              <a:t>Integrare JUnit con CI/CD per massimizzare i benefici.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Presentazione su schermo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1" baseType="lpstr">
      <vt:lpstr>Office Theme</vt:lpstr>
      <vt:lpstr>Introduzione a JUnit</vt:lpstr>
      <vt:lpstr>Cos'è JUnit?</vt:lpstr>
      <vt:lpstr>Perché usare JUnit?</vt:lpstr>
      <vt:lpstr>Installazione di JUnit</vt:lpstr>
      <vt:lpstr>Primo Test con JUnit</vt:lpstr>
      <vt:lpstr>Struttura di un Test JUnit</vt:lpstr>
      <vt:lpstr>Test con Before e After</vt:lpstr>
      <vt:lpstr>Test di Eccezioni</vt:lpstr>
      <vt:lpstr>Test Parametrizzati</vt:lpstr>
      <vt:lpstr>Conclusione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 a JUnit</dc:title>
  <dc:subject/>
  <dc:creator/>
  <cp:keywords/>
  <dc:description>generated using python-pptx</dc:description>
  <cp:lastModifiedBy>Vincenzo Piccolo</cp:lastModifiedBy>
  <cp:revision>39</cp:revision>
  <dcterms:created xsi:type="dcterms:W3CDTF">2013-01-27T09:14:16Z</dcterms:created>
  <dcterms:modified xsi:type="dcterms:W3CDTF">2026-03-31T07:59:34Z</dcterms:modified>
  <cp:category/>
</cp:coreProperties>
</file>