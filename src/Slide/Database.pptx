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1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1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E74C83-7099-D293-5427-39468893C3A0}" v="4" dt="2025-03-03T08:01:54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C9BF9-DA4A-4296-A977-07066B0D2837}" type="datetimeFigureOut">
              <a:t>21/07/2026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1D38E-2E1A-4AF8-A52C-C2F98DF5D913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2827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DELLE TRANSAZIONI E DATABASE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Un'introduzione completa alla gestione efficace delle transazioni nei sistemi di database per garantire integrità e affidabilità dei dati.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gestione delle transazioni nei database è cruciale per assicurare l'integrità dei dati durante operazioni complesse. Questo processo garantisce che le modifiche al database siano affidabili e coerenti, anche in caso di errori o guasti del sistema. Esploreremo i concetti chiave e le tecniche principali.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Cos'è una Transazione?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3771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transazione è una sequenza logica di operazioni eseguite come una singola unità di lavoro atomica.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L'obiettivo principale è di cambiare lo stato del database da uno stato coerente ad un altro.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transazione può consistere in una singola istruzione SQL o in una serie di istruzioni correlate.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una parte della transazione fallisce, l'intera transazione viene annullata per mantenere l'integrità.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Proprietà ACID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3771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Atomicità: La transazione è considerata un'unica unità indivisibile: o tutte le operazioni hanno successo o nessuna.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Consistenza: La transazione deve mantenere l'integrità dei dati, assicurando il rispetto dei vincoli del database.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Isolamento: Le transazioni devono essere eseguite isolatamente l'una dall'altra, evitando interferenze e risultati inattesi.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Durabilità: Una volta completata, la transazione è permanente e le modifiche sopravvivono a eventuali guasti del sistema.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della Concorrenza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3771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controllo della concorrenza gestisce l'accesso simultaneo al database da parte di più transazioni.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Previene problemi come la perdita di aggiornamenti e la lettura di dati inconsistenti.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meccanismi includono bloccaggi (locking), timestamp e controllo multi-versione (MVCC).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L'obiettivo è massimizzare la concorrenza mantenendo l'integrità e la correttezza dei dati.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di Isolamento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3771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livelli di isolamento definiscono il grado di isolamento tra transazioni concorrenti.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più alti offrono maggiore sicurezza ma possono ridurre la concorrenza.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comuni includono Read Uncommitted, Read Committed, Repeatable Read e Serializable.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scelta del livello dipende dai requisiti specifici dell'applicazione e dalla tolleranza per anomalie.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Bloccaggi (Locking)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3771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bloccaggi impediscono a transazioni concorrenti di accedere contemporaneamente alle stesse risorse.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Esistono blocchi condivisi (lettura) e blocchi esclusivi (scrittura) per gestire l'accesso ai dati.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deadlock si verifica quando due o più transazioni si bloccano a vicenda in attesa del rilascio delle risorse.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sistemi di gestione dei database (DBMS) implementano meccanismi per rilevare e risolvere i deadlock.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dei Deadlock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3771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deadlock si verificano quando due o più transazioni sono in attesa reciproca di risorse.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Rilevamento del deadlock: Il DBMS monitora le transazioni in attesa e identifica cicli di attesa.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Risoluzione del deadlock: Una transazione (la vittima) viene abortita per sbloccare le risorse.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 di prevenzione: impostare timeout o ordinare le risorse per evitare i cicli di attesa.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Journaling e Recovery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3771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journaling registra tutte le modifiche apportate al database durante le transazioni.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caso di guasto, il journal viene utilizzato per ripristinare il database ad uno stato coerente.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log delle transazioni contengono informazioni sufficienti per annullare o ripetere le operazioni.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recovery assicura la durabilità delle transazioni, anche in presenza di guasti hardware o software.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Transazioni distribuite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3771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transazioni distribuite coinvolgono più database su diversi server.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coordinazione è gestita da protocolli come il Two-Phase Commit (2PC).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2PC assicura che tutte le parti della transazione siano completate o annullate insieme.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transazioni distribuite sono complesse e richiedono una gestione attenta per garantire l'atomicità e la consistenza.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3771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Mantenere le transazioni brevi per ridurre la probabilità di conflitti e deadlock.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Utilizzare indici per ottimizzare le query e ridurre i tempi di blocco.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Scegliere il livello di isolamento appropriato per bilanciare concorrenza e integrità.</a:t>
            </a:r>
            <a:endParaRPr lang="en-US" sz="18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Monitorare le prestazioni del database e identificare potenziali problemi di concorrenza.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gestione delle transazioni è fondamentale per la robustezza e l'affidabilità dei sistemi di database. Comprendere le proprietà ACID, il controllo della concorrenza e le tecniche di recovery consente di progettare applicazioni che garantiscono l'integrità dei dati anche in ambienti complessi e concorrenti.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Presentazione su schermo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3" baseType="lpstr"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4</cp:revision>
  <dcterms:created xsi:type="dcterms:W3CDTF">2025-03-03T08:00:26Z</dcterms:created>
  <dcterms:modified xsi:type="dcterms:W3CDTF">2026-07-21T14:48:02Z</dcterms:modified>
</cp:coreProperties>
</file>