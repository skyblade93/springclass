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20D58A-1D16-8E43-AFAC-1B9E5D77B6AC}" v="5" dt="2025-02-25T08:39:21.7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Introduzione a Mockito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Una panoramica sul framework di mocking per i test unitari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Cos'è Mockito?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Mockito è un framework Java per il mocking di oggetti nelle unit test. Permette di simulare il comportamento di oggetti dipendenti senza doverli realmente istanziare.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Perché usare Mockito?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Isolare le unità di codice da testare</a:t>
            </a:r>
          </a:p>
          <a:p>
            <a:r>
              <a:t>- Simulare comportamenti complessi</a:t>
            </a:r>
          </a:p>
          <a:p>
            <a:r>
              <a:t>- Evitare dipendenze reali in test unitari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Installazione di Mockito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Aggiungere la dipendenza nel progetto Maven:</a:t>
            </a:r>
          </a:p>
          <a:p>
            <a:r>
              <a:t>&lt;dependency&gt;</a:t>
            </a:r>
          </a:p>
          <a:p>
            <a:r>
              <a:t>    &lt;groupId&gt;org.mockito&lt;/groupId&gt;</a:t>
            </a:r>
          </a:p>
          <a:p>
            <a:r>
              <a:t>    &lt;artifactId&gt;mockito-core&lt;/artifactId&gt;</a:t>
            </a:r>
          </a:p>
          <a:p>
            <a:r>
              <a:t>    &lt;version&gt;4.0.0&lt;/version&gt;</a:t>
            </a:r>
          </a:p>
          <a:p>
            <a:r>
              <a:t>    &lt;scope&gt;test&lt;/scope&gt;</a:t>
            </a:r>
          </a:p>
          <a:p>
            <a:r>
              <a:t>&lt;/dependency&gt;</a:t>
            </a:r>
          </a:p>
          <a:p>
            <a:endParaRPr/>
          </a:p>
          <a:p>
            <a:r>
              <a:t>Se si usa Gradle:</a:t>
            </a:r>
          </a:p>
          <a:p>
            <a:r>
              <a:t>dependencies {</a:t>
            </a:r>
          </a:p>
          <a:p>
            <a:r>
              <a:t>    testImplementation 'org.mockito:mockito-core:4.0.0'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Creazione di un Mock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 creare un oggetto mock:</a:t>
            </a:r>
          </a:p>
          <a:p>
            <a:r>
              <a:t>import static org.mockito.Mockito.*;</a:t>
            </a:r>
          </a:p>
          <a:p>
            <a:endParaRPr/>
          </a:p>
          <a:p>
            <a:r>
              <a:t>List&lt;String&gt; mockList = mock(List.class);</a:t>
            </a:r>
          </a:p>
          <a:p>
            <a:r>
              <a:t>mockList.add("Hello");</a:t>
            </a:r>
          </a:p>
          <a:p>
            <a:r>
              <a:t>verify(mockList).add("Hello");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Stubbing con Mockito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Esempio di stubbing:</a:t>
            </a:r>
          </a:p>
          <a:p>
            <a:r>
              <a:t>when(mockList.get(0)).thenReturn("Mockito");</a:t>
            </a:r>
          </a:p>
          <a:p>
            <a:r>
              <a:t>System.out.println(mockList.get(0)); // Output: Mockito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 delle chiamate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 che un metodo sia stato chiamato:</a:t>
            </a:r>
          </a:p>
          <a:p>
            <a:r>
              <a:t>verify(mockList).get(0);</a:t>
            </a:r>
          </a:p>
          <a:p>
            <a:endParaRPr/>
          </a:p>
          <a:p>
            <a:r>
              <a:t>Verifica che un metodo non sia stato chiamato:</a:t>
            </a:r>
          </a:p>
          <a:p>
            <a:r>
              <a:t>verify(mockList, never()).clear();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 di una classe personalizzata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1546"/>
            <a:ext cx="8229600" cy="4844617"/>
          </a:xfrm>
        </p:spPr>
        <p:txBody>
          <a:bodyPr>
            <a:normAutofit fontScale="85000" lnSpcReduction="10000"/>
          </a:bodyPr>
          <a:lstStyle/>
          <a:p>
            <a:r>
              <a:t>class Service {</a:t>
            </a:r>
          </a:p>
          <a:p>
            <a:r>
              <a:t>    String getData() {</a:t>
            </a:r>
          </a:p>
          <a:p>
            <a:r>
              <a:t>        return "Real Data";</a:t>
            </a:r>
          </a:p>
          <a:p>
            <a:r>
              <a:t>    }</a:t>
            </a:r>
          </a:p>
          <a:p>
            <a:r>
              <a:t>}</a:t>
            </a:r>
          </a:p>
          <a:p>
            <a:endParaRPr/>
          </a:p>
          <a:p>
            <a:r>
              <a:t>Service mockService = mock(Service.class);</a:t>
            </a:r>
          </a:p>
          <a:p>
            <a:r>
              <a:t>when(mockService.getData()).thenReturn("Mock Data");</a:t>
            </a:r>
          </a:p>
          <a:p>
            <a:r>
              <a:t>System.out.println(mockService.getData()); // Output: Mock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Uso di @Mock e @InjectMocks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@RunWith(MockitoJUnitRunner.class)</a:t>
            </a:r>
          </a:p>
          <a:p>
            <a:r>
              <a:t>public class TestService {</a:t>
            </a:r>
          </a:p>
          <a:p>
            <a:endParaRPr/>
          </a:p>
          <a:p>
            <a:r>
              <a:t>    @Mock</a:t>
            </a:r>
          </a:p>
          <a:p>
            <a:r>
              <a:t>    private Repository repository;</a:t>
            </a:r>
          </a:p>
          <a:p>
            <a:endParaRPr/>
          </a:p>
          <a:p>
            <a:r>
              <a:t>    @InjectMocks</a:t>
            </a:r>
          </a:p>
          <a:p>
            <a:r>
              <a:t>    private Service service;</a:t>
            </a:r>
          </a:p>
          <a:p>
            <a:endParaRPr/>
          </a:p>
          <a:p>
            <a:r>
              <a:t>    @Test</a:t>
            </a:r>
          </a:p>
          <a:p>
            <a:r>
              <a:t>    public void testGetData() {</a:t>
            </a:r>
          </a:p>
          <a:p>
            <a:r>
              <a:t>        when(repository.fetchData()).thenReturn("Mock Data");</a:t>
            </a:r>
          </a:p>
          <a:p>
            <a:r>
              <a:t>        assertEquals("Mock Data", service.getData());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3836"/>
            <a:ext cx="8229600" cy="4692217"/>
          </a:xfrm>
        </p:spPr>
        <p:txBody>
          <a:bodyPr>
            <a:normAutofit fontScale="92500" lnSpcReduction="20000"/>
          </a:bodyPr>
          <a:lstStyle/>
          <a:p>
            <a:r>
              <a:t>Mockito è un potente strumento per scrivere test unitari isolati e affidabili. Le sue funzionalità principali includono:</a:t>
            </a:r>
          </a:p>
          <a:p>
            <a:r>
              <a:t>- Creazione di mock</a:t>
            </a:r>
          </a:p>
          <a:p>
            <a:r>
              <a:t>- Stubbing</a:t>
            </a:r>
          </a:p>
          <a:p>
            <a:r>
              <a:t>- Verifica delle chiamate</a:t>
            </a:r>
          </a:p>
          <a:p>
            <a:r>
              <a:t>- Iniezione di mock con `@InjectMocks`</a:t>
            </a:r>
          </a:p>
          <a:p>
            <a:endParaRPr/>
          </a:p>
          <a:p>
            <a:r>
              <a:t>Può essere combinato con JUnit per scrivere test efficaci e veloci.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Presentazione su schermo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1" baseType="lpstr">
      <vt:lpstr>Office Theme</vt:lpstr>
      <vt:lpstr>Introduzione a Mockito</vt:lpstr>
      <vt:lpstr>Cos'è Mockito?</vt:lpstr>
      <vt:lpstr>Perché usare Mockito?</vt:lpstr>
      <vt:lpstr>Installazione di Mockito</vt:lpstr>
      <vt:lpstr>Creazione di un Mock</vt:lpstr>
      <vt:lpstr>Stubbing con Mockito</vt:lpstr>
      <vt:lpstr>Verifica delle chiamate</vt:lpstr>
      <vt:lpstr>Mock di una classe personalizzata</vt:lpstr>
      <vt:lpstr>Uso di @Mock e @InjectMocks</vt:lpstr>
      <vt:lpstr>Conclusione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6</cp:revision>
  <dcterms:created xsi:type="dcterms:W3CDTF">2013-01-27T09:14:16Z</dcterms:created>
  <dcterms:modified xsi:type="dcterms:W3CDTF">2026-03-31T08:01:07Z</dcterms:modified>
  <cp:category/>
</cp:coreProperties>
</file>