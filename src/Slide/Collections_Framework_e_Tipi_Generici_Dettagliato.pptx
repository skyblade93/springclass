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ADA5BB-457D-7C61-EC2C-A0EC9C5EFF60}" v="7" dt="2025-02-13T09:59:58.3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Collections Framework e Tipi Generici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Guida introduttiva con esempi pratici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Introduzione alle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Il Collections Framework in Java fornisce un insieme di classi e interfacce per gestire gruppi di oggetti in modo efficiente. </a:t>
            </a:r>
          </a:p>
          <a:p>
            <a:endParaRPr/>
          </a:p>
          <a:p>
            <a:r>
              <a:t>Perché usare le Collection invece degli array?</a:t>
            </a:r>
          </a:p>
          <a:p>
            <a:r>
              <a:t>- Gli array hanno dimensione fissa</a:t>
            </a:r>
          </a:p>
          <a:p>
            <a:r>
              <a:t>- Le Collection sono dinamiche e più flessibili</a:t>
            </a:r>
          </a:p>
          <a:p>
            <a:r>
              <a:t>- Offrono metodi avanzati per la gestione dei dati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Gerarchia delle principali interfacce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28"/>
            <a:ext cx="8229600" cy="5052435"/>
          </a:xfrm>
        </p:spPr>
        <p:txBody>
          <a:bodyPr>
            <a:normAutofit lnSpcReduction="10000"/>
          </a:bodyPr>
          <a:lstStyle/>
          <a:p>
            <a:r>
              <a:t>Principali interfacce delle Collection:</a:t>
            </a:r>
          </a:p>
          <a:p>
            <a:endParaRPr/>
          </a:p>
          <a:p>
            <a:r>
              <a:t>- **List**: Mantiene l'ordine degli elementi, permette duplicati (ArrayList, LinkedList)</a:t>
            </a:r>
          </a:p>
          <a:p>
            <a:r>
              <a:t>- **Set**: Non permette duplicati (HashSet, TreeSet)</a:t>
            </a:r>
          </a:p>
          <a:p>
            <a:r>
              <a:t>- **Queue**: Per gestione FIFO o priorità (PriorityQueue, Deque)</a:t>
            </a:r>
          </a:p>
          <a:p>
            <a:r>
              <a:t>- **Map**: Collezione chiave-valore (HashMap, TreeMap)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List: ArrayList e LinkedList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7"/>
            <a:ext cx="8229600" cy="4719926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- **ArrayList**: Veloce per lettura, lento per inserimenti e rimozioni</a:t>
            </a:r>
          </a:p>
          <a:p>
            <a:r>
              <a:rPr dirty="0"/>
              <a:t>- **LinkedList**: Più veloce per inserimenti e rimozioni, ma più lento nell'accesso agli elementi</a:t>
            </a:r>
          </a:p>
          <a:p>
            <a:endParaRPr dirty="0"/>
          </a:p>
          <a:p>
            <a:r>
              <a:rPr dirty="0"/>
              <a:t>Esempio di utilizzo di un'ArrayList:</a:t>
            </a:r>
          </a:p>
          <a:p>
            <a:r>
              <a:rPr dirty="0"/>
              <a:t>```java</a:t>
            </a:r>
          </a:p>
          <a:p>
            <a:r>
              <a:rPr dirty="0"/>
              <a:t>List&lt;String&gt; lista = new ArrayList&lt;&gt;();</a:t>
            </a:r>
          </a:p>
          <a:p>
            <a:r>
              <a:rPr dirty="0"/>
              <a:t>lista.add("Ciao");</a:t>
            </a:r>
          </a:p>
          <a:p>
            <a:r>
              <a:rPr dirty="0"/>
              <a:t>lista.add("Mondo");</a:t>
            </a:r>
          </a:p>
          <a:p>
            <a:r>
              <a:rPr dirty="0"/>
              <a:t>System.out.println(lista.get(0)); // Stampa: Ciao</a:t>
            </a:r>
          </a:p>
          <a:p>
            <a:r>
              <a:rPr dirty="0"/>
              <a:t>```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Set: HashSet e TreeSet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7"/>
            <a:ext cx="8229600" cy="4719926"/>
          </a:xfrm>
        </p:spPr>
        <p:txBody>
          <a:bodyPr>
            <a:normAutofit fontScale="85000" lnSpcReduction="20000"/>
          </a:bodyPr>
          <a:lstStyle/>
          <a:p>
            <a:r>
              <a:t>- **HashSet**: Non mantiene l'ordine, molto veloce</a:t>
            </a:r>
          </a:p>
          <a:p>
            <a:r>
              <a:t>- **TreeSet**: Mantiene gli elementi ordinati</a:t>
            </a:r>
          </a:p>
          <a:p>
            <a:endParaRPr/>
          </a:p>
          <a:p>
            <a:r>
              <a:t>Esempio di HashSet:</a:t>
            </a:r>
          </a:p>
          <a:p>
            <a:r>
              <a:t>```java</a:t>
            </a:r>
          </a:p>
          <a:p>
            <a:r>
              <a:t>Set&lt;Integer&gt; numeri = new HashSet&lt;&gt;();</a:t>
            </a:r>
          </a:p>
          <a:p>
            <a:r>
              <a:t>numeri.add(5);</a:t>
            </a:r>
          </a:p>
          <a:p>
            <a:r>
              <a:t>numeri.add(10);</a:t>
            </a:r>
          </a:p>
          <a:p>
            <a:r>
              <a:t>numeri.add(5); // Non verrà aggiunto</a:t>
            </a:r>
          </a:p>
          <a:p>
            <a:r>
              <a:t>System.out.println(numeri); // Output: [5, 10]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Map: HashMap e TreeMap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7"/>
            <a:ext cx="8229600" cy="4719926"/>
          </a:xfrm>
        </p:spPr>
        <p:txBody>
          <a:bodyPr>
            <a:normAutofit fontScale="85000" lnSpcReduction="20000"/>
          </a:bodyPr>
          <a:lstStyle/>
          <a:p>
            <a:r>
              <a:t>- **HashMap**: Associa chiavi a valori, veloce per recuperare dati</a:t>
            </a:r>
          </a:p>
          <a:p>
            <a:r>
              <a:t>- **TreeMap**: Mantiene l'ordine delle chiavi</a:t>
            </a:r>
          </a:p>
          <a:p>
            <a:endParaRPr/>
          </a:p>
          <a:p>
            <a:r>
              <a:t>Esempio di HashMap:</a:t>
            </a:r>
          </a:p>
          <a:p>
            <a:r>
              <a:t>```java</a:t>
            </a:r>
          </a:p>
          <a:p>
            <a:r>
              <a:t>Map&lt;String, Integer&gt; eta = new HashMap&lt;&gt;();</a:t>
            </a:r>
          </a:p>
          <a:p>
            <a:r>
              <a:t>eta.put("Mario", 25);</a:t>
            </a:r>
          </a:p>
          <a:p>
            <a:r>
              <a:t>eta.put("Anna", 30);</a:t>
            </a:r>
          </a:p>
          <a:p>
            <a:r>
              <a:t>System.out.println(eta.get("Mario")); // Output: 25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Tipi Generici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7"/>
            <a:ext cx="8229600" cy="4810079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I Generics permettono di creare classi e metodi che lavorano con tipi diversi senza perdere sicurezza.</a:t>
            </a:r>
          </a:p>
          <a:p>
            <a:endParaRPr dirty="0"/>
          </a:p>
          <a:p>
            <a:r>
              <a:rPr dirty="0"/>
              <a:t>Perché usarli?</a:t>
            </a:r>
          </a:p>
          <a:p>
            <a:r>
              <a:rPr dirty="0"/>
              <a:t>- Evitano errori di tipo in fase di compilazione</a:t>
            </a:r>
          </a:p>
          <a:p>
            <a:r>
              <a:rPr dirty="0"/>
              <a:t>- Permettono di riutilizzare codice generico</a:t>
            </a:r>
          </a:p>
          <a:p>
            <a:endParaRPr dirty="0"/>
          </a:p>
          <a:p>
            <a:r>
              <a:rPr dirty="0"/>
              <a:t>Esempio base:</a:t>
            </a:r>
          </a:p>
          <a:p>
            <a:r>
              <a:rPr dirty="0"/>
              <a:t>```java</a:t>
            </a:r>
          </a:p>
          <a:p>
            <a:r>
              <a:rPr dirty="0"/>
              <a:t>class Scatola&lt;T&gt; {</a:t>
            </a:r>
          </a:p>
          <a:p>
            <a:r>
              <a:rPr dirty="0"/>
              <a:t>  private T oggetto;</a:t>
            </a:r>
          </a:p>
          <a:p>
            <a:r>
              <a:rPr dirty="0"/>
              <a:t>  public void set(T obj) { this.oggetto = obj; }</a:t>
            </a:r>
          </a:p>
          <a:p>
            <a:r>
              <a:rPr dirty="0"/>
              <a:t>  public T get() { return oggetto; }</a:t>
            </a:r>
          </a:p>
          <a:p>
            <a:r>
              <a:rPr dirty="0"/>
              <a:t>}</a:t>
            </a:r>
          </a:p>
          <a:p>
            <a:r>
              <a:rPr dirty="0"/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Wildcard in Generics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7"/>
            <a:ext cx="8229600" cy="4719926"/>
          </a:xfrm>
        </p:spPr>
        <p:txBody>
          <a:bodyPr>
            <a:normAutofit fontScale="77500" lnSpcReduction="20000"/>
          </a:bodyPr>
          <a:lstStyle/>
          <a:p>
            <a:r>
              <a:t>I wildcard (`? extends T`, `? super T`) permettono flessibilità nell'uso delle generics:</a:t>
            </a:r>
          </a:p>
          <a:p>
            <a:endParaRPr/>
          </a:p>
          <a:p>
            <a:r>
              <a:t>- `? extends T`: accetta qualsiasi sottotipo di T</a:t>
            </a:r>
          </a:p>
          <a:p>
            <a:r>
              <a:t>- `? super T`: accetta qualsiasi supertipo di T</a:t>
            </a:r>
          </a:p>
          <a:p>
            <a:endParaRPr/>
          </a:p>
          <a:p>
            <a:r>
              <a:t>Esempio con `extends`:</a:t>
            </a:r>
          </a:p>
          <a:p>
            <a:r>
              <a:t>```java</a:t>
            </a:r>
          </a:p>
          <a:p>
            <a:r>
              <a:t>List&lt;? extends Number&gt; numeri = new ArrayList&lt;Integer&gt;();</a:t>
            </a:r>
          </a:p>
          <a:p>
            <a:r>
              <a:t>// Possiamo leggere i valori ma non modificarli</a:t>
            </a:r>
          </a:p>
          <a:p>
            <a:r>
              <a:t>```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 ed esercizi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6237"/>
            <a:ext cx="8229600" cy="4719926"/>
          </a:xfrm>
        </p:spPr>
        <p:txBody>
          <a:bodyPr>
            <a:normAutofit lnSpcReduction="10000"/>
          </a:bodyPr>
          <a:lstStyle/>
          <a:p>
            <a:r>
              <a:t>Ora proviamo a implementare alcuni esempi pratici!</a:t>
            </a:r>
          </a:p>
          <a:p>
            <a:endParaRPr/>
          </a:p>
          <a:p>
            <a:r>
              <a:t>1. Creare una `ArrayList&lt;String&gt;` e aggiungere alcuni elementi</a:t>
            </a:r>
          </a:p>
          <a:p>
            <a:r>
              <a:t>2. Creare una `HashMap&lt;String, Integer&gt;` per memorizzare nomi e età</a:t>
            </a:r>
          </a:p>
          <a:p>
            <a:r>
              <a:t>3. Creare una classe generica `Contenitore&lt;T&gt;` e usarla con diversi tipi di dati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Presentazione su schermo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0" baseType="lpstr">
      <vt:lpstr>Office Theme</vt:lpstr>
      <vt:lpstr>Collections Framework e Tipi Generici in Java</vt:lpstr>
      <vt:lpstr>Introduzione alle Collections</vt:lpstr>
      <vt:lpstr>Gerarchia delle principali interfacce</vt:lpstr>
      <vt:lpstr>List: ArrayList e LinkedList</vt:lpstr>
      <vt:lpstr>Set: HashSet e TreeSet</vt:lpstr>
      <vt:lpstr>Map: HashMap e TreeMap</vt:lpstr>
      <vt:lpstr>Tipi Generici in Java</vt:lpstr>
      <vt:lpstr>Wildcard in Generics</vt:lpstr>
      <vt:lpstr>Conclusione ed esercizi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Collections Framework e Tipi Generici in Java</dc:title>
  <dc:subject/>
  <dc:creator/>
  <cp:keywords/>
  <dc:description>generated using python-pptx</dc:description>
  <cp:lastModifiedBy>Vincenzo Piccolo</cp:lastModifiedBy>
  <cp:revision>10</cp:revision>
  <dcterms:created xsi:type="dcterms:W3CDTF">2013-01-27T09:14:16Z</dcterms:created>
  <dcterms:modified xsi:type="dcterms:W3CDTF">2026-03-26T08:18:47Z</dcterms:modified>
  <cp:category/>
</cp:coreProperties>
</file>